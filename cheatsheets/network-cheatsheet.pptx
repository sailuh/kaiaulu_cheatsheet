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6" r:id="rId2"/>
  </p:sldIdLst>
  <p:sldSz cx="13970000" cy="10795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1pPr>
    <a:lvl2pPr marL="0" marR="0" indent="2286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2pPr>
    <a:lvl3pPr marL="0" marR="0" indent="4572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3pPr>
    <a:lvl4pPr marL="0" marR="0" indent="6858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4pPr>
    <a:lvl5pPr marL="0" marR="0" indent="9144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5pPr>
    <a:lvl6pPr marL="0" marR="0" indent="11430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6pPr>
    <a:lvl7pPr marL="0" marR="0" indent="13716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7pPr>
    <a:lvl8pPr marL="0" marR="0" indent="16002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8pPr>
    <a:lvl9pPr marL="0" marR="0" indent="18288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C4C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871"/>
    <p:restoredTop sz="94589"/>
  </p:normalViewPr>
  <p:slideViewPr>
    <p:cSldViewPr snapToGrid="0" snapToObjects="1">
      <p:cViewPr varScale="1">
        <p:scale>
          <a:sx n="76" d="100"/>
          <a:sy n="76" d="100"/>
        </p:scale>
        <p:origin x="1528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125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26" name="Shape 12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1pPr>
    <a:lvl2pPr indent="2286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2pPr>
    <a:lvl3pPr indent="4572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3pPr>
    <a:lvl4pPr indent="6858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4pPr>
    <a:lvl5pPr indent="9144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5pPr>
    <a:lvl6pPr indent="11430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6pPr>
    <a:lvl7pPr indent="13716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7pPr>
    <a:lvl8pPr indent="16002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8pPr>
    <a:lvl9pPr indent="18288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F41F0-B138-816A-3E29-1FB8CEC4B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CE236A-A0F9-4DCE-FD17-9074D667B6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09675" y="685800"/>
            <a:ext cx="4438650" cy="3429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EFCB9C-6BDF-14C3-313D-C6E3B2BF8C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18537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mage"/>
          <p:cNvSpPr>
            <a:spLocks noGrp="1"/>
          </p:cNvSpPr>
          <p:nvPr>
            <p:ph type="pic" idx="13"/>
          </p:nvPr>
        </p:nvSpPr>
        <p:spPr>
          <a:xfrm>
            <a:off x="1725786" y="840878"/>
            <a:ext cx="10504786" cy="6357443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 dirty="0"/>
          </a:p>
        </p:txBody>
      </p:sp>
      <p:sp>
        <p:nvSpPr>
          <p:cNvPr id="21" name="Title Text"/>
          <p:cNvSpPr txBox="1">
            <a:spLocks noGrp="1"/>
          </p:cNvSpPr>
          <p:nvPr>
            <p:ph type="title"/>
          </p:nvPr>
        </p:nvSpPr>
        <p:spPr>
          <a:xfrm>
            <a:off x="1364257" y="7375673"/>
            <a:ext cx="11241486" cy="152797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2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364257" y="8958212"/>
            <a:ext cx="11241486" cy="1214191"/>
          </a:xfrm>
          <a:prstGeom prst="rect">
            <a:avLst/>
          </a:prstGeom>
        </p:spPr>
        <p:txBody>
          <a:bodyPr anchor="t"/>
          <a:lstStyle>
            <a:lvl1pPr marL="0" indent="0">
              <a:buSzTx/>
              <a:buNone/>
              <a:defRPr sz="2500">
                <a:solidFill>
                  <a:srgbClr val="628DB5"/>
                </a:solidFill>
              </a:defRPr>
            </a:lvl1pPr>
            <a:lvl2pPr marL="0" indent="228600">
              <a:buSzTx/>
              <a:buNone/>
              <a:defRPr sz="2500">
                <a:solidFill>
                  <a:srgbClr val="628DB5"/>
                </a:solidFill>
              </a:defRPr>
            </a:lvl2pPr>
            <a:lvl3pPr marL="0" indent="457200">
              <a:buSzTx/>
              <a:buNone/>
              <a:defRPr sz="2500">
                <a:solidFill>
                  <a:srgbClr val="628DB5"/>
                </a:solidFill>
              </a:defRPr>
            </a:lvl3pPr>
            <a:lvl4pPr marL="0" indent="685800">
              <a:buSzTx/>
              <a:buNone/>
              <a:defRPr sz="2500">
                <a:solidFill>
                  <a:srgbClr val="628DB5"/>
                </a:solidFill>
              </a:defRPr>
            </a:lvl4pPr>
            <a:lvl5pPr marL="0" indent="914400">
              <a:buSzTx/>
              <a:buNone/>
              <a:defRPr sz="2500">
                <a:solidFill>
                  <a:srgbClr val="628DB5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790156" y="10090546"/>
            <a:ext cx="376045" cy="38854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>
            <a:spLocks noGrp="1"/>
          </p:cNvSpPr>
          <p:nvPr>
            <p:ph type="title"/>
          </p:nvPr>
        </p:nvSpPr>
        <p:spPr>
          <a:xfrm>
            <a:off x="1364257" y="3623964"/>
            <a:ext cx="11241486" cy="3547072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mage"/>
          <p:cNvSpPr>
            <a:spLocks noGrp="1"/>
          </p:cNvSpPr>
          <p:nvPr>
            <p:ph type="pic" sz="half" idx="13"/>
          </p:nvPr>
        </p:nvSpPr>
        <p:spPr>
          <a:xfrm>
            <a:off x="7216923" y="840878"/>
            <a:ext cx="5729884" cy="8840392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 dirty="0"/>
          </a:p>
        </p:txBody>
      </p:sp>
      <p:sp>
        <p:nvSpPr>
          <p:cNvPr id="39" name="Title Text"/>
          <p:cNvSpPr txBox="1">
            <a:spLocks noGrp="1"/>
          </p:cNvSpPr>
          <p:nvPr>
            <p:ph type="title"/>
          </p:nvPr>
        </p:nvSpPr>
        <p:spPr>
          <a:xfrm>
            <a:off x="1023193" y="840878"/>
            <a:ext cx="5729884" cy="4283771"/>
          </a:xfrm>
          <a:prstGeom prst="rect">
            <a:avLst/>
          </a:prstGeom>
        </p:spPr>
        <p:txBody>
          <a:bodyPr anchor="b"/>
          <a:lstStyle>
            <a:lvl1pPr>
              <a:defRPr sz="3300"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lvl1pPr>
          </a:lstStyle>
          <a:p>
            <a:r>
              <a:t>Title Text</a:t>
            </a:r>
          </a:p>
        </p:txBody>
      </p:sp>
      <p:sp>
        <p:nvSpPr>
          <p:cNvPr id="4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023193" y="5274716"/>
            <a:ext cx="5729884" cy="4406554"/>
          </a:xfrm>
          <a:prstGeom prst="rect">
            <a:avLst/>
          </a:prstGeom>
        </p:spPr>
        <p:txBody>
          <a:bodyPr anchor="t"/>
          <a:lstStyle>
            <a:lvl1pPr marL="0" indent="0">
              <a:buSzTx/>
              <a:buNone/>
              <a:defRPr sz="2500">
                <a:solidFill>
                  <a:srgbClr val="628DB5"/>
                </a:solidFill>
              </a:defRPr>
            </a:lvl1pPr>
            <a:lvl2pPr marL="0" indent="228600">
              <a:buSzTx/>
              <a:buNone/>
              <a:defRPr sz="2500">
                <a:solidFill>
                  <a:srgbClr val="628DB5"/>
                </a:solidFill>
              </a:defRPr>
            </a:lvl2pPr>
            <a:lvl3pPr marL="0" indent="457200">
              <a:buSzTx/>
              <a:buNone/>
              <a:defRPr sz="2500">
                <a:solidFill>
                  <a:srgbClr val="628DB5"/>
                </a:solidFill>
              </a:defRPr>
            </a:lvl3pPr>
            <a:lvl4pPr marL="0" indent="685800">
              <a:buSzTx/>
              <a:buNone/>
              <a:defRPr sz="2500">
                <a:solidFill>
                  <a:srgbClr val="628DB5"/>
                </a:solidFill>
              </a:defRPr>
            </a:lvl4pPr>
            <a:lvl5pPr marL="0" indent="914400">
              <a:buSzTx/>
              <a:buNone/>
              <a:defRPr sz="2500">
                <a:solidFill>
                  <a:srgbClr val="628DB5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"/>
          <p:cNvSpPr>
            <a:spLocks noGrp="1"/>
          </p:cNvSpPr>
          <p:nvPr>
            <p:ph type="pic" sz="half" idx="13"/>
          </p:nvPr>
        </p:nvSpPr>
        <p:spPr>
          <a:xfrm>
            <a:off x="7216923" y="2955478"/>
            <a:ext cx="5729884" cy="675307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 dirty="0"/>
          </a:p>
        </p:txBody>
      </p:sp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023193" y="2955478"/>
            <a:ext cx="5729884" cy="6753077"/>
          </a:xfrm>
          <a:prstGeom prst="rect">
            <a:avLst/>
          </a:prstGeom>
        </p:spPr>
        <p:txBody>
          <a:bodyPr/>
          <a:lstStyle>
            <a:lvl1pPr marL="146957" indent="-146957">
              <a:defRPr b="1"/>
            </a:lvl1pPr>
            <a:lvl2pPr marL="489857" indent="-146957">
              <a:defRPr b="1"/>
            </a:lvl2pPr>
            <a:lvl3pPr marL="832757" indent="-146957">
              <a:defRPr b="1"/>
            </a:lvl3pPr>
            <a:lvl4pPr marL="1175657" indent="-146957">
              <a:defRPr b="1"/>
            </a:lvl4pPr>
            <a:lvl5pPr marL="1518557" indent="-146957">
              <a:defRPr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>
            <a:spLocks noGrp="1"/>
          </p:cNvSpPr>
          <p:nvPr>
            <p:ph type="body" idx="1"/>
          </p:nvPr>
        </p:nvSpPr>
        <p:spPr>
          <a:xfrm>
            <a:off x="1023193" y="1523007"/>
            <a:ext cx="11923614" cy="7748986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Image"/>
          <p:cNvSpPr>
            <a:spLocks noGrp="1"/>
          </p:cNvSpPr>
          <p:nvPr>
            <p:ph type="pic" sz="half" idx="13"/>
          </p:nvPr>
        </p:nvSpPr>
        <p:spPr>
          <a:xfrm>
            <a:off x="1023193" y="1113730"/>
            <a:ext cx="5729884" cy="856754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 dirty="0"/>
          </a:p>
        </p:txBody>
      </p:sp>
      <p:sp>
        <p:nvSpPr>
          <p:cNvPr id="84" name="Image"/>
          <p:cNvSpPr>
            <a:spLocks noGrp="1"/>
          </p:cNvSpPr>
          <p:nvPr>
            <p:ph type="pic" sz="quarter" idx="14"/>
          </p:nvPr>
        </p:nvSpPr>
        <p:spPr>
          <a:xfrm>
            <a:off x="7216923" y="5629423"/>
            <a:ext cx="5729884" cy="405184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 dirty="0"/>
          </a:p>
        </p:txBody>
      </p:sp>
      <p:sp>
        <p:nvSpPr>
          <p:cNvPr id="85" name="Image"/>
          <p:cNvSpPr>
            <a:spLocks noGrp="1"/>
          </p:cNvSpPr>
          <p:nvPr>
            <p:ph type="pic" sz="quarter" idx="15"/>
          </p:nvPr>
        </p:nvSpPr>
        <p:spPr>
          <a:xfrm>
            <a:off x="7223603" y="1113730"/>
            <a:ext cx="5729884" cy="405184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 dirty="0"/>
          </a:p>
        </p:txBody>
      </p:sp>
      <p:sp>
        <p:nvSpPr>
          <p:cNvPr id="8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ohnny Appleseed"/>
          <p:cNvSpPr>
            <a:spLocks noGrp="1"/>
          </p:cNvSpPr>
          <p:nvPr>
            <p:ph type="body" sz="quarter" idx="13"/>
          </p:nvPr>
        </p:nvSpPr>
        <p:spPr>
          <a:xfrm>
            <a:off x="1364257" y="6993681"/>
            <a:ext cx="11241486" cy="508001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r">
              <a:lnSpc>
                <a:spcPct val="90000"/>
              </a:lnSpc>
              <a:buSzTx/>
              <a:buNone/>
              <a:defRPr sz="900"/>
            </a:lvl1pPr>
          </a:lstStyle>
          <a:p>
            <a:r>
              <a:t>–Johnny Appleseed</a:t>
            </a:r>
          </a:p>
        </p:txBody>
      </p:sp>
      <p:sp>
        <p:nvSpPr>
          <p:cNvPr id="94" name="“Type a quote here.”"/>
          <p:cNvSpPr>
            <a:spLocks noGrp="1"/>
          </p:cNvSpPr>
          <p:nvPr>
            <p:ph type="body" sz="quarter" idx="14"/>
          </p:nvPr>
        </p:nvSpPr>
        <p:spPr>
          <a:xfrm>
            <a:off x="1364257" y="4742656"/>
            <a:ext cx="11241486" cy="7367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SzTx/>
              <a:buNone/>
            </a:lvl1pPr>
          </a:lstStyle>
          <a:p>
            <a:r>
              <a:t>“Type a quote here.” </a:t>
            </a:r>
          </a:p>
        </p:txBody>
      </p:sp>
      <p:sp>
        <p:nvSpPr>
          <p:cNvPr id="9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Image"/>
          <p:cNvSpPr>
            <a:spLocks noGrp="1"/>
          </p:cNvSpPr>
          <p:nvPr>
            <p:ph type="pic" idx="13"/>
          </p:nvPr>
        </p:nvSpPr>
        <p:spPr>
          <a:xfrm>
            <a:off x="0" y="158750"/>
            <a:ext cx="13964218" cy="104775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 dirty="0"/>
          </a:p>
        </p:txBody>
      </p:sp>
      <p:sp>
        <p:nvSpPr>
          <p:cNvPr id="10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1023193" y="636240"/>
            <a:ext cx="11923614" cy="2319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4570" tIns="54570" rIns="54570" bIns="5457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1023193" y="2955478"/>
            <a:ext cx="11923614" cy="6753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4570" tIns="54570" rIns="54570" bIns="54570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790156" y="10097368"/>
            <a:ext cx="376045" cy="388541"/>
          </a:xfrm>
          <a:prstGeom prst="rect">
            <a:avLst/>
          </a:prstGeom>
          <a:ln w="12700">
            <a:miter lim="400000"/>
          </a:ln>
        </p:spPr>
        <p:txBody>
          <a:bodyPr wrap="none" lIns="54570" tIns="54570" rIns="54570" bIns="54570">
            <a:spAutoFit/>
          </a:bodyPr>
          <a:lstStyle>
            <a:lvl1pPr algn="ctr">
              <a:spcBef>
                <a:spcPts val="0"/>
              </a:spcBef>
              <a:defRPr sz="1800" b="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rPr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ransition spd="med"/>
  <p:txStyles>
    <p:titleStyle>
      <a:lvl1pPr marL="0" marR="0" indent="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1pPr>
      <a:lvl2pPr marL="0" marR="0" indent="2286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2pPr>
      <a:lvl3pPr marL="0" marR="0" indent="4572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3pPr>
      <a:lvl4pPr marL="0" marR="0" indent="6858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4pPr>
      <a:lvl5pPr marL="0" marR="0" indent="9144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5pPr>
      <a:lvl6pPr marL="0" marR="0" indent="11430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6pPr>
      <a:lvl7pPr marL="0" marR="0" indent="13716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7pPr>
      <a:lvl8pPr marL="0" marR="0" indent="16002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8pPr>
      <a:lvl9pPr marL="0" marR="0" indent="18288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9pPr>
    </p:titleStyle>
    <p:bodyStyle>
      <a:lvl1pPr marL="1481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1pPr>
      <a:lvl2pPr marL="5926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2pPr>
      <a:lvl3pPr marL="10371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3pPr>
      <a:lvl4pPr marL="14816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4pPr>
      <a:lvl5pPr marL="19261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5pPr>
      <a:lvl6pPr marL="23706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6pPr>
      <a:lvl7pPr marL="28151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7pPr>
      <a:lvl8pPr marL="32596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8pPr>
      <a:lvl9pPr marL="37041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hyperlink" Target="https://creativecommons.org/licenses/by-sa/4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7AABC-1CA6-F756-F15F-C6815D61A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Image" descr="Image">
            <a:extLst>
              <a:ext uri="{FF2B5EF4-FFF2-40B4-BE49-F238E27FC236}">
                <a16:creationId xmlns:a16="http://schemas.microsoft.com/office/drawing/2014/main" id="{44FD8155-CA48-DB84-070A-F4E5B0035D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568" y="-682083"/>
            <a:ext cx="5598432" cy="2990088"/>
          </a:xfrm>
          <a:prstGeom prst="rect">
            <a:avLst/>
          </a:prstGeom>
          <a:ln w="12700">
            <a:miter lim="400000"/>
          </a:ln>
        </p:spPr>
      </p:pic>
      <p:sp>
        <p:nvSpPr>
          <p:cNvPr id="312" name="Line">
            <a:extLst>
              <a:ext uri="{FF2B5EF4-FFF2-40B4-BE49-F238E27FC236}">
                <a16:creationId xmlns:a16="http://schemas.microsoft.com/office/drawing/2014/main" id="{9139428A-444A-8A61-9A29-1EF5CAF3F295}"/>
              </a:ext>
            </a:extLst>
          </p:cNvPr>
          <p:cNvSpPr/>
          <p:nvPr/>
        </p:nvSpPr>
        <p:spPr>
          <a:xfrm flipV="1">
            <a:off x="213255" y="10296246"/>
            <a:ext cx="13462982" cy="39499"/>
          </a:xfrm>
          <a:prstGeom prst="line">
            <a:avLst/>
          </a:prstGeom>
          <a:ln w="12700">
            <a:solidFill>
              <a:srgbClr val="E4E4E3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313" name="YOUR LOGO…">
            <a:extLst>
              <a:ext uri="{FF2B5EF4-FFF2-40B4-BE49-F238E27FC236}">
                <a16:creationId xmlns:a16="http://schemas.microsoft.com/office/drawing/2014/main" id="{9597B098-F116-87DB-64F0-6933E830552F}"/>
              </a:ext>
            </a:extLst>
          </p:cNvPr>
          <p:cNvSpPr/>
          <p:nvPr/>
        </p:nvSpPr>
        <p:spPr>
          <a:xfrm>
            <a:off x="170343" y="10207710"/>
            <a:ext cx="1757945" cy="528270"/>
          </a:xfrm>
          <a:prstGeom prst="roundRect">
            <a:avLst>
              <a:gd name="adj" fmla="val 36061"/>
            </a:avLst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defRPr>
                <a:solidFill>
                  <a:srgbClr val="407AA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lang="en-US" sz="2400" dirty="0"/>
              <a:t>Kaiāulu</a:t>
            </a:r>
            <a:endParaRPr sz="2400" dirty="0"/>
          </a:p>
        </p:txBody>
      </p:sp>
      <p:sp>
        <p:nvSpPr>
          <p:cNvPr id="334" name="Three Column Layout: : CHEAT SHEET">
            <a:extLst>
              <a:ext uri="{FF2B5EF4-FFF2-40B4-BE49-F238E27FC236}">
                <a16:creationId xmlns:a16="http://schemas.microsoft.com/office/drawing/2014/main" id="{9C5A2451-9FE8-0D78-13C6-81C9849DFD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5721" y="361177"/>
            <a:ext cx="10898129" cy="803346"/>
          </a:xfrm>
          <a:prstGeom prst="rect">
            <a:avLst/>
          </a:prstGeom>
        </p:spPr>
        <p:txBody>
          <a:bodyPr lIns="0" tIns="0" rIns="0" bIns="0" anchor="t"/>
          <a:lstStyle/>
          <a:p>
            <a:r>
              <a:rPr lang="en-US" dirty="0"/>
              <a:t>Network Transform</a:t>
            </a:r>
            <a:r>
              <a:rPr dirty="0"/>
              <a:t>: : </a:t>
            </a:r>
            <a:r>
              <a:rPr sz="3300" dirty="0">
                <a:latin typeface="Source Sans Pro Semibold"/>
                <a:ea typeface="Source Sans Pro Semibold"/>
                <a:cs typeface="Source Sans Pro Semibold"/>
                <a:sym typeface="Source Sans Pro Semibold"/>
              </a:rPr>
              <a:t>CHEAT SHEET</a:t>
            </a:r>
            <a:r>
              <a:rPr dirty="0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D95D91-329A-A360-AAFD-0D31969F9E1D}"/>
              </a:ext>
            </a:extLst>
          </p:cNvPr>
          <p:cNvSpPr txBox="1"/>
          <p:nvPr/>
        </p:nvSpPr>
        <p:spPr>
          <a:xfrm>
            <a:off x="7737264" y="10327008"/>
            <a:ext cx="6091194" cy="5000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000" b="0" dirty="0">
                <a:solidFill>
                  <a:schemeClr val="tx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 SA</a:t>
            </a:r>
            <a:r>
              <a:rPr lang="en-US" sz="1000" b="0" dirty="0">
                <a:solidFill>
                  <a:schemeClr val="tx1"/>
                </a:solidFill>
              </a:rPr>
              <a:t> Jared Seto</a:t>
            </a:r>
            <a:r>
              <a:rPr kumimoji="0" lang="en-US" sz="1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, Carlos Paradis • Kai</a:t>
            </a:r>
            <a:r>
              <a:rPr kumimoji="0" lang="haw-US" sz="1000" b="0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ā</a:t>
            </a:r>
            <a:r>
              <a:rPr kumimoji="0" lang="en-US" sz="1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ulu package version 0.0.0.9700 (in development) •  Updated: 2026-04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8" name="Picture 7" descr="A picture containing text&#10;&#10;Description automatically generated">
            <a:extLst>
              <a:ext uri="{FF2B5EF4-FFF2-40B4-BE49-F238E27FC236}">
                <a16:creationId xmlns:a16="http://schemas.microsoft.com/office/drawing/2014/main" id="{13AB636D-DB27-0AD7-D18D-BEC1F7FADD8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14310" y="122459"/>
            <a:ext cx="1443262" cy="167604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7936A67-4B2F-BD65-2C27-C205BF259C7B}"/>
              </a:ext>
            </a:extLst>
          </p:cNvPr>
          <p:cNvSpPr txBox="1"/>
          <p:nvPr/>
        </p:nvSpPr>
        <p:spPr>
          <a:xfrm>
            <a:off x="9875520" y="4206240"/>
            <a:ext cx="4177348" cy="40216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b="0" dirty="0"/>
              <a:t>S3 methods execute the correct behavior based on the graph's class, allowing for analyses functions to work regardless of the data’s origin.</a:t>
            </a:r>
          </a:p>
          <a:p>
            <a:endParaRPr lang="en-US" b="0" dirty="0"/>
          </a:p>
          <a:p>
            <a:r>
              <a:rPr lang="en-US" b="0" dirty="0"/>
              <a:t>Examples of S3 Generic Functions:</a:t>
            </a:r>
            <a:endParaRPr lang="en-US" dirty="0"/>
          </a:p>
          <a:p>
            <a:r>
              <a:rPr lang="en-US" sz="1300" dirty="0"/>
              <a:t>1. bipartite_graph_projection()</a:t>
            </a:r>
          </a:p>
          <a:p>
            <a:r>
              <a:rPr lang="en-US" b="0" dirty="0"/>
              <a:t>Performs bipartite projection on multimodal graphs.</a:t>
            </a:r>
            <a:endParaRPr lang="en-US" sz="1300" dirty="0"/>
          </a:p>
          <a:p>
            <a:r>
              <a:rPr lang="en-US" sz="1300" dirty="0"/>
              <a:t>2. temporal_graph_projection()</a:t>
            </a:r>
          </a:p>
          <a:p>
            <a:r>
              <a:rPr lang="en-US" b="0" dirty="0"/>
              <a:t>Performs temporal projection on multimodal graphs.</a:t>
            </a:r>
            <a:endParaRPr lang="en-US" sz="1300" dirty="0"/>
          </a:p>
          <a:p>
            <a:r>
              <a:rPr lang="en-US" sz="1300" dirty="0"/>
              <a:t>3. community_oslom()</a:t>
            </a:r>
          </a:p>
          <a:p>
            <a:r>
              <a:rPr lang="en-US" b="0" dirty="0"/>
              <a:t>Runs OSLOM community detection on a graph.</a:t>
            </a:r>
          </a:p>
          <a:p>
            <a:r>
              <a:rPr lang="en-US" sz="1300" dirty="0"/>
              <a:t>4. graph_to_dsmj()</a:t>
            </a:r>
          </a:p>
          <a:p>
            <a:r>
              <a:rPr lang="en-US" b="0" dirty="0"/>
              <a:t>Exports graph to a .dsmj file.</a:t>
            </a:r>
            <a:endParaRPr lang="en-US" dirty="0"/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r>
              <a:rPr lang="en-US" b="0" dirty="0"/>
              <a:t>Example of S3 Auxiliary Functions:</a:t>
            </a:r>
            <a:endParaRPr lang="en-US" dirty="0"/>
          </a:p>
          <a:p>
            <a:r>
              <a:rPr lang="en-US" sz="1300" dirty="0"/>
              <a:t>5. subset_bipartite_from_multimodal()</a:t>
            </a:r>
          </a:p>
          <a:p>
            <a:r>
              <a:rPr lang="en-US" b="0" dirty="0"/>
              <a:t>Slices a bipartite graph from a multimodal graph.</a:t>
            </a:r>
          </a:p>
          <a:p>
            <a:r>
              <a:rPr lang="en-US" sz="1300" dirty="0"/>
              <a:t>6. get_bidirected_edges()</a:t>
            </a:r>
          </a:p>
          <a:p>
            <a:r>
              <a:rPr lang="en-US" b="0" dirty="0"/>
              <a:t>Returns all mutual edge pairs from a graph.</a:t>
            </a:r>
          </a:p>
        </p:txBody>
      </p:sp>
      <p:sp>
        <p:nvSpPr>
          <p:cNvPr id="384" name="Layout Suggestions">
            <a:extLst>
              <a:ext uri="{FF2B5EF4-FFF2-40B4-BE49-F238E27FC236}">
                <a16:creationId xmlns:a16="http://schemas.microsoft.com/office/drawing/2014/main" id="{A788822F-EA6D-E420-8835-EF00A1B9C79F}"/>
              </a:ext>
            </a:extLst>
          </p:cNvPr>
          <p:cNvSpPr txBox="1"/>
          <p:nvPr/>
        </p:nvSpPr>
        <p:spPr>
          <a:xfrm>
            <a:off x="275721" y="1645920"/>
            <a:ext cx="1349729" cy="339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/>
              <a:t>About</a:t>
            </a:r>
            <a:endParaRPr dirty="0"/>
          </a:p>
        </p:txBody>
      </p:sp>
      <p:sp>
        <p:nvSpPr>
          <p:cNvPr id="501" name="TextBox 500">
            <a:extLst>
              <a:ext uri="{FF2B5EF4-FFF2-40B4-BE49-F238E27FC236}">
                <a16:creationId xmlns:a16="http://schemas.microsoft.com/office/drawing/2014/main" id="{8FFC82D0-F3A0-4500-1011-116E30FAAE79}"/>
              </a:ext>
            </a:extLst>
          </p:cNvPr>
          <p:cNvSpPr txBox="1"/>
          <p:nvPr/>
        </p:nvSpPr>
        <p:spPr>
          <a:xfrm>
            <a:off x="274319" y="2103120"/>
            <a:ext cx="3284761" cy="1280160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b="0" dirty="0"/>
              <a:t>Kaiaulu's graph module unifies data sources such as git logs and mailing lists into a consistent structure using R's S3 object-oriented system. This decouples graph functions from their data source, allowing each function to apply the correct transformation based on the graph object it receives, like how a `print()` function behaves.</a:t>
            </a:r>
            <a:endParaRPr kumimoji="0" lang="en-US" b="0" i="0" u="none" strike="noStrike" cap="none" spc="0" normalizeH="0" dirty="0">
              <a:ln>
                <a:noFill/>
              </a:ln>
              <a:effectLst/>
              <a:uFillTx/>
              <a:latin typeface="Source Sans Pro" panose="020B0503030403020204" pitchFamily="34" charset="0"/>
              <a:ea typeface="Source Sans Pro" panose="020B0503030403020204" pitchFamily="34" charset="0"/>
              <a:sym typeface="Source Sans Pro"/>
            </a:endParaRPr>
          </a:p>
        </p:txBody>
      </p:sp>
      <p:cxnSp>
        <p:nvCxnSpPr>
          <p:cNvPr id="510" name="Elbow Connector 509">
            <a:extLst>
              <a:ext uri="{FF2B5EF4-FFF2-40B4-BE49-F238E27FC236}">
                <a16:creationId xmlns:a16="http://schemas.microsoft.com/office/drawing/2014/main" id="{D317DF20-5556-6FF1-265D-E8BBEA2BBD72}"/>
              </a:ext>
            </a:extLst>
          </p:cNvPr>
          <p:cNvCxnSpPr>
            <a:cxnSpLocks/>
            <a:endCxn id="6" idx="1"/>
          </p:cNvCxnSpPr>
          <p:nvPr/>
        </p:nvCxnSpPr>
        <p:spPr>
          <a:xfrm flipV="1">
            <a:off x="8102322" y="1815861"/>
            <a:ext cx="1773198" cy="3657425"/>
          </a:xfrm>
          <a:prstGeom prst="bentConnector3">
            <a:avLst>
              <a:gd name="adj1" fmla="val 50000"/>
            </a:avLst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23" name="Elbow Connector 322">
            <a:extLst>
              <a:ext uri="{FF2B5EF4-FFF2-40B4-BE49-F238E27FC236}">
                <a16:creationId xmlns:a16="http://schemas.microsoft.com/office/drawing/2014/main" id="{00AB4484-9BDC-755B-DB95-A623AFC51188}"/>
              </a:ext>
            </a:extLst>
          </p:cNvPr>
          <p:cNvCxnSpPr>
            <a:cxnSpLocks/>
          </p:cNvCxnSpPr>
          <p:nvPr/>
        </p:nvCxnSpPr>
        <p:spPr>
          <a:xfrm rot="16200000" flipV="1">
            <a:off x="4503818" y="8505698"/>
            <a:ext cx="1503618" cy="4430"/>
          </a:xfrm>
          <a:prstGeom prst="bentConnector3">
            <a:avLst>
              <a:gd name="adj1" fmla="val 50000"/>
            </a:avLst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26" name="Manipulate Variables">
            <a:extLst>
              <a:ext uri="{FF2B5EF4-FFF2-40B4-BE49-F238E27FC236}">
                <a16:creationId xmlns:a16="http://schemas.microsoft.com/office/drawing/2014/main" id="{797036F7-337E-EC5D-3071-9FBA8A0376DE}"/>
              </a:ext>
            </a:extLst>
          </p:cNvPr>
          <p:cNvSpPr txBox="1"/>
          <p:nvPr/>
        </p:nvSpPr>
        <p:spPr>
          <a:xfrm>
            <a:off x="274320" y="7955280"/>
            <a:ext cx="1825821" cy="339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/>
              <a:t>Transformers</a:t>
            </a:r>
            <a:endParaRPr dirty="0"/>
          </a:p>
        </p:txBody>
      </p:sp>
      <p:sp>
        <p:nvSpPr>
          <p:cNvPr id="426" name="TextBox 425">
            <a:extLst>
              <a:ext uri="{FF2B5EF4-FFF2-40B4-BE49-F238E27FC236}">
                <a16:creationId xmlns:a16="http://schemas.microsoft.com/office/drawing/2014/main" id="{D302DD13-8606-6B71-0DBC-1ED0A5DD8B67}"/>
              </a:ext>
            </a:extLst>
          </p:cNvPr>
          <p:cNvSpPr txBox="1"/>
          <p:nvPr/>
        </p:nvSpPr>
        <p:spPr>
          <a:xfrm>
            <a:off x="9875520" y="8778876"/>
            <a:ext cx="4138222" cy="146240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b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Any numeric value — such as sentiment scores or custom weight schemes — can be assigned as edge </a:t>
            </a:r>
            <a:r>
              <a:rPr lang="en-US" dirty="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weights</a:t>
            </a:r>
            <a:r>
              <a:rPr lang="en-US" b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without modifying any existing transforms.</a:t>
            </a:r>
          </a:p>
          <a:p>
            <a:endParaRPr kumimoji="0" lang="en-US" b="0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 panose="020B0503030403020204" pitchFamily="34" charset="0"/>
              <a:ea typeface="Source Sans Pro" panose="020B0503030403020204" pitchFamily="34" charset="0"/>
              <a:sym typeface="Source Sans Pro"/>
            </a:endParaRPr>
          </a:p>
          <a:p>
            <a:r>
              <a:rPr lang="en-US" sz="1300" dirty="0"/>
              <a:t>1. transform_reply_to_bipartite_network(</a:t>
            </a:r>
            <a:r>
              <a:rPr lang="en-US" sz="1400" dirty="0">
                <a:solidFill>
                  <a:schemeClr val="accent1"/>
                </a:solidFill>
              </a:rPr>
              <a:t>weight</a:t>
            </a:r>
            <a:r>
              <a:rPr lang="en-US" sz="1300" dirty="0"/>
              <a:t>, …)</a:t>
            </a:r>
          </a:p>
          <a:p>
            <a:r>
              <a:rPr lang="en-US" sz="1300" dirty="0"/>
              <a:t>2. transform_gitlog_to_bipartite_network(</a:t>
            </a:r>
            <a:r>
              <a:rPr lang="en-US" sz="1400" dirty="0">
                <a:solidFill>
                  <a:schemeClr val="accent1"/>
                </a:solidFill>
              </a:rPr>
              <a:t>weight</a:t>
            </a:r>
            <a:r>
              <a:rPr lang="en-US" sz="1300" dirty="0"/>
              <a:t>, …)</a:t>
            </a:r>
          </a:p>
          <a:p>
            <a:r>
              <a:rPr lang="en-US" sz="1300" dirty="0"/>
              <a:t>3. …</a:t>
            </a:r>
          </a:p>
        </p:txBody>
      </p:sp>
      <p:sp>
        <p:nvSpPr>
          <p:cNvPr id="10" name="Manipulate Variables">
            <a:extLst>
              <a:ext uri="{FF2B5EF4-FFF2-40B4-BE49-F238E27FC236}">
                <a16:creationId xmlns:a16="http://schemas.microsoft.com/office/drawing/2014/main" id="{29C43816-F46D-0DA5-7801-0C8A13D21FFF}"/>
              </a:ext>
            </a:extLst>
          </p:cNvPr>
          <p:cNvSpPr txBox="1"/>
          <p:nvPr/>
        </p:nvSpPr>
        <p:spPr>
          <a:xfrm>
            <a:off x="9875520" y="3751864"/>
            <a:ext cx="1808187" cy="339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/>
              <a:t>S3 Functions</a:t>
            </a:r>
            <a:endParaRPr dirty="0"/>
          </a:p>
        </p:txBody>
      </p:sp>
      <p:sp>
        <p:nvSpPr>
          <p:cNvPr id="488" name="Manipulate Variables">
            <a:extLst>
              <a:ext uri="{FF2B5EF4-FFF2-40B4-BE49-F238E27FC236}">
                <a16:creationId xmlns:a16="http://schemas.microsoft.com/office/drawing/2014/main" id="{32592A40-50EC-2050-F008-84C884187B2F}"/>
              </a:ext>
            </a:extLst>
          </p:cNvPr>
          <p:cNvSpPr txBox="1"/>
          <p:nvPr/>
        </p:nvSpPr>
        <p:spPr>
          <a:xfrm>
            <a:off x="274320" y="5488469"/>
            <a:ext cx="1017907" cy="339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/>
              <a:t>Parsers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AF1953-2DCC-12C2-FAE6-3991418E5557}"/>
              </a:ext>
            </a:extLst>
          </p:cNvPr>
          <p:cNvSpPr txBox="1"/>
          <p:nvPr/>
        </p:nvSpPr>
        <p:spPr>
          <a:xfrm>
            <a:off x="9875520" y="2103120"/>
            <a:ext cx="4177348" cy="14630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b="0" dirty="0"/>
              <a:t>Transformers utilize a graph structure which generalizes different types of graphs, regardless of their data source.</a:t>
            </a:r>
          </a:p>
          <a:p>
            <a:endParaRPr lang="en-US" dirty="0"/>
          </a:p>
          <a:p>
            <a:r>
              <a:rPr lang="en-US" sz="1300" dirty="0"/>
              <a:t>1. model_unimodal_graph()</a:t>
            </a:r>
          </a:p>
          <a:p>
            <a:r>
              <a:rPr lang="en-US" b="0" dirty="0"/>
              <a:t>Represents a unimodal graph.</a:t>
            </a:r>
            <a:endParaRPr lang="en-US" dirty="0"/>
          </a:p>
          <a:p>
            <a:r>
              <a:rPr lang="en-US" sz="1300" dirty="0"/>
              <a:t>2. model_multimodal_graph()</a:t>
            </a:r>
          </a:p>
          <a:p>
            <a:r>
              <a:rPr lang="en-US" b="0" dirty="0"/>
              <a:t>Represents a multimodal graph.</a:t>
            </a:r>
          </a:p>
        </p:txBody>
      </p: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833F01D1-19D5-01E4-F5A6-2A6D45D63E55}"/>
              </a:ext>
            </a:extLst>
          </p:cNvPr>
          <p:cNvCxnSpPr>
            <a:cxnSpLocks/>
            <a:stCxn id="257" idx="3"/>
          </p:cNvCxnSpPr>
          <p:nvPr/>
        </p:nvCxnSpPr>
        <p:spPr>
          <a:xfrm flipV="1">
            <a:off x="7241179" y="6633372"/>
            <a:ext cx="2653728" cy="2278284"/>
          </a:xfrm>
          <a:prstGeom prst="bentConnector3">
            <a:avLst>
              <a:gd name="adj1" fmla="val 87534"/>
            </a:avLst>
          </a:prstGeom>
          <a:noFill/>
          <a:ln w="127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90" name="Elbow Connector 489">
            <a:extLst>
              <a:ext uri="{FF2B5EF4-FFF2-40B4-BE49-F238E27FC236}">
                <a16:creationId xmlns:a16="http://schemas.microsoft.com/office/drawing/2014/main" id="{B23B2644-D20D-A515-A60F-5BE471E00D56}"/>
              </a:ext>
            </a:extLst>
          </p:cNvPr>
          <p:cNvCxnSpPr>
            <a:cxnSpLocks/>
            <a:endCxn id="10" idx="1"/>
          </p:cNvCxnSpPr>
          <p:nvPr/>
        </p:nvCxnSpPr>
        <p:spPr>
          <a:xfrm flipV="1">
            <a:off x="9277609" y="3921805"/>
            <a:ext cx="597911" cy="3237119"/>
          </a:xfrm>
          <a:prstGeom prst="bentConnector3">
            <a:avLst>
              <a:gd name="adj1" fmla="val 21325"/>
            </a:avLst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pSp>
        <p:nvGrpSpPr>
          <p:cNvPr id="267" name="Google Shape;156;p1">
            <a:extLst>
              <a:ext uri="{FF2B5EF4-FFF2-40B4-BE49-F238E27FC236}">
                <a16:creationId xmlns:a16="http://schemas.microsoft.com/office/drawing/2014/main" id="{7EB390A8-72DF-0707-F3CD-6C597ECDFABA}"/>
              </a:ext>
            </a:extLst>
          </p:cNvPr>
          <p:cNvGrpSpPr/>
          <p:nvPr/>
        </p:nvGrpSpPr>
        <p:grpSpPr>
          <a:xfrm>
            <a:off x="5817574" y="4823803"/>
            <a:ext cx="2196419" cy="1216294"/>
            <a:chOff x="10592773" y="5229745"/>
            <a:chExt cx="3298954" cy="1741391"/>
          </a:xfrm>
          <a:solidFill>
            <a:schemeClr val="tx1"/>
          </a:solidFill>
        </p:grpSpPr>
        <p:sp>
          <p:nvSpPr>
            <p:cNvPr id="268" name="Google Shape;157;p1">
              <a:extLst>
                <a:ext uri="{FF2B5EF4-FFF2-40B4-BE49-F238E27FC236}">
                  <a16:creationId xmlns:a16="http://schemas.microsoft.com/office/drawing/2014/main" id="{AEE4CC26-D210-DCFA-71F2-6D349BFA897F}"/>
                </a:ext>
              </a:extLst>
            </p:cNvPr>
            <p:cNvSpPr/>
            <p:nvPr/>
          </p:nvSpPr>
          <p:spPr>
            <a:xfrm>
              <a:off x="12237743" y="5550161"/>
              <a:ext cx="192300" cy="198000"/>
            </a:xfrm>
            <a:prstGeom prst="ellipse">
              <a:avLst/>
            </a:prstGeom>
            <a:grpFill/>
            <a:ln w="9525" cap="flat" cmpd="sng">
              <a:solidFill>
                <a:schemeClr val="bg2">
                  <a:lumMod val="1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269" name="Google Shape;158;p1">
              <a:extLst>
                <a:ext uri="{FF2B5EF4-FFF2-40B4-BE49-F238E27FC236}">
                  <a16:creationId xmlns:a16="http://schemas.microsoft.com/office/drawing/2014/main" id="{C93CBA44-7471-E454-7196-E731015B7BE1}"/>
                </a:ext>
              </a:extLst>
            </p:cNvPr>
            <p:cNvSpPr/>
            <p:nvPr/>
          </p:nvSpPr>
          <p:spPr>
            <a:xfrm>
              <a:off x="12990609" y="5398089"/>
              <a:ext cx="192300" cy="198000"/>
            </a:xfrm>
            <a:prstGeom prst="ellipse">
              <a:avLst/>
            </a:prstGeom>
            <a:grpFill/>
            <a:ln w="9525" cap="flat" cmpd="sng">
              <a:solidFill>
                <a:schemeClr val="bg2">
                  <a:lumMod val="1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270" name="Google Shape;159;p1">
              <a:extLst>
                <a:ext uri="{FF2B5EF4-FFF2-40B4-BE49-F238E27FC236}">
                  <a16:creationId xmlns:a16="http://schemas.microsoft.com/office/drawing/2014/main" id="{57E7FB6E-EEC2-C286-6B1C-21F4A020E8EC}"/>
                </a:ext>
              </a:extLst>
            </p:cNvPr>
            <p:cNvSpPr/>
            <p:nvPr/>
          </p:nvSpPr>
          <p:spPr>
            <a:xfrm>
              <a:off x="13329043" y="5229745"/>
              <a:ext cx="192300" cy="198000"/>
            </a:xfrm>
            <a:prstGeom prst="ellipse">
              <a:avLst/>
            </a:prstGeom>
            <a:solidFill>
              <a:schemeClr val="accent3"/>
            </a:solidFill>
            <a:ln w="9525" cap="flat" cmpd="sng">
              <a:solidFill>
                <a:schemeClr val="bg2">
                  <a:lumMod val="1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271" name="Google Shape;160;p1">
              <a:extLst>
                <a:ext uri="{FF2B5EF4-FFF2-40B4-BE49-F238E27FC236}">
                  <a16:creationId xmlns:a16="http://schemas.microsoft.com/office/drawing/2014/main" id="{6AAD2614-2A2D-5EB8-2AD5-6B45E657101C}"/>
                </a:ext>
              </a:extLst>
            </p:cNvPr>
            <p:cNvSpPr/>
            <p:nvPr/>
          </p:nvSpPr>
          <p:spPr>
            <a:xfrm>
              <a:off x="13317282" y="5522084"/>
              <a:ext cx="192300" cy="198000"/>
            </a:xfrm>
            <a:prstGeom prst="ellipse">
              <a:avLst/>
            </a:prstGeom>
            <a:grpFill/>
            <a:ln w="9525" cap="flat" cmpd="sng">
              <a:solidFill>
                <a:schemeClr val="bg2">
                  <a:lumMod val="1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272" name="Google Shape;161;p1">
              <a:extLst>
                <a:ext uri="{FF2B5EF4-FFF2-40B4-BE49-F238E27FC236}">
                  <a16:creationId xmlns:a16="http://schemas.microsoft.com/office/drawing/2014/main" id="{F68E2126-5FAD-DA7E-3F52-C4A869AD0E6F}"/>
                </a:ext>
              </a:extLst>
            </p:cNvPr>
            <p:cNvSpPr/>
            <p:nvPr/>
          </p:nvSpPr>
          <p:spPr>
            <a:xfrm>
              <a:off x="13699427" y="5306906"/>
              <a:ext cx="192300" cy="198000"/>
            </a:xfrm>
            <a:prstGeom prst="ellipse">
              <a:avLst/>
            </a:prstGeom>
            <a:solidFill>
              <a:schemeClr val="accent3"/>
            </a:solidFill>
            <a:ln w="9525" cap="flat" cmpd="sng">
              <a:solidFill>
                <a:schemeClr val="bg2">
                  <a:lumMod val="1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273" name="Google Shape;162;p1">
              <a:extLst>
                <a:ext uri="{FF2B5EF4-FFF2-40B4-BE49-F238E27FC236}">
                  <a16:creationId xmlns:a16="http://schemas.microsoft.com/office/drawing/2014/main" id="{9CA003DD-66DF-FF3C-C66D-5A6050BEE657}"/>
                </a:ext>
              </a:extLst>
            </p:cNvPr>
            <p:cNvSpPr/>
            <p:nvPr/>
          </p:nvSpPr>
          <p:spPr>
            <a:xfrm>
              <a:off x="12990598" y="5644267"/>
              <a:ext cx="192300" cy="198000"/>
            </a:xfrm>
            <a:prstGeom prst="ellipse">
              <a:avLst/>
            </a:prstGeom>
            <a:solidFill>
              <a:schemeClr val="accent3"/>
            </a:solidFill>
            <a:ln w="9525" cap="flat" cmpd="sng">
              <a:solidFill>
                <a:schemeClr val="bg2">
                  <a:lumMod val="1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274" name="Google Shape;163;p1">
              <a:extLst>
                <a:ext uri="{FF2B5EF4-FFF2-40B4-BE49-F238E27FC236}">
                  <a16:creationId xmlns:a16="http://schemas.microsoft.com/office/drawing/2014/main" id="{BE99CD3F-6AE1-501F-7ADD-CF9F8D215921}"/>
                </a:ext>
              </a:extLst>
            </p:cNvPr>
            <p:cNvSpPr/>
            <p:nvPr/>
          </p:nvSpPr>
          <p:spPr>
            <a:xfrm>
              <a:off x="13261106" y="6564434"/>
              <a:ext cx="328200" cy="336900"/>
            </a:xfrm>
            <a:prstGeom prst="ellipse">
              <a:avLst/>
            </a:prstGeom>
            <a:grpFill/>
            <a:ln w="9525" cap="flat" cmpd="sng">
              <a:solidFill>
                <a:schemeClr val="bg2">
                  <a:lumMod val="1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275" name="Google Shape;164;p1">
              <a:extLst>
                <a:ext uri="{FF2B5EF4-FFF2-40B4-BE49-F238E27FC236}">
                  <a16:creationId xmlns:a16="http://schemas.microsoft.com/office/drawing/2014/main" id="{E473325E-ABE1-9957-9910-E7BA1EABAD3F}"/>
                </a:ext>
              </a:extLst>
            </p:cNvPr>
            <p:cNvSpPr/>
            <p:nvPr/>
          </p:nvSpPr>
          <p:spPr>
            <a:xfrm>
              <a:off x="12889483" y="6773136"/>
              <a:ext cx="192300" cy="198000"/>
            </a:xfrm>
            <a:prstGeom prst="ellipse">
              <a:avLst/>
            </a:prstGeom>
            <a:grpFill/>
            <a:ln w="9525" cap="flat" cmpd="sng">
              <a:solidFill>
                <a:schemeClr val="bg2">
                  <a:lumMod val="1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276" name="Google Shape;165;p1">
              <a:extLst>
                <a:ext uri="{FF2B5EF4-FFF2-40B4-BE49-F238E27FC236}">
                  <a16:creationId xmlns:a16="http://schemas.microsoft.com/office/drawing/2014/main" id="{D6102D26-1558-ECCC-906C-F6EBBED99D53}"/>
                </a:ext>
              </a:extLst>
            </p:cNvPr>
            <p:cNvSpPr/>
            <p:nvPr/>
          </p:nvSpPr>
          <p:spPr>
            <a:xfrm>
              <a:off x="13324166" y="6099152"/>
              <a:ext cx="192300" cy="198000"/>
            </a:xfrm>
            <a:prstGeom prst="ellipse">
              <a:avLst/>
            </a:prstGeom>
            <a:solidFill>
              <a:schemeClr val="accent3"/>
            </a:solidFill>
            <a:ln w="9525" cap="flat" cmpd="sng">
              <a:solidFill>
                <a:schemeClr val="bg2">
                  <a:lumMod val="1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277" name="Google Shape;166;p1">
              <a:extLst>
                <a:ext uri="{FF2B5EF4-FFF2-40B4-BE49-F238E27FC236}">
                  <a16:creationId xmlns:a16="http://schemas.microsoft.com/office/drawing/2014/main" id="{BDFEABD3-D2FE-08E1-953B-FF3A6FA9E0E2}"/>
                </a:ext>
              </a:extLst>
            </p:cNvPr>
            <p:cNvSpPr/>
            <p:nvPr/>
          </p:nvSpPr>
          <p:spPr>
            <a:xfrm>
              <a:off x="11468140" y="5576165"/>
              <a:ext cx="305700" cy="308400"/>
            </a:xfrm>
            <a:prstGeom prst="ellipse">
              <a:avLst/>
            </a:prstGeom>
            <a:solidFill>
              <a:schemeClr val="accent3"/>
            </a:solidFill>
            <a:ln w="17925" cap="flat" cmpd="sng">
              <a:solidFill>
                <a:schemeClr val="bg2">
                  <a:lumMod val="1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278" name="Google Shape;167;p1">
              <a:extLst>
                <a:ext uri="{FF2B5EF4-FFF2-40B4-BE49-F238E27FC236}">
                  <a16:creationId xmlns:a16="http://schemas.microsoft.com/office/drawing/2014/main" id="{B99FB95B-6CA3-2EA5-BD10-A3D6B7AB7200}"/>
                </a:ext>
              </a:extLst>
            </p:cNvPr>
            <p:cNvSpPr/>
            <p:nvPr/>
          </p:nvSpPr>
          <p:spPr>
            <a:xfrm>
              <a:off x="10719482" y="5925385"/>
              <a:ext cx="192300" cy="198000"/>
            </a:xfrm>
            <a:prstGeom prst="ellipse">
              <a:avLst/>
            </a:prstGeom>
            <a:solidFill>
              <a:schemeClr val="accent3"/>
            </a:solidFill>
            <a:ln w="9525" cap="flat" cmpd="sng">
              <a:solidFill>
                <a:schemeClr val="bg2">
                  <a:lumMod val="1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279" name="Google Shape;168;p1">
              <a:extLst>
                <a:ext uri="{FF2B5EF4-FFF2-40B4-BE49-F238E27FC236}">
                  <a16:creationId xmlns:a16="http://schemas.microsoft.com/office/drawing/2014/main" id="{957D4E29-2384-E11E-967F-7C5D960C4805}"/>
                </a:ext>
              </a:extLst>
            </p:cNvPr>
            <p:cNvSpPr/>
            <p:nvPr/>
          </p:nvSpPr>
          <p:spPr>
            <a:xfrm>
              <a:off x="11061232" y="5405652"/>
              <a:ext cx="192300" cy="198000"/>
            </a:xfrm>
            <a:prstGeom prst="ellipse">
              <a:avLst/>
            </a:prstGeom>
            <a:grpFill/>
            <a:ln w="9525" cap="flat" cmpd="sng">
              <a:solidFill>
                <a:schemeClr val="bg2">
                  <a:lumMod val="1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280" name="Google Shape;169;p1">
              <a:extLst>
                <a:ext uri="{FF2B5EF4-FFF2-40B4-BE49-F238E27FC236}">
                  <a16:creationId xmlns:a16="http://schemas.microsoft.com/office/drawing/2014/main" id="{845D17AE-B75E-5399-EBBF-7FFC1B93D1DE}"/>
                </a:ext>
              </a:extLst>
            </p:cNvPr>
            <p:cNvSpPr/>
            <p:nvPr/>
          </p:nvSpPr>
          <p:spPr>
            <a:xfrm>
              <a:off x="10592773" y="6139937"/>
              <a:ext cx="274500" cy="276300"/>
            </a:xfrm>
            <a:prstGeom prst="ellipse">
              <a:avLst/>
            </a:prstGeom>
            <a:solidFill>
              <a:schemeClr val="accent3"/>
            </a:solidFill>
            <a:ln w="9525" cap="flat" cmpd="sng">
              <a:solidFill>
                <a:schemeClr val="bg2">
                  <a:lumMod val="1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281" name="Google Shape;170;p1">
              <a:extLst>
                <a:ext uri="{FF2B5EF4-FFF2-40B4-BE49-F238E27FC236}">
                  <a16:creationId xmlns:a16="http://schemas.microsoft.com/office/drawing/2014/main" id="{88DD6884-1A3C-7E08-85AA-6617B54E413B}"/>
                </a:ext>
              </a:extLst>
            </p:cNvPr>
            <p:cNvSpPr/>
            <p:nvPr/>
          </p:nvSpPr>
          <p:spPr>
            <a:xfrm>
              <a:off x="11037864" y="6333062"/>
              <a:ext cx="192300" cy="198000"/>
            </a:xfrm>
            <a:prstGeom prst="ellipse">
              <a:avLst/>
            </a:prstGeom>
            <a:grpFill/>
            <a:ln w="9525" cap="flat" cmpd="sng">
              <a:solidFill>
                <a:schemeClr val="bg2">
                  <a:lumMod val="1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282" name="Google Shape;171;p1">
              <a:extLst>
                <a:ext uri="{FF2B5EF4-FFF2-40B4-BE49-F238E27FC236}">
                  <a16:creationId xmlns:a16="http://schemas.microsoft.com/office/drawing/2014/main" id="{22AAB6E7-705E-25F9-8CC3-C5031275723B}"/>
                </a:ext>
              </a:extLst>
            </p:cNvPr>
            <p:cNvSpPr/>
            <p:nvPr/>
          </p:nvSpPr>
          <p:spPr>
            <a:xfrm>
              <a:off x="11449106" y="6300040"/>
              <a:ext cx="553500" cy="567900"/>
            </a:xfrm>
            <a:prstGeom prst="ellipse">
              <a:avLst/>
            </a:prstGeom>
            <a:solidFill>
              <a:schemeClr val="accent3"/>
            </a:solidFill>
            <a:ln w="26900" cap="flat" cmpd="sng">
              <a:solidFill>
                <a:schemeClr val="bg2">
                  <a:lumMod val="1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cxnSp>
          <p:nvCxnSpPr>
            <p:cNvPr id="283" name="Google Shape;172;p1">
              <a:extLst>
                <a:ext uri="{FF2B5EF4-FFF2-40B4-BE49-F238E27FC236}">
                  <a16:creationId xmlns:a16="http://schemas.microsoft.com/office/drawing/2014/main" id="{24240668-381D-39FD-B921-A75F2D8EEEE7}"/>
                </a:ext>
              </a:extLst>
            </p:cNvPr>
            <p:cNvCxnSpPr>
              <a:stCxn id="268" idx="2"/>
              <a:endCxn id="277" idx="6"/>
            </p:cNvCxnSpPr>
            <p:nvPr/>
          </p:nvCxnSpPr>
          <p:spPr>
            <a:xfrm flipH="1">
              <a:off x="11773943" y="5649161"/>
              <a:ext cx="463800" cy="81300"/>
            </a:xfrm>
            <a:prstGeom prst="straightConnector1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  <a:headEnd type="none" w="sm" len="sm"/>
              <a:tailEnd type="stealth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4" name="Google Shape;173;p1">
              <a:extLst>
                <a:ext uri="{FF2B5EF4-FFF2-40B4-BE49-F238E27FC236}">
                  <a16:creationId xmlns:a16="http://schemas.microsoft.com/office/drawing/2014/main" id="{B2076A06-2094-507F-4996-CCEE18B62A2E}"/>
                </a:ext>
              </a:extLst>
            </p:cNvPr>
            <p:cNvCxnSpPr>
              <a:stCxn id="277" idx="2"/>
              <a:endCxn id="296" idx="6"/>
            </p:cNvCxnSpPr>
            <p:nvPr/>
          </p:nvCxnSpPr>
          <p:spPr>
            <a:xfrm flipH="1">
              <a:off x="11113540" y="5730365"/>
              <a:ext cx="354600" cy="30600"/>
            </a:xfrm>
            <a:prstGeom prst="straightConnector1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  <a:headEnd type="none" w="sm" len="sm"/>
              <a:tailEnd type="stealth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5" name="Google Shape;175;p1">
              <a:extLst>
                <a:ext uri="{FF2B5EF4-FFF2-40B4-BE49-F238E27FC236}">
                  <a16:creationId xmlns:a16="http://schemas.microsoft.com/office/drawing/2014/main" id="{6FFA1C8E-C9E4-D100-69F2-5175F4569757}"/>
                </a:ext>
              </a:extLst>
            </p:cNvPr>
            <p:cNvCxnSpPr>
              <a:stCxn id="282" idx="1"/>
              <a:endCxn id="293" idx="5"/>
            </p:cNvCxnSpPr>
            <p:nvPr/>
          </p:nvCxnSpPr>
          <p:spPr>
            <a:xfrm rot="10800000">
              <a:off x="11390064" y="6170507"/>
              <a:ext cx="140100" cy="212700"/>
            </a:xfrm>
            <a:prstGeom prst="straightConnector1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  <a:headEnd type="none" w="sm" len="sm"/>
              <a:tailEnd type="stealth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6" name="Google Shape;177;p1">
              <a:extLst>
                <a:ext uri="{FF2B5EF4-FFF2-40B4-BE49-F238E27FC236}">
                  <a16:creationId xmlns:a16="http://schemas.microsoft.com/office/drawing/2014/main" id="{732EEBF3-99C6-02FC-72E3-8FEB321EE50B}"/>
                </a:ext>
              </a:extLst>
            </p:cNvPr>
            <p:cNvCxnSpPr>
              <a:stCxn id="282" idx="2"/>
              <a:endCxn id="281" idx="5"/>
            </p:cNvCxnSpPr>
            <p:nvPr/>
          </p:nvCxnSpPr>
          <p:spPr>
            <a:xfrm rot="10800000">
              <a:off x="11201906" y="6502090"/>
              <a:ext cx="247200" cy="81900"/>
            </a:xfrm>
            <a:prstGeom prst="straightConnector1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  <a:headEnd type="none" w="sm" len="sm"/>
              <a:tailEnd type="stealth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7" name="Google Shape;178;p1">
              <a:extLst>
                <a:ext uri="{FF2B5EF4-FFF2-40B4-BE49-F238E27FC236}">
                  <a16:creationId xmlns:a16="http://schemas.microsoft.com/office/drawing/2014/main" id="{9C417426-89FF-3828-9B0E-BA67BADF0381}"/>
                </a:ext>
              </a:extLst>
            </p:cNvPr>
            <p:cNvCxnSpPr>
              <a:stCxn id="281" idx="2"/>
              <a:endCxn id="280" idx="6"/>
            </p:cNvCxnSpPr>
            <p:nvPr/>
          </p:nvCxnSpPr>
          <p:spPr>
            <a:xfrm rot="10800000">
              <a:off x="10867164" y="6278162"/>
              <a:ext cx="170700" cy="153900"/>
            </a:xfrm>
            <a:prstGeom prst="straightConnector1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  <a:headEnd type="none" w="sm" len="sm"/>
              <a:tailEnd type="stealth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8" name="Google Shape;179;p1">
              <a:extLst>
                <a:ext uri="{FF2B5EF4-FFF2-40B4-BE49-F238E27FC236}">
                  <a16:creationId xmlns:a16="http://schemas.microsoft.com/office/drawing/2014/main" id="{154AA376-00CF-F34A-2DEF-9DD462E8C235}"/>
                </a:ext>
              </a:extLst>
            </p:cNvPr>
            <p:cNvCxnSpPr>
              <a:stCxn id="293" idx="2"/>
              <a:endCxn id="278" idx="5"/>
            </p:cNvCxnSpPr>
            <p:nvPr/>
          </p:nvCxnSpPr>
          <p:spPr>
            <a:xfrm rot="10800000">
              <a:off x="10883737" y="6094319"/>
              <a:ext cx="342300" cy="6300"/>
            </a:xfrm>
            <a:prstGeom prst="straightConnector1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  <a:headEnd type="none" w="sm" len="sm"/>
              <a:tailEnd type="stealth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9" name="Google Shape;180;p1">
              <a:extLst>
                <a:ext uri="{FF2B5EF4-FFF2-40B4-BE49-F238E27FC236}">
                  <a16:creationId xmlns:a16="http://schemas.microsoft.com/office/drawing/2014/main" id="{A9324A7D-7412-5652-400F-9F739B088678}"/>
                </a:ext>
              </a:extLst>
            </p:cNvPr>
            <p:cNvCxnSpPr>
              <a:stCxn id="277" idx="1"/>
              <a:endCxn id="279" idx="5"/>
            </p:cNvCxnSpPr>
            <p:nvPr/>
          </p:nvCxnSpPr>
          <p:spPr>
            <a:xfrm rot="10800000">
              <a:off x="11225509" y="5574529"/>
              <a:ext cx="287400" cy="46800"/>
            </a:xfrm>
            <a:prstGeom prst="straightConnector1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  <a:headEnd type="none" w="sm" len="sm"/>
              <a:tailEnd type="stealth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0" name="Google Shape;181;p1">
              <a:extLst>
                <a:ext uri="{FF2B5EF4-FFF2-40B4-BE49-F238E27FC236}">
                  <a16:creationId xmlns:a16="http://schemas.microsoft.com/office/drawing/2014/main" id="{7DC24167-7B38-391F-66C6-5E5D26D540A2}"/>
                </a:ext>
              </a:extLst>
            </p:cNvPr>
            <p:cNvCxnSpPr>
              <a:stCxn id="304" idx="2"/>
              <a:endCxn id="293" idx="6"/>
            </p:cNvCxnSpPr>
            <p:nvPr/>
          </p:nvCxnSpPr>
          <p:spPr>
            <a:xfrm flipH="1">
              <a:off x="11418366" y="5897435"/>
              <a:ext cx="710100" cy="203100"/>
            </a:xfrm>
            <a:prstGeom prst="straightConnector1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  <a:headEnd type="none" w="sm" len="sm"/>
              <a:tailEnd type="stealth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1" name="Google Shape;183;p1">
              <a:extLst>
                <a:ext uri="{FF2B5EF4-FFF2-40B4-BE49-F238E27FC236}">
                  <a16:creationId xmlns:a16="http://schemas.microsoft.com/office/drawing/2014/main" id="{175572A3-2B6F-7C8B-3CC4-C05EDBBA89F8}"/>
                </a:ext>
              </a:extLst>
            </p:cNvPr>
            <p:cNvCxnSpPr>
              <a:stCxn id="304" idx="2"/>
              <a:endCxn id="278" idx="6"/>
            </p:cNvCxnSpPr>
            <p:nvPr/>
          </p:nvCxnSpPr>
          <p:spPr>
            <a:xfrm flipH="1">
              <a:off x="10911666" y="5897435"/>
              <a:ext cx="1216800" cy="126900"/>
            </a:xfrm>
            <a:prstGeom prst="straightConnector1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  <a:headEnd type="none" w="sm" len="sm"/>
              <a:tailEnd type="stealth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93" name="Google Shape;176;p1">
              <a:extLst>
                <a:ext uri="{FF2B5EF4-FFF2-40B4-BE49-F238E27FC236}">
                  <a16:creationId xmlns:a16="http://schemas.microsoft.com/office/drawing/2014/main" id="{D25C5CFA-0E16-12F4-D7B6-CAAD5EFF84EE}"/>
                </a:ext>
              </a:extLst>
            </p:cNvPr>
            <p:cNvSpPr/>
            <p:nvPr/>
          </p:nvSpPr>
          <p:spPr>
            <a:xfrm>
              <a:off x="11226037" y="6001619"/>
              <a:ext cx="192300" cy="198000"/>
            </a:xfrm>
            <a:prstGeom prst="ellipse">
              <a:avLst/>
            </a:prstGeom>
            <a:grpFill/>
            <a:ln w="9525" cap="flat" cmpd="sng">
              <a:solidFill>
                <a:schemeClr val="bg2">
                  <a:lumMod val="1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cxnSp>
          <p:nvCxnSpPr>
            <p:cNvPr id="294" name="Google Shape;184;p1">
              <a:extLst>
                <a:ext uri="{FF2B5EF4-FFF2-40B4-BE49-F238E27FC236}">
                  <a16:creationId xmlns:a16="http://schemas.microsoft.com/office/drawing/2014/main" id="{0F74BCA8-2C10-8539-73BB-1C20717151CA}"/>
                </a:ext>
              </a:extLst>
            </p:cNvPr>
            <p:cNvCxnSpPr>
              <a:stCxn id="268" idx="2"/>
              <a:endCxn id="281" idx="7"/>
            </p:cNvCxnSpPr>
            <p:nvPr/>
          </p:nvCxnSpPr>
          <p:spPr>
            <a:xfrm flipH="1">
              <a:off x="11202143" y="5649161"/>
              <a:ext cx="1035600" cy="712800"/>
            </a:xfrm>
            <a:prstGeom prst="straightConnector1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  <a:headEnd type="none" w="sm" len="sm"/>
              <a:tailEnd type="stealth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5" name="Google Shape;185;p1">
              <a:extLst>
                <a:ext uri="{FF2B5EF4-FFF2-40B4-BE49-F238E27FC236}">
                  <a16:creationId xmlns:a16="http://schemas.microsoft.com/office/drawing/2014/main" id="{C48AFFAE-B5F8-2607-E554-8B0D01E2FA2A}"/>
                </a:ext>
              </a:extLst>
            </p:cNvPr>
            <p:cNvCxnSpPr>
              <a:stCxn id="268" idx="5"/>
              <a:endCxn id="274" idx="1"/>
            </p:cNvCxnSpPr>
            <p:nvPr/>
          </p:nvCxnSpPr>
          <p:spPr>
            <a:xfrm>
              <a:off x="12401881" y="5719165"/>
              <a:ext cx="907200" cy="894600"/>
            </a:xfrm>
            <a:prstGeom prst="straightConnector1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  <a:headEnd type="none" w="sm" len="sm"/>
              <a:tailEnd type="stealth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96" name="Google Shape;174;p1">
              <a:extLst>
                <a:ext uri="{FF2B5EF4-FFF2-40B4-BE49-F238E27FC236}">
                  <a16:creationId xmlns:a16="http://schemas.microsoft.com/office/drawing/2014/main" id="{B72C961B-155F-6608-BAA9-797FB5891BC9}"/>
                </a:ext>
              </a:extLst>
            </p:cNvPr>
            <p:cNvSpPr/>
            <p:nvPr/>
          </p:nvSpPr>
          <p:spPr>
            <a:xfrm>
              <a:off x="10921235" y="5662025"/>
              <a:ext cx="192300" cy="198000"/>
            </a:xfrm>
            <a:prstGeom prst="ellipse">
              <a:avLst/>
            </a:prstGeom>
            <a:grpFill/>
            <a:ln w="9525" cap="flat" cmpd="sng">
              <a:solidFill>
                <a:schemeClr val="bg2">
                  <a:lumMod val="1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cxnSp>
          <p:nvCxnSpPr>
            <p:cNvPr id="297" name="Google Shape;186;p1">
              <a:extLst>
                <a:ext uri="{FF2B5EF4-FFF2-40B4-BE49-F238E27FC236}">
                  <a16:creationId xmlns:a16="http://schemas.microsoft.com/office/drawing/2014/main" id="{CD7D0E44-9B31-539C-AA4C-F4B155C35A5B}"/>
                </a:ext>
              </a:extLst>
            </p:cNvPr>
            <p:cNvCxnSpPr>
              <a:stCxn id="304" idx="2"/>
              <a:endCxn id="281" idx="6"/>
            </p:cNvCxnSpPr>
            <p:nvPr/>
          </p:nvCxnSpPr>
          <p:spPr>
            <a:xfrm flipH="1">
              <a:off x="11230266" y="5897435"/>
              <a:ext cx="898200" cy="534600"/>
            </a:xfrm>
            <a:prstGeom prst="straightConnector1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  <a:headEnd type="none" w="sm" len="sm"/>
              <a:tailEnd type="stealth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8" name="Google Shape;187;p1">
              <a:extLst>
                <a:ext uri="{FF2B5EF4-FFF2-40B4-BE49-F238E27FC236}">
                  <a16:creationId xmlns:a16="http://schemas.microsoft.com/office/drawing/2014/main" id="{9ECA801F-5E58-7FE6-34AC-FC6875EA9BAA}"/>
                </a:ext>
              </a:extLst>
            </p:cNvPr>
            <p:cNvCxnSpPr>
              <a:stCxn id="302" idx="6"/>
              <a:endCxn id="273" idx="2"/>
            </p:cNvCxnSpPr>
            <p:nvPr/>
          </p:nvCxnSpPr>
          <p:spPr>
            <a:xfrm rot="10800000" flipH="1">
              <a:off x="12553633" y="5743151"/>
              <a:ext cx="437100" cy="199800"/>
            </a:xfrm>
            <a:prstGeom prst="straightConnector1">
              <a:avLst/>
            </a:prstGeom>
            <a:grpFill/>
            <a:ln w="9525" cap="flat" cmpd="sng">
              <a:solidFill>
                <a:schemeClr val="bg2">
                  <a:lumMod val="10000"/>
                </a:schemeClr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299" name="Google Shape;189;p1">
              <a:extLst>
                <a:ext uri="{FF2B5EF4-FFF2-40B4-BE49-F238E27FC236}">
                  <a16:creationId xmlns:a16="http://schemas.microsoft.com/office/drawing/2014/main" id="{B0E5706D-52D8-A2FD-B10F-DEAA2163AD5F}"/>
                </a:ext>
              </a:extLst>
            </p:cNvPr>
            <p:cNvCxnSpPr>
              <a:stCxn id="273" idx="7"/>
              <a:endCxn id="271" idx="2"/>
            </p:cNvCxnSpPr>
            <p:nvPr/>
          </p:nvCxnSpPr>
          <p:spPr>
            <a:xfrm rot="10800000" flipH="1">
              <a:off x="13154736" y="5621063"/>
              <a:ext cx="162600" cy="52200"/>
            </a:xfrm>
            <a:prstGeom prst="straightConnector1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  <a:headEnd type="none" w="sm" len="sm"/>
              <a:tailEnd type="stealth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0" name="Google Shape;190;p1">
              <a:extLst>
                <a:ext uri="{FF2B5EF4-FFF2-40B4-BE49-F238E27FC236}">
                  <a16:creationId xmlns:a16="http://schemas.microsoft.com/office/drawing/2014/main" id="{FAF90A23-5AD7-062E-8A30-53957E367500}"/>
                </a:ext>
              </a:extLst>
            </p:cNvPr>
            <p:cNvCxnSpPr>
              <a:stCxn id="271" idx="6"/>
              <a:endCxn id="272" idx="2"/>
            </p:cNvCxnSpPr>
            <p:nvPr/>
          </p:nvCxnSpPr>
          <p:spPr>
            <a:xfrm rot="10800000" flipH="1">
              <a:off x="13509582" y="5405984"/>
              <a:ext cx="189900" cy="215100"/>
            </a:xfrm>
            <a:prstGeom prst="straightConnector1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  <a:headEnd type="none" w="sm" len="sm"/>
              <a:tailEnd type="stealth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1" name="Google Shape;191;p1">
              <a:extLst>
                <a:ext uri="{FF2B5EF4-FFF2-40B4-BE49-F238E27FC236}">
                  <a16:creationId xmlns:a16="http://schemas.microsoft.com/office/drawing/2014/main" id="{BAB49773-7128-291E-D1D0-F7CC7BA78B92}"/>
                </a:ext>
              </a:extLst>
            </p:cNvPr>
            <p:cNvCxnSpPr>
              <a:stCxn id="268" idx="6"/>
              <a:endCxn id="269" idx="2"/>
            </p:cNvCxnSpPr>
            <p:nvPr/>
          </p:nvCxnSpPr>
          <p:spPr>
            <a:xfrm rot="10800000" flipH="1">
              <a:off x="12430043" y="5497061"/>
              <a:ext cx="560700" cy="152100"/>
            </a:xfrm>
            <a:prstGeom prst="straightConnector1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  <a:headEnd type="none" w="sm" len="sm"/>
              <a:tailEnd type="stealth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02" name="Google Shape;188;p1">
              <a:extLst>
                <a:ext uri="{FF2B5EF4-FFF2-40B4-BE49-F238E27FC236}">
                  <a16:creationId xmlns:a16="http://schemas.microsoft.com/office/drawing/2014/main" id="{D462EEF4-1177-7139-6E06-B282A5AA9568}"/>
                </a:ext>
              </a:extLst>
            </p:cNvPr>
            <p:cNvSpPr/>
            <p:nvPr/>
          </p:nvSpPr>
          <p:spPr>
            <a:xfrm>
              <a:off x="12361333" y="5843951"/>
              <a:ext cx="192300" cy="198000"/>
            </a:xfrm>
            <a:prstGeom prst="ellipse">
              <a:avLst/>
            </a:prstGeom>
            <a:solidFill>
              <a:schemeClr val="accent3"/>
            </a:solidFill>
            <a:ln w="9525" cap="flat" cmpd="sng">
              <a:solidFill>
                <a:schemeClr val="bg2">
                  <a:lumMod val="1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cxnSp>
          <p:nvCxnSpPr>
            <p:cNvPr id="303" name="Google Shape;192;p1">
              <a:extLst>
                <a:ext uri="{FF2B5EF4-FFF2-40B4-BE49-F238E27FC236}">
                  <a16:creationId xmlns:a16="http://schemas.microsoft.com/office/drawing/2014/main" id="{C1973C9B-0FCD-014F-DB2A-3F92E3B33266}"/>
                </a:ext>
              </a:extLst>
            </p:cNvPr>
            <p:cNvCxnSpPr>
              <a:stCxn id="269" idx="7"/>
              <a:endCxn id="270" idx="2"/>
            </p:cNvCxnSpPr>
            <p:nvPr/>
          </p:nvCxnSpPr>
          <p:spPr>
            <a:xfrm rot="10800000" flipH="1">
              <a:off x="13154747" y="5328685"/>
              <a:ext cx="174300" cy="98400"/>
            </a:xfrm>
            <a:prstGeom prst="straightConnector1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  <a:headEnd type="none" w="sm" len="sm"/>
              <a:tailEnd type="stealth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04" name="Google Shape;182;p1">
              <a:extLst>
                <a:ext uri="{FF2B5EF4-FFF2-40B4-BE49-F238E27FC236}">
                  <a16:creationId xmlns:a16="http://schemas.microsoft.com/office/drawing/2014/main" id="{378332B6-9018-97A5-9D4F-E240D14C1769}"/>
                </a:ext>
              </a:extLst>
            </p:cNvPr>
            <p:cNvSpPr/>
            <p:nvPr/>
          </p:nvSpPr>
          <p:spPr>
            <a:xfrm>
              <a:off x="12128466" y="5798435"/>
              <a:ext cx="192300" cy="198000"/>
            </a:xfrm>
            <a:prstGeom prst="ellipse">
              <a:avLst/>
            </a:prstGeom>
            <a:grpFill/>
            <a:ln w="9525" cap="flat" cmpd="sng">
              <a:solidFill>
                <a:schemeClr val="bg2">
                  <a:lumMod val="1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cxnSp>
          <p:nvCxnSpPr>
            <p:cNvPr id="305" name="Google Shape;193;p1">
              <a:extLst>
                <a:ext uri="{FF2B5EF4-FFF2-40B4-BE49-F238E27FC236}">
                  <a16:creationId xmlns:a16="http://schemas.microsoft.com/office/drawing/2014/main" id="{05774CBB-DC9E-4E7D-5678-54DE936DF589}"/>
                </a:ext>
              </a:extLst>
            </p:cNvPr>
            <p:cNvCxnSpPr>
              <a:stCxn id="282" idx="6"/>
              <a:endCxn id="274" idx="2"/>
            </p:cNvCxnSpPr>
            <p:nvPr/>
          </p:nvCxnSpPr>
          <p:spPr>
            <a:xfrm>
              <a:off x="12002606" y="6583990"/>
              <a:ext cx="1258500" cy="148800"/>
            </a:xfrm>
            <a:prstGeom prst="straightConnector1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  <a:headEnd type="stealth" w="med" len="med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6" name="Google Shape;194;p1">
              <a:extLst>
                <a:ext uri="{FF2B5EF4-FFF2-40B4-BE49-F238E27FC236}">
                  <a16:creationId xmlns:a16="http://schemas.microsoft.com/office/drawing/2014/main" id="{9F0DA409-BB80-0273-67FA-2F474C4DEC55}"/>
                </a:ext>
              </a:extLst>
            </p:cNvPr>
            <p:cNvCxnSpPr>
              <a:stCxn id="275" idx="1"/>
              <a:endCxn id="277" idx="5"/>
            </p:cNvCxnSpPr>
            <p:nvPr/>
          </p:nvCxnSpPr>
          <p:spPr>
            <a:xfrm rot="10800000">
              <a:off x="11729045" y="5839432"/>
              <a:ext cx="1188600" cy="962700"/>
            </a:xfrm>
            <a:prstGeom prst="straightConnector1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  <a:headEnd type="none" w="sm" len="sm"/>
              <a:tailEnd type="stealth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7" name="Google Shape;195;p1">
              <a:extLst>
                <a:ext uri="{FF2B5EF4-FFF2-40B4-BE49-F238E27FC236}">
                  <a16:creationId xmlns:a16="http://schemas.microsoft.com/office/drawing/2014/main" id="{6A28F714-F723-1C72-1FE8-E1EEDE2107F0}"/>
                </a:ext>
              </a:extLst>
            </p:cNvPr>
            <p:cNvCxnSpPr>
              <a:stCxn id="304" idx="3"/>
              <a:endCxn id="282" idx="7"/>
            </p:cNvCxnSpPr>
            <p:nvPr/>
          </p:nvCxnSpPr>
          <p:spPr>
            <a:xfrm flipH="1">
              <a:off x="11921428" y="5967439"/>
              <a:ext cx="235200" cy="415800"/>
            </a:xfrm>
            <a:prstGeom prst="straightConnector1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  <a:headEnd type="none" w="sm" len="sm"/>
              <a:tailEnd type="stealth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8" name="Google Shape;196;p1">
              <a:extLst>
                <a:ext uri="{FF2B5EF4-FFF2-40B4-BE49-F238E27FC236}">
                  <a16:creationId xmlns:a16="http://schemas.microsoft.com/office/drawing/2014/main" id="{01D6E4EB-197A-F582-6E00-AEF4117259C2}"/>
                </a:ext>
              </a:extLst>
            </p:cNvPr>
            <p:cNvCxnSpPr>
              <a:stCxn id="302" idx="5"/>
              <a:endCxn id="275" idx="1"/>
            </p:cNvCxnSpPr>
            <p:nvPr/>
          </p:nvCxnSpPr>
          <p:spPr>
            <a:xfrm>
              <a:off x="12525471" y="6012955"/>
              <a:ext cx="392100" cy="789300"/>
            </a:xfrm>
            <a:prstGeom prst="straightConnector1">
              <a:avLst/>
            </a:prstGeom>
            <a:grpFill/>
            <a:ln w="9525" cap="flat" cmpd="sng">
              <a:solidFill>
                <a:schemeClr val="bg2">
                  <a:lumMod val="10000"/>
                </a:schemeClr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309" name="Google Shape;197;p1">
              <a:extLst>
                <a:ext uri="{FF2B5EF4-FFF2-40B4-BE49-F238E27FC236}">
                  <a16:creationId xmlns:a16="http://schemas.microsoft.com/office/drawing/2014/main" id="{F6850FDB-4611-0B12-AB22-A47C1CF59FCF}"/>
                </a:ext>
              </a:extLst>
            </p:cNvPr>
            <p:cNvCxnSpPr>
              <a:stCxn id="268" idx="6"/>
              <a:endCxn id="273" idx="2"/>
            </p:cNvCxnSpPr>
            <p:nvPr/>
          </p:nvCxnSpPr>
          <p:spPr>
            <a:xfrm>
              <a:off x="12430043" y="5649161"/>
              <a:ext cx="560700" cy="94200"/>
            </a:xfrm>
            <a:prstGeom prst="straightConnector1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  <a:headEnd type="none" w="sm" len="sm"/>
              <a:tailEnd type="stealth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0" name="Google Shape;198;p1">
              <a:extLst>
                <a:ext uri="{FF2B5EF4-FFF2-40B4-BE49-F238E27FC236}">
                  <a16:creationId xmlns:a16="http://schemas.microsoft.com/office/drawing/2014/main" id="{48110CCC-BDF0-809B-1194-D07AFA2296AA}"/>
                </a:ext>
              </a:extLst>
            </p:cNvPr>
            <p:cNvCxnSpPr>
              <a:stCxn id="302" idx="6"/>
              <a:endCxn id="276" idx="2"/>
            </p:cNvCxnSpPr>
            <p:nvPr/>
          </p:nvCxnSpPr>
          <p:spPr>
            <a:xfrm>
              <a:off x="12553633" y="5942951"/>
              <a:ext cx="770400" cy="255300"/>
            </a:xfrm>
            <a:prstGeom prst="straightConnector1">
              <a:avLst/>
            </a:prstGeom>
            <a:grpFill/>
            <a:ln w="9525" cap="flat" cmpd="sng">
              <a:solidFill>
                <a:schemeClr val="bg2">
                  <a:lumMod val="10000"/>
                </a:schemeClr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311" name="Google Shape;199;p1">
              <a:extLst>
                <a:ext uri="{FF2B5EF4-FFF2-40B4-BE49-F238E27FC236}">
                  <a16:creationId xmlns:a16="http://schemas.microsoft.com/office/drawing/2014/main" id="{AE76360C-5D8D-10B7-94B3-693F940A41C5}"/>
                </a:ext>
              </a:extLst>
            </p:cNvPr>
            <p:cNvCxnSpPr>
              <a:stCxn id="302" idx="3"/>
              <a:endCxn id="282" idx="7"/>
            </p:cNvCxnSpPr>
            <p:nvPr/>
          </p:nvCxnSpPr>
          <p:spPr>
            <a:xfrm flipH="1">
              <a:off x="11921495" y="6012955"/>
              <a:ext cx="468000" cy="370200"/>
            </a:xfrm>
            <a:prstGeom prst="straightConnector1">
              <a:avLst/>
            </a:prstGeom>
            <a:grpFill/>
            <a:ln w="9525" cap="flat" cmpd="sng">
              <a:solidFill>
                <a:schemeClr val="bg2">
                  <a:lumMod val="10000"/>
                </a:schemeClr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315" name="Google Shape;200;p1">
              <a:extLst>
                <a:ext uri="{FF2B5EF4-FFF2-40B4-BE49-F238E27FC236}">
                  <a16:creationId xmlns:a16="http://schemas.microsoft.com/office/drawing/2014/main" id="{0896C858-B5E6-7987-6A67-223A72530504}"/>
                </a:ext>
              </a:extLst>
            </p:cNvPr>
            <p:cNvCxnSpPr>
              <a:stCxn id="302" idx="6"/>
              <a:endCxn id="274" idx="1"/>
            </p:cNvCxnSpPr>
            <p:nvPr/>
          </p:nvCxnSpPr>
          <p:spPr>
            <a:xfrm>
              <a:off x="12553633" y="5942951"/>
              <a:ext cx="755400" cy="670800"/>
            </a:xfrm>
            <a:prstGeom prst="straightConnector1">
              <a:avLst/>
            </a:prstGeom>
            <a:grpFill/>
            <a:ln w="17925" cap="flat" cmpd="sng">
              <a:solidFill>
                <a:schemeClr val="bg2">
                  <a:lumMod val="10000"/>
                </a:schemeClr>
              </a:solidFill>
              <a:prstDash val="solid"/>
              <a:round/>
              <a:headEnd type="none" w="sm" len="sm"/>
              <a:tailEnd type="stealth" w="med" len="med"/>
            </a:ln>
          </p:spPr>
        </p:cxnSp>
      </p:grpSp>
      <p:graphicFrame>
        <p:nvGraphicFramePr>
          <p:cNvPr id="12" name="Table">
            <a:extLst>
              <a:ext uri="{FF2B5EF4-FFF2-40B4-BE49-F238E27FC236}">
                <a16:creationId xmlns:a16="http://schemas.microsoft.com/office/drawing/2014/main" id="{0DC98A19-5F37-4BD0-2E2F-F81303914EFE}"/>
              </a:ext>
            </a:extLst>
          </p:cNvPr>
          <p:cNvGraphicFramePr/>
          <p:nvPr/>
        </p:nvGraphicFramePr>
        <p:xfrm>
          <a:off x="5367268" y="3020663"/>
          <a:ext cx="627864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3" name="Table">
            <a:extLst>
              <a:ext uri="{FF2B5EF4-FFF2-40B4-BE49-F238E27FC236}">
                <a16:creationId xmlns:a16="http://schemas.microsoft.com/office/drawing/2014/main" id="{890C0040-B6F3-4745-3603-8AB4ECF4D4E6}"/>
              </a:ext>
            </a:extLst>
          </p:cNvPr>
          <p:cNvGraphicFramePr/>
          <p:nvPr/>
        </p:nvGraphicFramePr>
        <p:xfrm>
          <a:off x="5217803" y="3843265"/>
          <a:ext cx="418576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5" name="Table">
            <a:extLst>
              <a:ext uri="{FF2B5EF4-FFF2-40B4-BE49-F238E27FC236}">
                <a16:creationId xmlns:a16="http://schemas.microsoft.com/office/drawing/2014/main" id="{5544A0FA-D58D-CB69-180F-6339C46CFE11}"/>
              </a:ext>
            </a:extLst>
          </p:cNvPr>
          <p:cNvGraphicFramePr/>
          <p:nvPr/>
        </p:nvGraphicFramePr>
        <p:xfrm>
          <a:off x="6614203" y="3020663"/>
          <a:ext cx="627864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8" name="Table">
            <a:extLst>
              <a:ext uri="{FF2B5EF4-FFF2-40B4-BE49-F238E27FC236}">
                <a16:creationId xmlns:a16="http://schemas.microsoft.com/office/drawing/2014/main" id="{08F8EDCA-62C3-64D7-3DA8-6D7529E6F69C}"/>
              </a:ext>
            </a:extLst>
          </p:cNvPr>
          <p:cNvGraphicFramePr/>
          <p:nvPr/>
        </p:nvGraphicFramePr>
        <p:xfrm>
          <a:off x="7890671" y="3020663"/>
          <a:ext cx="627864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4D7FF592-54B7-05FB-48AB-D28C163BE172}"/>
              </a:ext>
            </a:extLst>
          </p:cNvPr>
          <p:cNvSpPr txBox="1"/>
          <p:nvPr/>
        </p:nvSpPr>
        <p:spPr>
          <a:xfrm>
            <a:off x="6659605" y="2495866"/>
            <a:ext cx="512359" cy="23633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000" b="0" dirty="0"/>
              <a:t>.json</a:t>
            </a:r>
            <a:endParaRPr kumimoji="0" lang="en-US" sz="1000" b="0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sym typeface="Source Sans Pro"/>
            </a:endParaRPr>
          </a:p>
        </p:txBody>
      </p:sp>
      <p:pic>
        <p:nvPicPr>
          <p:cNvPr id="21" name="Graphic 20" descr="Paper outline">
            <a:extLst>
              <a:ext uri="{FF2B5EF4-FFF2-40B4-BE49-F238E27FC236}">
                <a16:creationId xmlns:a16="http://schemas.microsoft.com/office/drawing/2014/main" id="{07CA3F83-63CA-0C79-678E-053EF217BA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00650" y="2106660"/>
            <a:ext cx="430268" cy="43008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D8A6530F-64A5-4E7C-0794-E2059FE61B9F}"/>
              </a:ext>
            </a:extLst>
          </p:cNvPr>
          <p:cNvSpPr txBox="1"/>
          <p:nvPr/>
        </p:nvSpPr>
        <p:spPr>
          <a:xfrm>
            <a:off x="7942729" y="2481635"/>
            <a:ext cx="512359" cy="23633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000" b="0" dirty="0"/>
              <a:t>.mbox</a:t>
            </a:r>
            <a:endParaRPr kumimoji="0" lang="en-US" sz="1000" b="0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sym typeface="Source Sans Pro"/>
            </a:endParaRPr>
          </a:p>
        </p:txBody>
      </p:sp>
      <p:pic>
        <p:nvPicPr>
          <p:cNvPr id="25" name="Graphic 24" descr="Paper outline">
            <a:extLst>
              <a:ext uri="{FF2B5EF4-FFF2-40B4-BE49-F238E27FC236}">
                <a16:creationId xmlns:a16="http://schemas.microsoft.com/office/drawing/2014/main" id="{690D7AB4-09A7-B7EB-D0EC-74FAA1C8F1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83775" y="2107309"/>
            <a:ext cx="430268" cy="430081"/>
          </a:xfrm>
          <a:prstGeom prst="rect">
            <a:avLst/>
          </a:prstGeom>
        </p:spPr>
      </p:pic>
      <p:pic>
        <p:nvPicPr>
          <p:cNvPr id="27" name="Graphic 26" descr="Folder outline">
            <a:extLst>
              <a:ext uri="{FF2B5EF4-FFF2-40B4-BE49-F238E27FC236}">
                <a16:creationId xmlns:a16="http://schemas.microsoft.com/office/drawing/2014/main" id="{42570192-FAC8-8B2E-343D-75F1EC9BB8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07260" y="2106660"/>
            <a:ext cx="550611" cy="550371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12A58C2F-720F-A7E7-D067-384099172488}"/>
              </a:ext>
            </a:extLst>
          </p:cNvPr>
          <p:cNvSpPr txBox="1"/>
          <p:nvPr/>
        </p:nvSpPr>
        <p:spPr>
          <a:xfrm>
            <a:off x="5422867" y="2523408"/>
            <a:ext cx="512359" cy="23633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000" b="0" dirty="0"/>
              <a:t>.git</a:t>
            </a:r>
            <a:endParaRPr kumimoji="0" lang="en-US" sz="1000" b="0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sym typeface="Source Sans Pro"/>
            </a:endParaRP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A7F3AB39-AFBC-1E41-ABBC-972B9895210F}"/>
              </a:ext>
            </a:extLst>
          </p:cNvPr>
          <p:cNvSpPr txBox="1"/>
          <p:nvPr/>
        </p:nvSpPr>
        <p:spPr>
          <a:xfrm>
            <a:off x="6728820" y="8766848"/>
            <a:ext cx="512359" cy="28961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000" b="0" dirty="0"/>
              <a:t>.dsmj</a:t>
            </a:r>
            <a:endParaRPr kumimoji="0" lang="en-US" sz="1000" b="0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sym typeface="Source Sans Pro"/>
            </a:endParaRPr>
          </a:p>
        </p:txBody>
      </p:sp>
      <p:pic>
        <p:nvPicPr>
          <p:cNvPr id="258" name="Graphic 257" descr="Paper outline">
            <a:extLst>
              <a:ext uri="{FF2B5EF4-FFF2-40B4-BE49-F238E27FC236}">
                <a16:creationId xmlns:a16="http://schemas.microsoft.com/office/drawing/2014/main" id="{9E496988-004B-62B8-AE33-325F805838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69866" y="8419161"/>
            <a:ext cx="430268" cy="430081"/>
          </a:xfrm>
          <a:prstGeom prst="rect">
            <a:avLst/>
          </a:prstGeom>
        </p:spPr>
      </p:pic>
      <p:graphicFrame>
        <p:nvGraphicFramePr>
          <p:cNvPr id="430" name="Table">
            <a:extLst>
              <a:ext uri="{FF2B5EF4-FFF2-40B4-BE49-F238E27FC236}">
                <a16:creationId xmlns:a16="http://schemas.microsoft.com/office/drawing/2014/main" id="{25CC114C-70E5-A4E7-49D2-C3D18C0C732B}"/>
              </a:ext>
            </a:extLst>
          </p:cNvPr>
          <p:cNvGraphicFramePr/>
          <p:nvPr/>
        </p:nvGraphicFramePr>
        <p:xfrm>
          <a:off x="5717228" y="3843265"/>
          <a:ext cx="418576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31" name="Table">
            <a:extLst>
              <a:ext uri="{FF2B5EF4-FFF2-40B4-BE49-F238E27FC236}">
                <a16:creationId xmlns:a16="http://schemas.microsoft.com/office/drawing/2014/main" id="{C18E3197-636C-C752-967E-3AACCA0210A1}"/>
              </a:ext>
            </a:extLst>
          </p:cNvPr>
          <p:cNvGraphicFramePr/>
          <p:nvPr/>
        </p:nvGraphicFramePr>
        <p:xfrm>
          <a:off x="6459637" y="3843265"/>
          <a:ext cx="418576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32" name="Table">
            <a:extLst>
              <a:ext uri="{FF2B5EF4-FFF2-40B4-BE49-F238E27FC236}">
                <a16:creationId xmlns:a16="http://schemas.microsoft.com/office/drawing/2014/main" id="{EAF2C1DE-E382-7352-DDC5-60B1F11B879A}"/>
              </a:ext>
            </a:extLst>
          </p:cNvPr>
          <p:cNvGraphicFramePr/>
          <p:nvPr/>
        </p:nvGraphicFramePr>
        <p:xfrm>
          <a:off x="6953164" y="3844692"/>
          <a:ext cx="418576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38" name="Table">
            <a:extLst>
              <a:ext uri="{FF2B5EF4-FFF2-40B4-BE49-F238E27FC236}">
                <a16:creationId xmlns:a16="http://schemas.microsoft.com/office/drawing/2014/main" id="{F48C1225-CFCE-1F1B-81FA-84EB65DD087A}"/>
              </a:ext>
            </a:extLst>
          </p:cNvPr>
          <p:cNvGraphicFramePr/>
          <p:nvPr/>
        </p:nvGraphicFramePr>
        <p:xfrm>
          <a:off x="7737264" y="3843265"/>
          <a:ext cx="418576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39" name="Table">
            <a:extLst>
              <a:ext uri="{FF2B5EF4-FFF2-40B4-BE49-F238E27FC236}">
                <a16:creationId xmlns:a16="http://schemas.microsoft.com/office/drawing/2014/main" id="{9461E282-5754-E120-8E1D-56FDCDE2C9D2}"/>
              </a:ext>
            </a:extLst>
          </p:cNvPr>
          <p:cNvGraphicFramePr/>
          <p:nvPr/>
        </p:nvGraphicFramePr>
        <p:xfrm>
          <a:off x="8230791" y="3843265"/>
          <a:ext cx="418576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317" name="Google Shape;156;p1">
            <a:extLst>
              <a:ext uri="{FF2B5EF4-FFF2-40B4-BE49-F238E27FC236}">
                <a16:creationId xmlns:a16="http://schemas.microsoft.com/office/drawing/2014/main" id="{0158E966-E67D-6B5A-0150-C85F2D9F61A0}"/>
              </a:ext>
            </a:extLst>
          </p:cNvPr>
          <p:cNvGrpSpPr/>
          <p:nvPr/>
        </p:nvGrpSpPr>
        <p:grpSpPr>
          <a:xfrm>
            <a:off x="7852504" y="6680556"/>
            <a:ext cx="1357791" cy="803993"/>
            <a:chOff x="10592773" y="5229745"/>
            <a:chExt cx="3298954" cy="1741391"/>
          </a:xfrm>
        </p:grpSpPr>
        <p:sp>
          <p:nvSpPr>
            <p:cNvPr id="318" name="Google Shape;157;p1">
              <a:extLst>
                <a:ext uri="{FF2B5EF4-FFF2-40B4-BE49-F238E27FC236}">
                  <a16:creationId xmlns:a16="http://schemas.microsoft.com/office/drawing/2014/main" id="{41E9CF99-D074-0959-17C6-4454221CCD8C}"/>
                </a:ext>
              </a:extLst>
            </p:cNvPr>
            <p:cNvSpPr/>
            <p:nvPr/>
          </p:nvSpPr>
          <p:spPr>
            <a:xfrm>
              <a:off x="12237743" y="5550161"/>
              <a:ext cx="192300" cy="198000"/>
            </a:xfrm>
            <a:prstGeom prst="ellipse">
              <a:avLst/>
            </a:prstGeom>
            <a:solidFill>
              <a:srgbClr val="E4E4E3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320" name="Google Shape;158;p1">
              <a:extLst>
                <a:ext uri="{FF2B5EF4-FFF2-40B4-BE49-F238E27FC236}">
                  <a16:creationId xmlns:a16="http://schemas.microsoft.com/office/drawing/2014/main" id="{3AAE314C-BBD1-11BB-4F46-13F5B495C1C2}"/>
                </a:ext>
              </a:extLst>
            </p:cNvPr>
            <p:cNvSpPr/>
            <p:nvPr/>
          </p:nvSpPr>
          <p:spPr>
            <a:xfrm>
              <a:off x="12990609" y="5398089"/>
              <a:ext cx="192300" cy="198000"/>
            </a:xfrm>
            <a:prstGeom prst="ellipse">
              <a:avLst/>
            </a:prstGeom>
            <a:solidFill>
              <a:srgbClr val="E4E4E3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321" name="Google Shape;159;p1">
              <a:extLst>
                <a:ext uri="{FF2B5EF4-FFF2-40B4-BE49-F238E27FC236}">
                  <a16:creationId xmlns:a16="http://schemas.microsoft.com/office/drawing/2014/main" id="{E1B57EED-8DF9-ED5B-88B8-B08B404A5267}"/>
                </a:ext>
              </a:extLst>
            </p:cNvPr>
            <p:cNvSpPr/>
            <p:nvPr/>
          </p:nvSpPr>
          <p:spPr>
            <a:xfrm>
              <a:off x="13329043" y="5229745"/>
              <a:ext cx="192300" cy="198000"/>
            </a:xfrm>
            <a:prstGeom prst="ellipse">
              <a:avLst/>
            </a:prstGeom>
            <a:solidFill>
              <a:srgbClr val="E4E4E3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322" name="Google Shape;160;p1">
              <a:extLst>
                <a:ext uri="{FF2B5EF4-FFF2-40B4-BE49-F238E27FC236}">
                  <a16:creationId xmlns:a16="http://schemas.microsoft.com/office/drawing/2014/main" id="{69D025CB-662A-5FBE-6913-1B4BA693CAE2}"/>
                </a:ext>
              </a:extLst>
            </p:cNvPr>
            <p:cNvSpPr/>
            <p:nvPr/>
          </p:nvSpPr>
          <p:spPr>
            <a:xfrm>
              <a:off x="13317282" y="5522084"/>
              <a:ext cx="192300" cy="198000"/>
            </a:xfrm>
            <a:prstGeom prst="ellipse">
              <a:avLst/>
            </a:prstGeom>
            <a:solidFill>
              <a:srgbClr val="E4E4E3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325" name="Google Shape;161;p1">
              <a:extLst>
                <a:ext uri="{FF2B5EF4-FFF2-40B4-BE49-F238E27FC236}">
                  <a16:creationId xmlns:a16="http://schemas.microsoft.com/office/drawing/2014/main" id="{8A1B0188-47AB-9FF1-2E5A-910BB3704BDF}"/>
                </a:ext>
              </a:extLst>
            </p:cNvPr>
            <p:cNvSpPr/>
            <p:nvPr/>
          </p:nvSpPr>
          <p:spPr>
            <a:xfrm>
              <a:off x="13699427" y="5306906"/>
              <a:ext cx="192300" cy="198000"/>
            </a:xfrm>
            <a:prstGeom prst="ellipse">
              <a:avLst/>
            </a:prstGeom>
            <a:solidFill>
              <a:srgbClr val="E4E4E3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327" name="Google Shape;162;p1">
              <a:extLst>
                <a:ext uri="{FF2B5EF4-FFF2-40B4-BE49-F238E27FC236}">
                  <a16:creationId xmlns:a16="http://schemas.microsoft.com/office/drawing/2014/main" id="{EC0FE858-DD5D-6C70-9442-C79177604F48}"/>
                </a:ext>
              </a:extLst>
            </p:cNvPr>
            <p:cNvSpPr/>
            <p:nvPr/>
          </p:nvSpPr>
          <p:spPr>
            <a:xfrm>
              <a:off x="12990598" y="5644267"/>
              <a:ext cx="192300" cy="198000"/>
            </a:xfrm>
            <a:prstGeom prst="ellipse">
              <a:avLst/>
            </a:prstGeom>
            <a:solidFill>
              <a:schemeClr val="bg2">
                <a:lumMod val="10000"/>
              </a:schemeClr>
            </a:solidFill>
            <a:ln w="9525" cap="flat" cmpd="sng">
              <a:solidFill>
                <a:schemeClr val="bg2">
                  <a:lumMod val="1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328" name="Google Shape;163;p1">
              <a:extLst>
                <a:ext uri="{FF2B5EF4-FFF2-40B4-BE49-F238E27FC236}">
                  <a16:creationId xmlns:a16="http://schemas.microsoft.com/office/drawing/2014/main" id="{733A8C9B-C02F-0EBE-EEE6-C212C4B8954E}"/>
                </a:ext>
              </a:extLst>
            </p:cNvPr>
            <p:cNvSpPr/>
            <p:nvPr/>
          </p:nvSpPr>
          <p:spPr>
            <a:xfrm>
              <a:off x="13261106" y="6564434"/>
              <a:ext cx="328200" cy="336900"/>
            </a:xfrm>
            <a:prstGeom prst="ellipse">
              <a:avLst/>
            </a:prstGeom>
            <a:solidFill>
              <a:schemeClr val="bg2">
                <a:lumMod val="10000"/>
              </a:schemeClr>
            </a:solidFill>
            <a:ln w="9525" cap="flat" cmpd="sng">
              <a:solidFill>
                <a:schemeClr val="bg2">
                  <a:lumMod val="1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329" name="Google Shape;164;p1">
              <a:extLst>
                <a:ext uri="{FF2B5EF4-FFF2-40B4-BE49-F238E27FC236}">
                  <a16:creationId xmlns:a16="http://schemas.microsoft.com/office/drawing/2014/main" id="{E40F8FA1-F0E8-414C-B0CB-254ABB981C3B}"/>
                </a:ext>
              </a:extLst>
            </p:cNvPr>
            <p:cNvSpPr/>
            <p:nvPr/>
          </p:nvSpPr>
          <p:spPr>
            <a:xfrm>
              <a:off x="12889483" y="6773136"/>
              <a:ext cx="192300" cy="198000"/>
            </a:xfrm>
            <a:prstGeom prst="ellipse">
              <a:avLst/>
            </a:prstGeom>
            <a:solidFill>
              <a:schemeClr val="bg2">
                <a:lumMod val="10000"/>
              </a:schemeClr>
            </a:solidFill>
            <a:ln w="9525" cap="flat" cmpd="sng">
              <a:solidFill>
                <a:schemeClr val="bg2">
                  <a:lumMod val="1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331" name="Google Shape;165;p1">
              <a:extLst>
                <a:ext uri="{FF2B5EF4-FFF2-40B4-BE49-F238E27FC236}">
                  <a16:creationId xmlns:a16="http://schemas.microsoft.com/office/drawing/2014/main" id="{96000E3D-E359-7575-10EA-90EE26C7EA6B}"/>
                </a:ext>
              </a:extLst>
            </p:cNvPr>
            <p:cNvSpPr/>
            <p:nvPr/>
          </p:nvSpPr>
          <p:spPr>
            <a:xfrm>
              <a:off x="13324166" y="6099152"/>
              <a:ext cx="192300" cy="198000"/>
            </a:xfrm>
            <a:prstGeom prst="ellipse">
              <a:avLst/>
            </a:prstGeom>
            <a:solidFill>
              <a:schemeClr val="bg2">
                <a:lumMod val="10000"/>
              </a:schemeClr>
            </a:solidFill>
            <a:ln w="9525" cap="flat" cmpd="sng">
              <a:solidFill>
                <a:schemeClr val="bg2">
                  <a:lumMod val="1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332" name="Google Shape;166;p1">
              <a:extLst>
                <a:ext uri="{FF2B5EF4-FFF2-40B4-BE49-F238E27FC236}">
                  <a16:creationId xmlns:a16="http://schemas.microsoft.com/office/drawing/2014/main" id="{FE078879-34D5-C80B-0AD5-5AF48CB4CAA8}"/>
                </a:ext>
              </a:extLst>
            </p:cNvPr>
            <p:cNvSpPr/>
            <p:nvPr/>
          </p:nvSpPr>
          <p:spPr>
            <a:xfrm>
              <a:off x="11468140" y="5576165"/>
              <a:ext cx="305700" cy="308400"/>
            </a:xfrm>
            <a:prstGeom prst="ellipse">
              <a:avLst/>
            </a:prstGeom>
            <a:solidFill>
              <a:srgbClr val="E4E4E3"/>
            </a:solidFill>
            <a:ln w="179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333" name="Google Shape;167;p1">
              <a:extLst>
                <a:ext uri="{FF2B5EF4-FFF2-40B4-BE49-F238E27FC236}">
                  <a16:creationId xmlns:a16="http://schemas.microsoft.com/office/drawing/2014/main" id="{5F0E77EB-AAE6-4CEA-56BC-E6CDFBED6D4B}"/>
                </a:ext>
              </a:extLst>
            </p:cNvPr>
            <p:cNvSpPr/>
            <p:nvPr/>
          </p:nvSpPr>
          <p:spPr>
            <a:xfrm>
              <a:off x="10719482" y="5925385"/>
              <a:ext cx="192300" cy="198000"/>
            </a:xfrm>
            <a:prstGeom prst="ellipse">
              <a:avLst/>
            </a:prstGeom>
            <a:solidFill>
              <a:srgbClr val="E4E4E3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335" name="Google Shape;168;p1">
              <a:extLst>
                <a:ext uri="{FF2B5EF4-FFF2-40B4-BE49-F238E27FC236}">
                  <a16:creationId xmlns:a16="http://schemas.microsoft.com/office/drawing/2014/main" id="{92AFFEA9-3D24-24ED-60B0-0D0A9467841A}"/>
                </a:ext>
              </a:extLst>
            </p:cNvPr>
            <p:cNvSpPr/>
            <p:nvPr/>
          </p:nvSpPr>
          <p:spPr>
            <a:xfrm>
              <a:off x="11061232" y="5405652"/>
              <a:ext cx="192300" cy="198000"/>
            </a:xfrm>
            <a:prstGeom prst="ellipse">
              <a:avLst/>
            </a:prstGeom>
            <a:solidFill>
              <a:srgbClr val="E4E4E3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336" name="Google Shape;169;p1">
              <a:extLst>
                <a:ext uri="{FF2B5EF4-FFF2-40B4-BE49-F238E27FC236}">
                  <a16:creationId xmlns:a16="http://schemas.microsoft.com/office/drawing/2014/main" id="{B0EF182C-447B-EC7D-42FB-8ECC2AC3CC9C}"/>
                </a:ext>
              </a:extLst>
            </p:cNvPr>
            <p:cNvSpPr/>
            <p:nvPr/>
          </p:nvSpPr>
          <p:spPr>
            <a:xfrm>
              <a:off x="10592773" y="6139937"/>
              <a:ext cx="274500" cy="276300"/>
            </a:xfrm>
            <a:prstGeom prst="ellipse">
              <a:avLst/>
            </a:prstGeom>
            <a:solidFill>
              <a:srgbClr val="E4E4E3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337" name="Google Shape;170;p1">
              <a:extLst>
                <a:ext uri="{FF2B5EF4-FFF2-40B4-BE49-F238E27FC236}">
                  <a16:creationId xmlns:a16="http://schemas.microsoft.com/office/drawing/2014/main" id="{B01695C2-F4BC-02EB-EC48-2A0AC7160AA2}"/>
                </a:ext>
              </a:extLst>
            </p:cNvPr>
            <p:cNvSpPr/>
            <p:nvPr/>
          </p:nvSpPr>
          <p:spPr>
            <a:xfrm>
              <a:off x="11037864" y="6333062"/>
              <a:ext cx="192300" cy="198000"/>
            </a:xfrm>
            <a:prstGeom prst="ellipse">
              <a:avLst/>
            </a:prstGeom>
            <a:solidFill>
              <a:srgbClr val="D9D9D9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338" name="Google Shape;171;p1">
              <a:extLst>
                <a:ext uri="{FF2B5EF4-FFF2-40B4-BE49-F238E27FC236}">
                  <a16:creationId xmlns:a16="http://schemas.microsoft.com/office/drawing/2014/main" id="{8819D081-CA03-7BEA-F274-1647708F9573}"/>
                </a:ext>
              </a:extLst>
            </p:cNvPr>
            <p:cNvSpPr/>
            <p:nvPr/>
          </p:nvSpPr>
          <p:spPr>
            <a:xfrm>
              <a:off x="11449106" y="6300040"/>
              <a:ext cx="553500" cy="567900"/>
            </a:xfrm>
            <a:prstGeom prst="ellipse">
              <a:avLst/>
            </a:prstGeom>
            <a:solidFill>
              <a:schemeClr val="bg2">
                <a:lumMod val="10000"/>
              </a:schemeClr>
            </a:solidFill>
            <a:ln w="26900" cap="flat" cmpd="sng">
              <a:solidFill>
                <a:schemeClr val="bg2">
                  <a:lumMod val="1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cxnSp>
          <p:nvCxnSpPr>
            <p:cNvPr id="339" name="Google Shape;172;p1">
              <a:extLst>
                <a:ext uri="{FF2B5EF4-FFF2-40B4-BE49-F238E27FC236}">
                  <a16:creationId xmlns:a16="http://schemas.microsoft.com/office/drawing/2014/main" id="{4685C659-1121-0CFF-7E16-927EF1B3F87E}"/>
                </a:ext>
              </a:extLst>
            </p:cNvPr>
            <p:cNvCxnSpPr>
              <a:stCxn id="318" idx="2"/>
              <a:endCxn id="332" idx="6"/>
            </p:cNvCxnSpPr>
            <p:nvPr/>
          </p:nvCxnSpPr>
          <p:spPr>
            <a:xfrm flipH="1">
              <a:off x="11773943" y="5649161"/>
              <a:ext cx="463800" cy="81300"/>
            </a:xfrm>
            <a:prstGeom prst="straightConnector1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340" name="Google Shape;173;p1">
              <a:extLst>
                <a:ext uri="{FF2B5EF4-FFF2-40B4-BE49-F238E27FC236}">
                  <a16:creationId xmlns:a16="http://schemas.microsoft.com/office/drawing/2014/main" id="{B3F47F9F-24B2-3FFC-B213-CC3B39F196D8}"/>
                </a:ext>
              </a:extLst>
            </p:cNvPr>
            <p:cNvCxnSpPr>
              <a:stCxn id="332" idx="2"/>
              <a:endCxn id="353" idx="6"/>
            </p:cNvCxnSpPr>
            <p:nvPr/>
          </p:nvCxnSpPr>
          <p:spPr>
            <a:xfrm flipH="1">
              <a:off x="11113540" y="5730365"/>
              <a:ext cx="354600" cy="30600"/>
            </a:xfrm>
            <a:prstGeom prst="straightConnector1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343" name="Google Shape;175;p1">
              <a:extLst>
                <a:ext uri="{FF2B5EF4-FFF2-40B4-BE49-F238E27FC236}">
                  <a16:creationId xmlns:a16="http://schemas.microsoft.com/office/drawing/2014/main" id="{65C31327-7037-74CC-3BD8-B1D0C9CD9974}"/>
                </a:ext>
              </a:extLst>
            </p:cNvPr>
            <p:cNvCxnSpPr>
              <a:stCxn id="338" idx="1"/>
              <a:endCxn id="350" idx="5"/>
            </p:cNvCxnSpPr>
            <p:nvPr/>
          </p:nvCxnSpPr>
          <p:spPr>
            <a:xfrm rot="10800000">
              <a:off x="11390064" y="6170507"/>
              <a:ext cx="140100" cy="212700"/>
            </a:xfrm>
            <a:prstGeom prst="straightConnector1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344" name="Google Shape;177;p1">
              <a:extLst>
                <a:ext uri="{FF2B5EF4-FFF2-40B4-BE49-F238E27FC236}">
                  <a16:creationId xmlns:a16="http://schemas.microsoft.com/office/drawing/2014/main" id="{4E6BF0F0-C4F4-DF9C-CA72-6E576DCB984F}"/>
                </a:ext>
              </a:extLst>
            </p:cNvPr>
            <p:cNvCxnSpPr>
              <a:stCxn id="338" idx="2"/>
              <a:endCxn id="337" idx="5"/>
            </p:cNvCxnSpPr>
            <p:nvPr/>
          </p:nvCxnSpPr>
          <p:spPr>
            <a:xfrm rot="10800000">
              <a:off x="11201906" y="6502090"/>
              <a:ext cx="247200" cy="81900"/>
            </a:xfrm>
            <a:prstGeom prst="straightConnector1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345" name="Google Shape;178;p1">
              <a:extLst>
                <a:ext uri="{FF2B5EF4-FFF2-40B4-BE49-F238E27FC236}">
                  <a16:creationId xmlns:a16="http://schemas.microsoft.com/office/drawing/2014/main" id="{1E2C7CE4-2ED2-9DB2-946A-45A3BF371A64}"/>
                </a:ext>
              </a:extLst>
            </p:cNvPr>
            <p:cNvCxnSpPr>
              <a:stCxn id="337" idx="2"/>
              <a:endCxn id="336" idx="6"/>
            </p:cNvCxnSpPr>
            <p:nvPr/>
          </p:nvCxnSpPr>
          <p:spPr>
            <a:xfrm rot="10800000">
              <a:off x="10867164" y="6278162"/>
              <a:ext cx="170700" cy="15390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346" name="Google Shape;179;p1">
              <a:extLst>
                <a:ext uri="{FF2B5EF4-FFF2-40B4-BE49-F238E27FC236}">
                  <a16:creationId xmlns:a16="http://schemas.microsoft.com/office/drawing/2014/main" id="{11ABFE85-C1E6-58D8-C798-F5C0590B2966}"/>
                </a:ext>
              </a:extLst>
            </p:cNvPr>
            <p:cNvCxnSpPr>
              <a:stCxn id="350" idx="2"/>
              <a:endCxn id="333" idx="5"/>
            </p:cNvCxnSpPr>
            <p:nvPr/>
          </p:nvCxnSpPr>
          <p:spPr>
            <a:xfrm rot="10800000">
              <a:off x="10883737" y="6094319"/>
              <a:ext cx="342300" cy="6300"/>
            </a:xfrm>
            <a:prstGeom prst="straightConnector1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347" name="Google Shape;180;p1">
              <a:extLst>
                <a:ext uri="{FF2B5EF4-FFF2-40B4-BE49-F238E27FC236}">
                  <a16:creationId xmlns:a16="http://schemas.microsoft.com/office/drawing/2014/main" id="{4455BD7D-B029-AA39-E5F2-1189B831F1D4}"/>
                </a:ext>
              </a:extLst>
            </p:cNvPr>
            <p:cNvCxnSpPr>
              <a:stCxn id="332" idx="1"/>
              <a:endCxn id="335" idx="5"/>
            </p:cNvCxnSpPr>
            <p:nvPr/>
          </p:nvCxnSpPr>
          <p:spPr>
            <a:xfrm rot="10800000">
              <a:off x="11225509" y="5574529"/>
              <a:ext cx="287400" cy="46800"/>
            </a:xfrm>
            <a:prstGeom prst="straightConnector1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348" name="Google Shape;181;p1">
              <a:extLst>
                <a:ext uri="{FF2B5EF4-FFF2-40B4-BE49-F238E27FC236}">
                  <a16:creationId xmlns:a16="http://schemas.microsoft.com/office/drawing/2014/main" id="{99850B13-20E6-BC1B-9DB0-EAD6FDD7F9D3}"/>
                </a:ext>
              </a:extLst>
            </p:cNvPr>
            <p:cNvCxnSpPr>
              <a:stCxn id="361" idx="2"/>
              <a:endCxn id="350" idx="6"/>
            </p:cNvCxnSpPr>
            <p:nvPr/>
          </p:nvCxnSpPr>
          <p:spPr>
            <a:xfrm flipH="1">
              <a:off x="11418366" y="5897435"/>
              <a:ext cx="710100" cy="203100"/>
            </a:xfrm>
            <a:prstGeom prst="straightConnector1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349" name="Google Shape;183;p1">
              <a:extLst>
                <a:ext uri="{FF2B5EF4-FFF2-40B4-BE49-F238E27FC236}">
                  <a16:creationId xmlns:a16="http://schemas.microsoft.com/office/drawing/2014/main" id="{C3D42A44-927E-2214-21A1-C211D39167C5}"/>
                </a:ext>
              </a:extLst>
            </p:cNvPr>
            <p:cNvCxnSpPr>
              <a:stCxn id="361" idx="2"/>
              <a:endCxn id="333" idx="6"/>
            </p:cNvCxnSpPr>
            <p:nvPr/>
          </p:nvCxnSpPr>
          <p:spPr>
            <a:xfrm flipH="1">
              <a:off x="10911666" y="5897435"/>
              <a:ext cx="1216800" cy="126900"/>
            </a:xfrm>
            <a:prstGeom prst="straightConnector1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350" name="Google Shape;176;p1">
              <a:extLst>
                <a:ext uri="{FF2B5EF4-FFF2-40B4-BE49-F238E27FC236}">
                  <a16:creationId xmlns:a16="http://schemas.microsoft.com/office/drawing/2014/main" id="{7B09A09C-A213-2C8E-0950-D5A0F4296B1F}"/>
                </a:ext>
              </a:extLst>
            </p:cNvPr>
            <p:cNvSpPr/>
            <p:nvPr/>
          </p:nvSpPr>
          <p:spPr>
            <a:xfrm>
              <a:off x="11226037" y="6001619"/>
              <a:ext cx="192300" cy="198000"/>
            </a:xfrm>
            <a:prstGeom prst="ellipse">
              <a:avLst/>
            </a:prstGeom>
            <a:solidFill>
              <a:srgbClr val="E4E4E3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cxnSp>
          <p:nvCxnSpPr>
            <p:cNvPr id="351" name="Google Shape;184;p1">
              <a:extLst>
                <a:ext uri="{FF2B5EF4-FFF2-40B4-BE49-F238E27FC236}">
                  <a16:creationId xmlns:a16="http://schemas.microsoft.com/office/drawing/2014/main" id="{0D75B026-97F0-C73B-4230-76A4D97BE498}"/>
                </a:ext>
              </a:extLst>
            </p:cNvPr>
            <p:cNvCxnSpPr>
              <a:stCxn id="318" idx="2"/>
              <a:endCxn id="337" idx="7"/>
            </p:cNvCxnSpPr>
            <p:nvPr/>
          </p:nvCxnSpPr>
          <p:spPr>
            <a:xfrm flipH="1">
              <a:off x="11202143" y="5649161"/>
              <a:ext cx="1035600" cy="712800"/>
            </a:xfrm>
            <a:prstGeom prst="straightConnector1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352" name="Google Shape;185;p1">
              <a:extLst>
                <a:ext uri="{FF2B5EF4-FFF2-40B4-BE49-F238E27FC236}">
                  <a16:creationId xmlns:a16="http://schemas.microsoft.com/office/drawing/2014/main" id="{B3FC0A11-00AE-479F-6C17-59B8AB54C76D}"/>
                </a:ext>
              </a:extLst>
            </p:cNvPr>
            <p:cNvCxnSpPr>
              <a:stCxn id="318" idx="5"/>
              <a:endCxn id="328" idx="1"/>
            </p:cNvCxnSpPr>
            <p:nvPr/>
          </p:nvCxnSpPr>
          <p:spPr>
            <a:xfrm>
              <a:off x="12401881" y="5719165"/>
              <a:ext cx="907200" cy="894600"/>
            </a:xfrm>
            <a:prstGeom prst="straightConnector1">
              <a:avLst/>
            </a:prstGeom>
            <a:noFill/>
            <a:ln w="17925" cap="flat" cmpd="sng">
              <a:solidFill>
                <a:srgbClr val="D9D9D9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353" name="Google Shape;174;p1">
              <a:extLst>
                <a:ext uri="{FF2B5EF4-FFF2-40B4-BE49-F238E27FC236}">
                  <a16:creationId xmlns:a16="http://schemas.microsoft.com/office/drawing/2014/main" id="{D0C971A5-CF18-2AFD-990B-E178831C7A90}"/>
                </a:ext>
              </a:extLst>
            </p:cNvPr>
            <p:cNvSpPr/>
            <p:nvPr/>
          </p:nvSpPr>
          <p:spPr>
            <a:xfrm>
              <a:off x="10921235" y="5662025"/>
              <a:ext cx="192300" cy="198000"/>
            </a:xfrm>
            <a:prstGeom prst="ellipse">
              <a:avLst/>
            </a:prstGeom>
            <a:solidFill>
              <a:srgbClr val="E4E4E3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cxnSp>
          <p:nvCxnSpPr>
            <p:cNvPr id="354" name="Google Shape;186;p1">
              <a:extLst>
                <a:ext uri="{FF2B5EF4-FFF2-40B4-BE49-F238E27FC236}">
                  <a16:creationId xmlns:a16="http://schemas.microsoft.com/office/drawing/2014/main" id="{4AD5222D-51FB-C3FE-4829-F9E0006F8477}"/>
                </a:ext>
              </a:extLst>
            </p:cNvPr>
            <p:cNvCxnSpPr>
              <a:stCxn id="361" idx="2"/>
              <a:endCxn id="337" idx="6"/>
            </p:cNvCxnSpPr>
            <p:nvPr/>
          </p:nvCxnSpPr>
          <p:spPr>
            <a:xfrm flipH="1">
              <a:off x="11230266" y="5897435"/>
              <a:ext cx="898200" cy="534600"/>
            </a:xfrm>
            <a:prstGeom prst="straightConnector1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356" name="Google Shape;189;p1">
              <a:extLst>
                <a:ext uri="{FF2B5EF4-FFF2-40B4-BE49-F238E27FC236}">
                  <a16:creationId xmlns:a16="http://schemas.microsoft.com/office/drawing/2014/main" id="{C725637A-3046-4573-85C8-1425AF142727}"/>
                </a:ext>
              </a:extLst>
            </p:cNvPr>
            <p:cNvCxnSpPr>
              <a:stCxn id="327" idx="7"/>
              <a:endCxn id="322" idx="2"/>
            </p:cNvCxnSpPr>
            <p:nvPr/>
          </p:nvCxnSpPr>
          <p:spPr>
            <a:xfrm rot="10800000" flipH="1">
              <a:off x="13154736" y="5621063"/>
              <a:ext cx="162600" cy="52200"/>
            </a:xfrm>
            <a:prstGeom prst="straightConnector1">
              <a:avLst/>
            </a:prstGeom>
            <a:noFill/>
            <a:ln w="9525" cap="flat" cmpd="sng">
              <a:solidFill>
                <a:srgbClr val="E4E4E3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357" name="Google Shape;190;p1">
              <a:extLst>
                <a:ext uri="{FF2B5EF4-FFF2-40B4-BE49-F238E27FC236}">
                  <a16:creationId xmlns:a16="http://schemas.microsoft.com/office/drawing/2014/main" id="{19307BF5-8CC1-14EB-2BEE-9BD7EB2E476D}"/>
                </a:ext>
              </a:extLst>
            </p:cNvPr>
            <p:cNvCxnSpPr>
              <a:stCxn id="322" idx="6"/>
              <a:endCxn id="325" idx="2"/>
            </p:cNvCxnSpPr>
            <p:nvPr/>
          </p:nvCxnSpPr>
          <p:spPr>
            <a:xfrm rot="10800000" flipH="1">
              <a:off x="13509582" y="5405984"/>
              <a:ext cx="189900" cy="215100"/>
            </a:xfrm>
            <a:prstGeom prst="straightConnector1">
              <a:avLst/>
            </a:prstGeom>
            <a:noFill/>
            <a:ln w="9525" cap="flat" cmpd="sng">
              <a:solidFill>
                <a:srgbClr val="E4E4E3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358" name="Google Shape;191;p1">
              <a:extLst>
                <a:ext uri="{FF2B5EF4-FFF2-40B4-BE49-F238E27FC236}">
                  <a16:creationId xmlns:a16="http://schemas.microsoft.com/office/drawing/2014/main" id="{06201B3E-0828-E018-16CB-0C87EF8B372B}"/>
                </a:ext>
              </a:extLst>
            </p:cNvPr>
            <p:cNvCxnSpPr>
              <a:stCxn id="318" idx="6"/>
              <a:endCxn id="320" idx="2"/>
            </p:cNvCxnSpPr>
            <p:nvPr/>
          </p:nvCxnSpPr>
          <p:spPr>
            <a:xfrm rot="10800000" flipH="1">
              <a:off x="12430043" y="5497061"/>
              <a:ext cx="560700" cy="152100"/>
            </a:xfrm>
            <a:prstGeom prst="straightConnector1">
              <a:avLst/>
            </a:prstGeom>
            <a:noFill/>
            <a:ln w="9525" cap="flat" cmpd="sng">
              <a:solidFill>
                <a:srgbClr val="E4E4E3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359" name="Google Shape;188;p1">
              <a:extLst>
                <a:ext uri="{FF2B5EF4-FFF2-40B4-BE49-F238E27FC236}">
                  <a16:creationId xmlns:a16="http://schemas.microsoft.com/office/drawing/2014/main" id="{FFFC5538-A06F-8371-DDD4-8BB3F74FEBEA}"/>
                </a:ext>
              </a:extLst>
            </p:cNvPr>
            <p:cNvSpPr/>
            <p:nvPr/>
          </p:nvSpPr>
          <p:spPr>
            <a:xfrm>
              <a:off x="12361333" y="5843951"/>
              <a:ext cx="192300" cy="198000"/>
            </a:xfrm>
            <a:prstGeom prst="ellipse">
              <a:avLst/>
            </a:prstGeom>
            <a:solidFill>
              <a:schemeClr val="bg2">
                <a:lumMod val="10000"/>
              </a:schemeClr>
            </a:solidFill>
            <a:ln w="9525" cap="flat" cmpd="sng">
              <a:solidFill>
                <a:schemeClr val="bg2">
                  <a:lumMod val="1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cxnSp>
          <p:nvCxnSpPr>
            <p:cNvPr id="360" name="Google Shape;192;p1">
              <a:extLst>
                <a:ext uri="{FF2B5EF4-FFF2-40B4-BE49-F238E27FC236}">
                  <a16:creationId xmlns:a16="http://schemas.microsoft.com/office/drawing/2014/main" id="{5C73D85D-5490-D03C-3740-3157670EF86F}"/>
                </a:ext>
              </a:extLst>
            </p:cNvPr>
            <p:cNvCxnSpPr>
              <a:stCxn id="320" idx="7"/>
              <a:endCxn id="321" idx="2"/>
            </p:cNvCxnSpPr>
            <p:nvPr/>
          </p:nvCxnSpPr>
          <p:spPr>
            <a:xfrm rot="10800000" flipH="1">
              <a:off x="13154747" y="5328685"/>
              <a:ext cx="174300" cy="98400"/>
            </a:xfrm>
            <a:prstGeom prst="straightConnector1">
              <a:avLst/>
            </a:prstGeom>
            <a:noFill/>
            <a:ln w="9525" cap="flat" cmpd="sng">
              <a:solidFill>
                <a:srgbClr val="E4E4E3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361" name="Google Shape;182;p1">
              <a:extLst>
                <a:ext uri="{FF2B5EF4-FFF2-40B4-BE49-F238E27FC236}">
                  <a16:creationId xmlns:a16="http://schemas.microsoft.com/office/drawing/2014/main" id="{3A867F5B-D8DE-417E-AE8A-A26CD624B6AF}"/>
                </a:ext>
              </a:extLst>
            </p:cNvPr>
            <p:cNvSpPr/>
            <p:nvPr/>
          </p:nvSpPr>
          <p:spPr>
            <a:xfrm>
              <a:off x="12128466" y="5798435"/>
              <a:ext cx="192300" cy="198000"/>
            </a:xfrm>
            <a:prstGeom prst="ellipse">
              <a:avLst/>
            </a:prstGeom>
            <a:solidFill>
              <a:srgbClr val="E4E4E3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cxnSp>
          <p:nvCxnSpPr>
            <p:cNvPr id="362" name="Google Shape;193;p1">
              <a:extLst>
                <a:ext uri="{FF2B5EF4-FFF2-40B4-BE49-F238E27FC236}">
                  <a16:creationId xmlns:a16="http://schemas.microsoft.com/office/drawing/2014/main" id="{B4E7487C-F39E-4229-EE08-4A7DE071E01A}"/>
                </a:ext>
              </a:extLst>
            </p:cNvPr>
            <p:cNvCxnSpPr>
              <a:stCxn id="338" idx="6"/>
              <a:endCxn id="328" idx="2"/>
            </p:cNvCxnSpPr>
            <p:nvPr/>
          </p:nvCxnSpPr>
          <p:spPr>
            <a:xfrm>
              <a:off x="12002606" y="6583990"/>
              <a:ext cx="1258500" cy="148800"/>
            </a:xfrm>
            <a:prstGeom prst="straightConnector1">
              <a:avLst/>
            </a:prstGeom>
            <a:noFill/>
            <a:ln w="35850" cap="flat" cmpd="sng">
              <a:solidFill>
                <a:srgbClr val="E4E4E3"/>
              </a:solidFill>
              <a:prstDash val="solid"/>
              <a:round/>
              <a:headEnd type="stealth" w="med" len="med"/>
              <a:tailEnd type="none" w="sm" len="sm"/>
            </a:ln>
          </p:spPr>
        </p:cxnSp>
        <p:cxnSp>
          <p:nvCxnSpPr>
            <p:cNvPr id="363" name="Google Shape;194;p1">
              <a:extLst>
                <a:ext uri="{FF2B5EF4-FFF2-40B4-BE49-F238E27FC236}">
                  <a16:creationId xmlns:a16="http://schemas.microsoft.com/office/drawing/2014/main" id="{BF411E53-3BD9-6199-D988-29D2B4BECC79}"/>
                </a:ext>
              </a:extLst>
            </p:cNvPr>
            <p:cNvCxnSpPr>
              <a:stCxn id="329" idx="1"/>
              <a:endCxn id="332" idx="5"/>
            </p:cNvCxnSpPr>
            <p:nvPr/>
          </p:nvCxnSpPr>
          <p:spPr>
            <a:xfrm rot="10800000">
              <a:off x="11729045" y="5839432"/>
              <a:ext cx="1188600" cy="962700"/>
            </a:xfrm>
            <a:prstGeom prst="straightConnector1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364" name="Google Shape;195;p1">
              <a:extLst>
                <a:ext uri="{FF2B5EF4-FFF2-40B4-BE49-F238E27FC236}">
                  <a16:creationId xmlns:a16="http://schemas.microsoft.com/office/drawing/2014/main" id="{F65D38E2-2A58-FC59-3B5D-FBA716A13D12}"/>
                </a:ext>
              </a:extLst>
            </p:cNvPr>
            <p:cNvCxnSpPr>
              <a:stCxn id="361" idx="3"/>
              <a:endCxn id="338" idx="7"/>
            </p:cNvCxnSpPr>
            <p:nvPr/>
          </p:nvCxnSpPr>
          <p:spPr>
            <a:xfrm flipH="1">
              <a:off x="11921428" y="5967439"/>
              <a:ext cx="235200" cy="415800"/>
            </a:xfrm>
            <a:prstGeom prst="straightConnector1">
              <a:avLst/>
            </a:prstGeom>
            <a:noFill/>
            <a:ln w="35850" cap="flat" cmpd="sng">
              <a:solidFill>
                <a:srgbClr val="E4E4E3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366" name="Google Shape;197;p1">
              <a:extLst>
                <a:ext uri="{FF2B5EF4-FFF2-40B4-BE49-F238E27FC236}">
                  <a16:creationId xmlns:a16="http://schemas.microsoft.com/office/drawing/2014/main" id="{22F91CD4-0064-64EC-E0B6-4D33EB5D5023}"/>
                </a:ext>
              </a:extLst>
            </p:cNvPr>
            <p:cNvCxnSpPr>
              <a:stCxn id="318" idx="6"/>
              <a:endCxn id="327" idx="2"/>
            </p:cNvCxnSpPr>
            <p:nvPr/>
          </p:nvCxnSpPr>
          <p:spPr>
            <a:xfrm>
              <a:off x="12430043" y="5649161"/>
              <a:ext cx="560700" cy="94200"/>
            </a:xfrm>
            <a:prstGeom prst="straightConnector1">
              <a:avLst/>
            </a:prstGeom>
            <a:noFill/>
            <a:ln w="9525" cap="flat" cmpd="sng">
              <a:solidFill>
                <a:srgbClr val="E4E4E3"/>
              </a:solidFill>
              <a:prstDash val="solid"/>
              <a:round/>
              <a:headEnd type="none" w="sm" len="sm"/>
              <a:tailEnd type="stealth" w="med" len="med"/>
            </a:ln>
          </p:spPr>
        </p:cxnSp>
      </p:grpSp>
      <p:grpSp>
        <p:nvGrpSpPr>
          <p:cNvPr id="32" name="Google Shape;156;p1">
            <a:extLst>
              <a:ext uri="{FF2B5EF4-FFF2-40B4-BE49-F238E27FC236}">
                <a16:creationId xmlns:a16="http://schemas.microsoft.com/office/drawing/2014/main" id="{80D7FD95-FE74-7E10-376E-D7EC02AA64AB}"/>
              </a:ext>
            </a:extLst>
          </p:cNvPr>
          <p:cNvGrpSpPr/>
          <p:nvPr/>
        </p:nvGrpSpPr>
        <p:grpSpPr>
          <a:xfrm>
            <a:off x="6353314" y="6676671"/>
            <a:ext cx="1361060" cy="803472"/>
            <a:chOff x="10592773" y="5229745"/>
            <a:chExt cx="3298954" cy="1741391"/>
          </a:xfrm>
        </p:grpSpPr>
        <p:sp>
          <p:nvSpPr>
            <p:cNvPr id="33" name="Google Shape;157;p1">
              <a:extLst>
                <a:ext uri="{FF2B5EF4-FFF2-40B4-BE49-F238E27FC236}">
                  <a16:creationId xmlns:a16="http://schemas.microsoft.com/office/drawing/2014/main" id="{4C7378CF-ACA5-3AFA-A838-BC91891E20AC}"/>
                </a:ext>
              </a:extLst>
            </p:cNvPr>
            <p:cNvSpPr/>
            <p:nvPr/>
          </p:nvSpPr>
          <p:spPr>
            <a:xfrm>
              <a:off x="12237743" y="5550161"/>
              <a:ext cx="192300" cy="198000"/>
            </a:xfrm>
            <a:prstGeom prst="ellipse">
              <a:avLst/>
            </a:prstGeom>
            <a:solidFill>
              <a:schemeClr val="bg2">
                <a:lumMod val="10000"/>
              </a:schemeClr>
            </a:solidFill>
            <a:ln w="9525" cap="flat" cmpd="sng">
              <a:solidFill>
                <a:schemeClr val="bg2">
                  <a:lumMod val="1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35" name="Google Shape;158;p1">
              <a:extLst>
                <a:ext uri="{FF2B5EF4-FFF2-40B4-BE49-F238E27FC236}">
                  <a16:creationId xmlns:a16="http://schemas.microsoft.com/office/drawing/2014/main" id="{7DF95635-8A24-4936-C10B-B6B9D109343B}"/>
                </a:ext>
              </a:extLst>
            </p:cNvPr>
            <p:cNvSpPr/>
            <p:nvPr/>
          </p:nvSpPr>
          <p:spPr>
            <a:xfrm>
              <a:off x="12990609" y="5398089"/>
              <a:ext cx="192300" cy="198000"/>
            </a:xfrm>
            <a:prstGeom prst="ellipse">
              <a:avLst/>
            </a:prstGeom>
            <a:solidFill>
              <a:srgbClr val="E4E4E3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36" name="Google Shape;159;p1">
              <a:extLst>
                <a:ext uri="{FF2B5EF4-FFF2-40B4-BE49-F238E27FC236}">
                  <a16:creationId xmlns:a16="http://schemas.microsoft.com/office/drawing/2014/main" id="{410AB6B3-CDE5-7C1F-FC07-3EF14434CE2F}"/>
                </a:ext>
              </a:extLst>
            </p:cNvPr>
            <p:cNvSpPr/>
            <p:nvPr/>
          </p:nvSpPr>
          <p:spPr>
            <a:xfrm>
              <a:off x="13329043" y="5229745"/>
              <a:ext cx="192300" cy="198000"/>
            </a:xfrm>
            <a:prstGeom prst="ellipse">
              <a:avLst/>
            </a:prstGeom>
            <a:solidFill>
              <a:srgbClr val="E4E4E3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37" name="Google Shape;160;p1">
              <a:extLst>
                <a:ext uri="{FF2B5EF4-FFF2-40B4-BE49-F238E27FC236}">
                  <a16:creationId xmlns:a16="http://schemas.microsoft.com/office/drawing/2014/main" id="{B3F9F454-5154-7AE5-83EE-06BDF50BF928}"/>
                </a:ext>
              </a:extLst>
            </p:cNvPr>
            <p:cNvSpPr/>
            <p:nvPr/>
          </p:nvSpPr>
          <p:spPr>
            <a:xfrm>
              <a:off x="13317282" y="5522084"/>
              <a:ext cx="192300" cy="198000"/>
            </a:xfrm>
            <a:prstGeom prst="ellipse">
              <a:avLst/>
            </a:prstGeom>
            <a:solidFill>
              <a:srgbClr val="E4E4E3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38" name="Google Shape;161;p1">
              <a:extLst>
                <a:ext uri="{FF2B5EF4-FFF2-40B4-BE49-F238E27FC236}">
                  <a16:creationId xmlns:a16="http://schemas.microsoft.com/office/drawing/2014/main" id="{ECDC64A3-B6A7-8305-1311-BA36CFB7FA06}"/>
                </a:ext>
              </a:extLst>
            </p:cNvPr>
            <p:cNvSpPr/>
            <p:nvPr/>
          </p:nvSpPr>
          <p:spPr>
            <a:xfrm>
              <a:off x="13699427" y="5306906"/>
              <a:ext cx="192300" cy="198000"/>
            </a:xfrm>
            <a:prstGeom prst="ellipse">
              <a:avLst/>
            </a:prstGeom>
            <a:solidFill>
              <a:srgbClr val="E4E4E3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39" name="Google Shape;162;p1">
              <a:extLst>
                <a:ext uri="{FF2B5EF4-FFF2-40B4-BE49-F238E27FC236}">
                  <a16:creationId xmlns:a16="http://schemas.microsoft.com/office/drawing/2014/main" id="{57D14F82-E97C-B0A3-586B-7B365A985E78}"/>
                </a:ext>
              </a:extLst>
            </p:cNvPr>
            <p:cNvSpPr/>
            <p:nvPr/>
          </p:nvSpPr>
          <p:spPr>
            <a:xfrm>
              <a:off x="12990598" y="5644267"/>
              <a:ext cx="192300" cy="198000"/>
            </a:xfrm>
            <a:prstGeom prst="ellipse">
              <a:avLst/>
            </a:prstGeom>
            <a:solidFill>
              <a:schemeClr val="bg2">
                <a:lumMod val="10000"/>
              </a:schemeClr>
            </a:solidFill>
            <a:ln w="9525" cap="flat" cmpd="sng">
              <a:solidFill>
                <a:schemeClr val="bg2">
                  <a:lumMod val="1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40" name="Google Shape;163;p1">
              <a:extLst>
                <a:ext uri="{FF2B5EF4-FFF2-40B4-BE49-F238E27FC236}">
                  <a16:creationId xmlns:a16="http://schemas.microsoft.com/office/drawing/2014/main" id="{F7BCFA43-5019-7127-115E-9AFBB4E87CDF}"/>
                </a:ext>
              </a:extLst>
            </p:cNvPr>
            <p:cNvSpPr/>
            <p:nvPr/>
          </p:nvSpPr>
          <p:spPr>
            <a:xfrm>
              <a:off x="13261106" y="6564434"/>
              <a:ext cx="328200" cy="336900"/>
            </a:xfrm>
            <a:prstGeom prst="ellipse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 cap="flat" cmpd="sng">
              <a:solidFill>
                <a:schemeClr val="tx1">
                  <a:lumMod val="20000"/>
                  <a:lumOff val="8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44" name="Google Shape;164;p1">
              <a:extLst>
                <a:ext uri="{FF2B5EF4-FFF2-40B4-BE49-F238E27FC236}">
                  <a16:creationId xmlns:a16="http://schemas.microsoft.com/office/drawing/2014/main" id="{2ED99CAF-D453-E1AD-387B-4BD33D015385}"/>
                </a:ext>
              </a:extLst>
            </p:cNvPr>
            <p:cNvSpPr/>
            <p:nvPr/>
          </p:nvSpPr>
          <p:spPr>
            <a:xfrm>
              <a:off x="12889483" y="6773136"/>
              <a:ext cx="192300" cy="198000"/>
            </a:xfrm>
            <a:prstGeom prst="ellipse">
              <a:avLst/>
            </a:prstGeom>
            <a:solidFill>
              <a:schemeClr val="bg2">
                <a:lumMod val="10000"/>
              </a:schemeClr>
            </a:solidFill>
            <a:ln w="9525" cap="flat" cmpd="sng">
              <a:solidFill>
                <a:schemeClr val="bg2">
                  <a:lumMod val="1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45" name="Google Shape;165;p1">
              <a:extLst>
                <a:ext uri="{FF2B5EF4-FFF2-40B4-BE49-F238E27FC236}">
                  <a16:creationId xmlns:a16="http://schemas.microsoft.com/office/drawing/2014/main" id="{C822633F-3902-B6A8-BE60-F7B954FC076A}"/>
                </a:ext>
              </a:extLst>
            </p:cNvPr>
            <p:cNvSpPr/>
            <p:nvPr/>
          </p:nvSpPr>
          <p:spPr>
            <a:xfrm>
              <a:off x="13324166" y="6099152"/>
              <a:ext cx="192300" cy="198000"/>
            </a:xfrm>
            <a:prstGeom prst="ellipse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 cap="flat" cmpd="sng">
              <a:solidFill>
                <a:schemeClr val="tx1">
                  <a:lumMod val="20000"/>
                  <a:lumOff val="8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46" name="Google Shape;166;p1">
              <a:extLst>
                <a:ext uri="{FF2B5EF4-FFF2-40B4-BE49-F238E27FC236}">
                  <a16:creationId xmlns:a16="http://schemas.microsoft.com/office/drawing/2014/main" id="{3F4237B7-22EE-587F-4322-2388E3B918FA}"/>
                </a:ext>
              </a:extLst>
            </p:cNvPr>
            <p:cNvSpPr/>
            <p:nvPr/>
          </p:nvSpPr>
          <p:spPr>
            <a:xfrm>
              <a:off x="11468140" y="5576165"/>
              <a:ext cx="305700" cy="308400"/>
            </a:xfrm>
            <a:prstGeom prst="ellipse">
              <a:avLst/>
            </a:prstGeom>
            <a:solidFill>
              <a:schemeClr val="bg2">
                <a:lumMod val="10000"/>
              </a:schemeClr>
            </a:solidFill>
            <a:ln w="17925" cap="flat" cmpd="sng">
              <a:solidFill>
                <a:schemeClr val="bg2">
                  <a:lumMod val="1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47" name="Google Shape;167;p1">
              <a:extLst>
                <a:ext uri="{FF2B5EF4-FFF2-40B4-BE49-F238E27FC236}">
                  <a16:creationId xmlns:a16="http://schemas.microsoft.com/office/drawing/2014/main" id="{072A0096-F550-5F4D-BF06-BED740DE3BE7}"/>
                </a:ext>
              </a:extLst>
            </p:cNvPr>
            <p:cNvSpPr/>
            <p:nvPr/>
          </p:nvSpPr>
          <p:spPr>
            <a:xfrm>
              <a:off x="10719482" y="5925385"/>
              <a:ext cx="192300" cy="198000"/>
            </a:xfrm>
            <a:prstGeom prst="ellipse">
              <a:avLst/>
            </a:prstGeom>
            <a:solidFill>
              <a:srgbClr val="E4E4E3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49" name="Google Shape;168;p1">
              <a:extLst>
                <a:ext uri="{FF2B5EF4-FFF2-40B4-BE49-F238E27FC236}">
                  <a16:creationId xmlns:a16="http://schemas.microsoft.com/office/drawing/2014/main" id="{EF33D479-84E5-4283-25CA-D713726C4B30}"/>
                </a:ext>
              </a:extLst>
            </p:cNvPr>
            <p:cNvSpPr/>
            <p:nvPr/>
          </p:nvSpPr>
          <p:spPr>
            <a:xfrm>
              <a:off x="11061232" y="5405652"/>
              <a:ext cx="192300" cy="198000"/>
            </a:xfrm>
            <a:prstGeom prst="ellipse">
              <a:avLst/>
            </a:prstGeom>
            <a:solidFill>
              <a:srgbClr val="E4E4E3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50" name="Google Shape;169;p1">
              <a:extLst>
                <a:ext uri="{FF2B5EF4-FFF2-40B4-BE49-F238E27FC236}">
                  <a16:creationId xmlns:a16="http://schemas.microsoft.com/office/drawing/2014/main" id="{FAB4E5ED-4597-05B5-5A0D-9AFBFB6B4B09}"/>
                </a:ext>
              </a:extLst>
            </p:cNvPr>
            <p:cNvSpPr/>
            <p:nvPr/>
          </p:nvSpPr>
          <p:spPr>
            <a:xfrm>
              <a:off x="10592773" y="6139937"/>
              <a:ext cx="274500" cy="276300"/>
            </a:xfrm>
            <a:prstGeom prst="ellipse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 cap="flat" cmpd="sng">
              <a:solidFill>
                <a:schemeClr val="tx1">
                  <a:lumMod val="20000"/>
                  <a:lumOff val="8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51" name="Google Shape;170;p1">
              <a:extLst>
                <a:ext uri="{FF2B5EF4-FFF2-40B4-BE49-F238E27FC236}">
                  <a16:creationId xmlns:a16="http://schemas.microsoft.com/office/drawing/2014/main" id="{5DB92375-A626-CB9D-E3B6-ABF2E971AA7D}"/>
                </a:ext>
              </a:extLst>
            </p:cNvPr>
            <p:cNvSpPr/>
            <p:nvPr/>
          </p:nvSpPr>
          <p:spPr>
            <a:xfrm>
              <a:off x="11037864" y="6333062"/>
              <a:ext cx="192300" cy="198000"/>
            </a:xfrm>
            <a:prstGeom prst="ellipse">
              <a:avLst/>
            </a:prstGeom>
            <a:solidFill>
              <a:srgbClr val="D9D9D9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52" name="Google Shape;171;p1">
              <a:extLst>
                <a:ext uri="{FF2B5EF4-FFF2-40B4-BE49-F238E27FC236}">
                  <a16:creationId xmlns:a16="http://schemas.microsoft.com/office/drawing/2014/main" id="{E2392C92-2555-0F53-790F-AD153D0A9B42}"/>
                </a:ext>
              </a:extLst>
            </p:cNvPr>
            <p:cNvSpPr/>
            <p:nvPr/>
          </p:nvSpPr>
          <p:spPr>
            <a:xfrm>
              <a:off x="11449106" y="6300040"/>
              <a:ext cx="553500" cy="567900"/>
            </a:xfrm>
            <a:prstGeom prst="ellipse">
              <a:avLst/>
            </a:prstGeom>
            <a:solidFill>
              <a:schemeClr val="tx1">
                <a:lumMod val="20000"/>
                <a:lumOff val="80000"/>
              </a:schemeClr>
            </a:solidFill>
            <a:ln w="26900" cap="flat" cmpd="sng">
              <a:solidFill>
                <a:schemeClr val="tx1">
                  <a:lumMod val="20000"/>
                  <a:lumOff val="8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cxnSp>
          <p:nvCxnSpPr>
            <p:cNvPr id="54" name="Google Shape;172;p1">
              <a:extLst>
                <a:ext uri="{FF2B5EF4-FFF2-40B4-BE49-F238E27FC236}">
                  <a16:creationId xmlns:a16="http://schemas.microsoft.com/office/drawing/2014/main" id="{7E44907D-025C-3469-7844-19728FF85E7D}"/>
                </a:ext>
              </a:extLst>
            </p:cNvPr>
            <p:cNvCxnSpPr>
              <a:cxnSpLocks/>
              <a:stCxn id="33" idx="2"/>
              <a:endCxn id="46" idx="6"/>
            </p:cNvCxnSpPr>
            <p:nvPr/>
          </p:nvCxnSpPr>
          <p:spPr>
            <a:xfrm flipH="1">
              <a:off x="11773943" y="5649161"/>
              <a:ext cx="463800" cy="81300"/>
            </a:xfrm>
            <a:prstGeom prst="straightConnector1">
              <a:avLst/>
            </a:prstGeom>
            <a:noFill/>
            <a:ln w="9525" cap="flat" cmpd="sng">
              <a:solidFill>
                <a:schemeClr val="bg2">
                  <a:lumMod val="10000"/>
                </a:schemeClr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55" name="Google Shape;173;p1">
              <a:extLst>
                <a:ext uri="{FF2B5EF4-FFF2-40B4-BE49-F238E27FC236}">
                  <a16:creationId xmlns:a16="http://schemas.microsoft.com/office/drawing/2014/main" id="{C78ADEE5-EFFF-7B0F-1612-C2A459B4E664}"/>
                </a:ext>
              </a:extLst>
            </p:cNvPr>
            <p:cNvCxnSpPr>
              <a:stCxn id="46" idx="2"/>
              <a:endCxn id="452" idx="6"/>
            </p:cNvCxnSpPr>
            <p:nvPr/>
          </p:nvCxnSpPr>
          <p:spPr>
            <a:xfrm flipH="1">
              <a:off x="11113540" y="5730365"/>
              <a:ext cx="354600" cy="30600"/>
            </a:xfrm>
            <a:prstGeom prst="straightConnector1">
              <a:avLst/>
            </a:prstGeom>
            <a:noFill/>
            <a:ln w="9525" cap="flat" cmpd="sng">
              <a:solidFill>
                <a:schemeClr val="bg2">
                  <a:lumMod val="10000"/>
                </a:schemeClr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57" name="Google Shape;175;p1">
              <a:extLst>
                <a:ext uri="{FF2B5EF4-FFF2-40B4-BE49-F238E27FC236}">
                  <a16:creationId xmlns:a16="http://schemas.microsoft.com/office/drawing/2014/main" id="{668C6139-E30C-AF94-BE48-CCA6BC658487}"/>
                </a:ext>
              </a:extLst>
            </p:cNvPr>
            <p:cNvCxnSpPr>
              <a:stCxn id="52" idx="1"/>
              <a:endCxn id="448" idx="5"/>
            </p:cNvCxnSpPr>
            <p:nvPr/>
          </p:nvCxnSpPr>
          <p:spPr>
            <a:xfrm rot="10800000">
              <a:off x="11390064" y="6170507"/>
              <a:ext cx="140100" cy="212700"/>
            </a:xfrm>
            <a:prstGeom prst="straightConnector1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58" name="Google Shape;177;p1">
              <a:extLst>
                <a:ext uri="{FF2B5EF4-FFF2-40B4-BE49-F238E27FC236}">
                  <a16:creationId xmlns:a16="http://schemas.microsoft.com/office/drawing/2014/main" id="{A352E3A4-AFD4-59BB-A2F9-32342154A4EB}"/>
                </a:ext>
              </a:extLst>
            </p:cNvPr>
            <p:cNvCxnSpPr>
              <a:stCxn id="52" idx="2"/>
              <a:endCxn id="51" idx="5"/>
            </p:cNvCxnSpPr>
            <p:nvPr/>
          </p:nvCxnSpPr>
          <p:spPr>
            <a:xfrm rot="10800000">
              <a:off x="11201906" y="6502090"/>
              <a:ext cx="247200" cy="81900"/>
            </a:xfrm>
            <a:prstGeom prst="straightConnector1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59" name="Google Shape;178;p1">
              <a:extLst>
                <a:ext uri="{FF2B5EF4-FFF2-40B4-BE49-F238E27FC236}">
                  <a16:creationId xmlns:a16="http://schemas.microsoft.com/office/drawing/2014/main" id="{AEA60D46-21F7-132A-9F6D-C7F918DDBFD6}"/>
                </a:ext>
              </a:extLst>
            </p:cNvPr>
            <p:cNvCxnSpPr>
              <a:stCxn id="51" idx="2"/>
              <a:endCxn id="50" idx="6"/>
            </p:cNvCxnSpPr>
            <p:nvPr/>
          </p:nvCxnSpPr>
          <p:spPr>
            <a:xfrm rot="10800000">
              <a:off x="10867164" y="6278162"/>
              <a:ext cx="170700" cy="153900"/>
            </a:xfrm>
            <a:prstGeom prst="straightConnector1">
              <a:avLst/>
            </a:prstGeom>
            <a:noFill/>
            <a:ln w="9525" cap="flat" cmpd="sng">
              <a:solidFill>
                <a:schemeClr val="tx1">
                  <a:lumMod val="20000"/>
                  <a:lumOff val="80000"/>
                </a:schemeClr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60" name="Google Shape;179;p1">
              <a:extLst>
                <a:ext uri="{FF2B5EF4-FFF2-40B4-BE49-F238E27FC236}">
                  <a16:creationId xmlns:a16="http://schemas.microsoft.com/office/drawing/2014/main" id="{8EA79C63-38F6-88B8-E69A-B773BBD508B2}"/>
                </a:ext>
              </a:extLst>
            </p:cNvPr>
            <p:cNvCxnSpPr>
              <a:stCxn id="448" idx="2"/>
              <a:endCxn id="47" idx="5"/>
            </p:cNvCxnSpPr>
            <p:nvPr/>
          </p:nvCxnSpPr>
          <p:spPr>
            <a:xfrm rot="10800000">
              <a:off x="10883737" y="6094319"/>
              <a:ext cx="342300" cy="6300"/>
            </a:xfrm>
            <a:prstGeom prst="straightConnector1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61" name="Google Shape;180;p1">
              <a:extLst>
                <a:ext uri="{FF2B5EF4-FFF2-40B4-BE49-F238E27FC236}">
                  <a16:creationId xmlns:a16="http://schemas.microsoft.com/office/drawing/2014/main" id="{C34B582C-FFBF-7A74-D09B-1E92CD408BCE}"/>
                </a:ext>
              </a:extLst>
            </p:cNvPr>
            <p:cNvCxnSpPr>
              <a:stCxn id="46" idx="1"/>
              <a:endCxn id="49" idx="5"/>
            </p:cNvCxnSpPr>
            <p:nvPr/>
          </p:nvCxnSpPr>
          <p:spPr>
            <a:xfrm rot="10800000">
              <a:off x="11225509" y="5574529"/>
              <a:ext cx="287400" cy="46800"/>
            </a:xfrm>
            <a:prstGeom prst="straightConnector1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62" name="Google Shape;181;p1">
              <a:extLst>
                <a:ext uri="{FF2B5EF4-FFF2-40B4-BE49-F238E27FC236}">
                  <a16:creationId xmlns:a16="http://schemas.microsoft.com/office/drawing/2014/main" id="{FB0AEFA0-ABD8-1650-9643-E15D2687C089}"/>
                </a:ext>
              </a:extLst>
            </p:cNvPr>
            <p:cNvCxnSpPr>
              <a:stCxn id="466" idx="2"/>
              <a:endCxn id="448" idx="6"/>
            </p:cNvCxnSpPr>
            <p:nvPr/>
          </p:nvCxnSpPr>
          <p:spPr>
            <a:xfrm flipH="1">
              <a:off x="11418366" y="5897435"/>
              <a:ext cx="710100" cy="203100"/>
            </a:xfrm>
            <a:prstGeom prst="straightConnector1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63" name="Google Shape;183;p1">
              <a:extLst>
                <a:ext uri="{FF2B5EF4-FFF2-40B4-BE49-F238E27FC236}">
                  <a16:creationId xmlns:a16="http://schemas.microsoft.com/office/drawing/2014/main" id="{A94C11F5-6744-147A-88A8-08B5E5952931}"/>
                </a:ext>
              </a:extLst>
            </p:cNvPr>
            <p:cNvCxnSpPr>
              <a:stCxn id="466" idx="2"/>
              <a:endCxn id="47" idx="6"/>
            </p:cNvCxnSpPr>
            <p:nvPr/>
          </p:nvCxnSpPr>
          <p:spPr>
            <a:xfrm flipH="1">
              <a:off x="10911666" y="5897435"/>
              <a:ext cx="1216800" cy="126900"/>
            </a:xfrm>
            <a:prstGeom prst="straightConnector1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448" name="Google Shape;176;p1">
              <a:extLst>
                <a:ext uri="{FF2B5EF4-FFF2-40B4-BE49-F238E27FC236}">
                  <a16:creationId xmlns:a16="http://schemas.microsoft.com/office/drawing/2014/main" id="{C5A85341-6470-E422-16C4-EF85CDA60794}"/>
                </a:ext>
              </a:extLst>
            </p:cNvPr>
            <p:cNvSpPr/>
            <p:nvPr/>
          </p:nvSpPr>
          <p:spPr>
            <a:xfrm>
              <a:off x="11226037" y="6001619"/>
              <a:ext cx="192300" cy="198000"/>
            </a:xfrm>
            <a:prstGeom prst="ellipse">
              <a:avLst/>
            </a:prstGeom>
            <a:solidFill>
              <a:srgbClr val="E4E4E3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cxnSp>
          <p:nvCxnSpPr>
            <p:cNvPr id="449" name="Google Shape;184;p1">
              <a:extLst>
                <a:ext uri="{FF2B5EF4-FFF2-40B4-BE49-F238E27FC236}">
                  <a16:creationId xmlns:a16="http://schemas.microsoft.com/office/drawing/2014/main" id="{2AADE52D-1020-BFD7-8C3D-5ACBAB08FF56}"/>
                </a:ext>
              </a:extLst>
            </p:cNvPr>
            <p:cNvCxnSpPr>
              <a:stCxn id="33" idx="2"/>
              <a:endCxn id="51" idx="7"/>
            </p:cNvCxnSpPr>
            <p:nvPr/>
          </p:nvCxnSpPr>
          <p:spPr>
            <a:xfrm flipH="1">
              <a:off x="11202143" y="5649161"/>
              <a:ext cx="1035600" cy="712800"/>
            </a:xfrm>
            <a:prstGeom prst="straightConnector1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450" name="Google Shape;185;p1">
              <a:extLst>
                <a:ext uri="{FF2B5EF4-FFF2-40B4-BE49-F238E27FC236}">
                  <a16:creationId xmlns:a16="http://schemas.microsoft.com/office/drawing/2014/main" id="{461E13CF-9555-0F83-89A4-1BED124D85D9}"/>
                </a:ext>
              </a:extLst>
            </p:cNvPr>
            <p:cNvCxnSpPr>
              <a:stCxn id="33" idx="5"/>
              <a:endCxn id="40" idx="1"/>
            </p:cNvCxnSpPr>
            <p:nvPr/>
          </p:nvCxnSpPr>
          <p:spPr>
            <a:xfrm>
              <a:off x="12401881" y="5719165"/>
              <a:ext cx="907200" cy="894600"/>
            </a:xfrm>
            <a:prstGeom prst="straightConnector1">
              <a:avLst/>
            </a:prstGeom>
            <a:noFill/>
            <a:ln w="17925" cap="flat" cmpd="sng">
              <a:solidFill>
                <a:srgbClr val="D9D9D9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452" name="Google Shape;174;p1">
              <a:extLst>
                <a:ext uri="{FF2B5EF4-FFF2-40B4-BE49-F238E27FC236}">
                  <a16:creationId xmlns:a16="http://schemas.microsoft.com/office/drawing/2014/main" id="{8CC122A4-A373-15C9-75C0-43155ACAA43A}"/>
                </a:ext>
              </a:extLst>
            </p:cNvPr>
            <p:cNvSpPr/>
            <p:nvPr/>
          </p:nvSpPr>
          <p:spPr>
            <a:xfrm>
              <a:off x="10921235" y="5662025"/>
              <a:ext cx="192300" cy="198000"/>
            </a:xfrm>
            <a:prstGeom prst="ellipse">
              <a:avLst/>
            </a:prstGeom>
            <a:solidFill>
              <a:schemeClr val="bg2">
                <a:lumMod val="10000"/>
              </a:schemeClr>
            </a:solidFill>
            <a:ln w="9525" cap="flat" cmpd="sng">
              <a:solidFill>
                <a:schemeClr val="bg2">
                  <a:lumMod val="1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cxnSp>
          <p:nvCxnSpPr>
            <p:cNvPr id="453" name="Google Shape;186;p1">
              <a:extLst>
                <a:ext uri="{FF2B5EF4-FFF2-40B4-BE49-F238E27FC236}">
                  <a16:creationId xmlns:a16="http://schemas.microsoft.com/office/drawing/2014/main" id="{B1FD3894-64E2-5342-632D-0BA42E5907F3}"/>
                </a:ext>
              </a:extLst>
            </p:cNvPr>
            <p:cNvCxnSpPr>
              <a:stCxn id="466" idx="2"/>
              <a:endCxn id="51" idx="6"/>
            </p:cNvCxnSpPr>
            <p:nvPr/>
          </p:nvCxnSpPr>
          <p:spPr>
            <a:xfrm flipH="1">
              <a:off x="11230266" y="5897435"/>
              <a:ext cx="898200" cy="534600"/>
            </a:xfrm>
            <a:prstGeom prst="straightConnector1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456" name="Google Shape;187;p1">
              <a:extLst>
                <a:ext uri="{FF2B5EF4-FFF2-40B4-BE49-F238E27FC236}">
                  <a16:creationId xmlns:a16="http://schemas.microsoft.com/office/drawing/2014/main" id="{F587067E-8B7D-3D38-D227-6496A92D11E0}"/>
                </a:ext>
              </a:extLst>
            </p:cNvPr>
            <p:cNvCxnSpPr>
              <a:stCxn id="461" idx="6"/>
              <a:endCxn id="39" idx="2"/>
            </p:cNvCxnSpPr>
            <p:nvPr/>
          </p:nvCxnSpPr>
          <p:spPr>
            <a:xfrm rot="10800000" flipH="1">
              <a:off x="12553633" y="5743151"/>
              <a:ext cx="437100" cy="199800"/>
            </a:xfrm>
            <a:prstGeom prst="straightConnector1">
              <a:avLst/>
            </a:prstGeom>
            <a:noFill/>
            <a:ln w="9525" cap="flat" cmpd="sng">
              <a:solidFill>
                <a:schemeClr val="bg2">
                  <a:lumMod val="10000"/>
                </a:schemeClr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457" name="Google Shape;189;p1">
              <a:extLst>
                <a:ext uri="{FF2B5EF4-FFF2-40B4-BE49-F238E27FC236}">
                  <a16:creationId xmlns:a16="http://schemas.microsoft.com/office/drawing/2014/main" id="{28F79748-6D9E-307C-E562-761775EC617A}"/>
                </a:ext>
              </a:extLst>
            </p:cNvPr>
            <p:cNvCxnSpPr>
              <a:stCxn id="39" idx="7"/>
              <a:endCxn id="37" idx="2"/>
            </p:cNvCxnSpPr>
            <p:nvPr/>
          </p:nvCxnSpPr>
          <p:spPr>
            <a:xfrm rot="10800000" flipH="1">
              <a:off x="13154736" y="5621063"/>
              <a:ext cx="162600" cy="52200"/>
            </a:xfrm>
            <a:prstGeom prst="straightConnector1">
              <a:avLst/>
            </a:prstGeom>
            <a:noFill/>
            <a:ln w="9525" cap="flat" cmpd="sng">
              <a:solidFill>
                <a:srgbClr val="E4E4E3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458" name="Google Shape;190;p1">
              <a:extLst>
                <a:ext uri="{FF2B5EF4-FFF2-40B4-BE49-F238E27FC236}">
                  <a16:creationId xmlns:a16="http://schemas.microsoft.com/office/drawing/2014/main" id="{31B44D8B-A8BA-C686-7916-3AE3EC883F51}"/>
                </a:ext>
              </a:extLst>
            </p:cNvPr>
            <p:cNvCxnSpPr>
              <a:stCxn id="37" idx="6"/>
              <a:endCxn id="38" idx="2"/>
            </p:cNvCxnSpPr>
            <p:nvPr/>
          </p:nvCxnSpPr>
          <p:spPr>
            <a:xfrm rot="10800000" flipH="1">
              <a:off x="13509582" y="5405984"/>
              <a:ext cx="189900" cy="215100"/>
            </a:xfrm>
            <a:prstGeom prst="straightConnector1">
              <a:avLst/>
            </a:prstGeom>
            <a:noFill/>
            <a:ln w="9525" cap="flat" cmpd="sng">
              <a:solidFill>
                <a:srgbClr val="E4E4E3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459" name="Google Shape;191;p1">
              <a:extLst>
                <a:ext uri="{FF2B5EF4-FFF2-40B4-BE49-F238E27FC236}">
                  <a16:creationId xmlns:a16="http://schemas.microsoft.com/office/drawing/2014/main" id="{4C8C1901-5714-CAD2-B986-D18FB7601620}"/>
                </a:ext>
              </a:extLst>
            </p:cNvPr>
            <p:cNvCxnSpPr>
              <a:stCxn id="33" idx="6"/>
              <a:endCxn id="35" idx="2"/>
            </p:cNvCxnSpPr>
            <p:nvPr/>
          </p:nvCxnSpPr>
          <p:spPr>
            <a:xfrm rot="10800000" flipH="1">
              <a:off x="12430043" y="5497061"/>
              <a:ext cx="560700" cy="152100"/>
            </a:xfrm>
            <a:prstGeom prst="straightConnector1">
              <a:avLst/>
            </a:prstGeom>
            <a:noFill/>
            <a:ln w="9525" cap="flat" cmpd="sng">
              <a:solidFill>
                <a:srgbClr val="E4E4E3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461" name="Google Shape;188;p1">
              <a:extLst>
                <a:ext uri="{FF2B5EF4-FFF2-40B4-BE49-F238E27FC236}">
                  <a16:creationId xmlns:a16="http://schemas.microsoft.com/office/drawing/2014/main" id="{0CB3945D-7266-1345-B49A-D66FE91D28E2}"/>
                </a:ext>
              </a:extLst>
            </p:cNvPr>
            <p:cNvSpPr/>
            <p:nvPr/>
          </p:nvSpPr>
          <p:spPr>
            <a:xfrm>
              <a:off x="12361333" y="5843951"/>
              <a:ext cx="192300" cy="198000"/>
            </a:xfrm>
            <a:prstGeom prst="ellipse">
              <a:avLst/>
            </a:prstGeom>
            <a:solidFill>
              <a:schemeClr val="bg2">
                <a:lumMod val="10000"/>
              </a:schemeClr>
            </a:solidFill>
            <a:ln w="9525" cap="flat" cmpd="sng">
              <a:solidFill>
                <a:schemeClr val="bg2">
                  <a:lumMod val="1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cxnSp>
          <p:nvCxnSpPr>
            <p:cNvPr id="465" name="Google Shape;192;p1">
              <a:extLst>
                <a:ext uri="{FF2B5EF4-FFF2-40B4-BE49-F238E27FC236}">
                  <a16:creationId xmlns:a16="http://schemas.microsoft.com/office/drawing/2014/main" id="{63799BD2-E6F5-1225-2319-170E012BD21E}"/>
                </a:ext>
              </a:extLst>
            </p:cNvPr>
            <p:cNvCxnSpPr>
              <a:stCxn id="35" idx="7"/>
              <a:endCxn id="36" idx="2"/>
            </p:cNvCxnSpPr>
            <p:nvPr/>
          </p:nvCxnSpPr>
          <p:spPr>
            <a:xfrm rot="10800000" flipH="1">
              <a:off x="13154747" y="5328685"/>
              <a:ext cx="174300" cy="98400"/>
            </a:xfrm>
            <a:prstGeom prst="straightConnector1">
              <a:avLst/>
            </a:prstGeom>
            <a:noFill/>
            <a:ln w="9525" cap="flat" cmpd="sng">
              <a:solidFill>
                <a:srgbClr val="E4E4E3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466" name="Google Shape;182;p1">
              <a:extLst>
                <a:ext uri="{FF2B5EF4-FFF2-40B4-BE49-F238E27FC236}">
                  <a16:creationId xmlns:a16="http://schemas.microsoft.com/office/drawing/2014/main" id="{E27C9DB4-65CC-A58E-A303-96C336D69341}"/>
                </a:ext>
              </a:extLst>
            </p:cNvPr>
            <p:cNvSpPr/>
            <p:nvPr/>
          </p:nvSpPr>
          <p:spPr>
            <a:xfrm>
              <a:off x="12128466" y="5798435"/>
              <a:ext cx="192300" cy="198000"/>
            </a:xfrm>
            <a:prstGeom prst="ellipse">
              <a:avLst/>
            </a:prstGeom>
            <a:solidFill>
              <a:srgbClr val="E4E4E3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cxnSp>
          <p:nvCxnSpPr>
            <p:cNvPr id="468" name="Google Shape;193;p1">
              <a:extLst>
                <a:ext uri="{FF2B5EF4-FFF2-40B4-BE49-F238E27FC236}">
                  <a16:creationId xmlns:a16="http://schemas.microsoft.com/office/drawing/2014/main" id="{4F789A9A-C803-8516-B19E-AFCC74FBC0B6}"/>
                </a:ext>
              </a:extLst>
            </p:cNvPr>
            <p:cNvCxnSpPr>
              <a:stCxn id="52" idx="6"/>
              <a:endCxn id="40" idx="2"/>
            </p:cNvCxnSpPr>
            <p:nvPr/>
          </p:nvCxnSpPr>
          <p:spPr>
            <a:xfrm>
              <a:off x="12002606" y="6583990"/>
              <a:ext cx="1258500" cy="148800"/>
            </a:xfrm>
            <a:prstGeom prst="straightConnector1">
              <a:avLst/>
            </a:prstGeom>
            <a:noFill/>
            <a:ln w="35850" cap="flat" cmpd="sng">
              <a:solidFill>
                <a:srgbClr val="E4E4E3"/>
              </a:solidFill>
              <a:prstDash val="solid"/>
              <a:round/>
              <a:headEnd type="stealth" w="med" len="med"/>
              <a:tailEnd type="none" w="sm" len="sm"/>
            </a:ln>
          </p:spPr>
        </p:cxnSp>
        <p:cxnSp>
          <p:nvCxnSpPr>
            <p:cNvPr id="470" name="Google Shape;194;p1">
              <a:extLst>
                <a:ext uri="{FF2B5EF4-FFF2-40B4-BE49-F238E27FC236}">
                  <a16:creationId xmlns:a16="http://schemas.microsoft.com/office/drawing/2014/main" id="{24F30FFB-99C2-41EE-3803-7DA199EAF612}"/>
                </a:ext>
              </a:extLst>
            </p:cNvPr>
            <p:cNvCxnSpPr>
              <a:stCxn id="44" idx="1"/>
              <a:endCxn id="46" idx="5"/>
            </p:cNvCxnSpPr>
            <p:nvPr/>
          </p:nvCxnSpPr>
          <p:spPr>
            <a:xfrm rot="10800000">
              <a:off x="11729045" y="5839432"/>
              <a:ext cx="1188600" cy="962700"/>
            </a:xfrm>
            <a:prstGeom prst="straightConnector1">
              <a:avLst/>
            </a:prstGeom>
            <a:noFill/>
            <a:ln w="9525" cap="flat" cmpd="sng">
              <a:solidFill>
                <a:schemeClr val="bg2">
                  <a:lumMod val="10000"/>
                </a:schemeClr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471" name="Google Shape;195;p1">
              <a:extLst>
                <a:ext uri="{FF2B5EF4-FFF2-40B4-BE49-F238E27FC236}">
                  <a16:creationId xmlns:a16="http://schemas.microsoft.com/office/drawing/2014/main" id="{D2FF2FCA-4480-5B7B-1D12-F34F6EE8EDE3}"/>
                </a:ext>
              </a:extLst>
            </p:cNvPr>
            <p:cNvCxnSpPr>
              <a:stCxn id="466" idx="3"/>
              <a:endCxn id="52" idx="7"/>
            </p:cNvCxnSpPr>
            <p:nvPr/>
          </p:nvCxnSpPr>
          <p:spPr>
            <a:xfrm flipH="1">
              <a:off x="11921428" y="5967439"/>
              <a:ext cx="235200" cy="415800"/>
            </a:xfrm>
            <a:prstGeom prst="straightConnector1">
              <a:avLst/>
            </a:prstGeom>
            <a:noFill/>
            <a:ln w="35850" cap="flat" cmpd="sng">
              <a:solidFill>
                <a:srgbClr val="E4E4E3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472" name="Google Shape;196;p1">
              <a:extLst>
                <a:ext uri="{FF2B5EF4-FFF2-40B4-BE49-F238E27FC236}">
                  <a16:creationId xmlns:a16="http://schemas.microsoft.com/office/drawing/2014/main" id="{C0D7C11D-AB33-EE1D-BEC0-D7C79AD6830D}"/>
                </a:ext>
              </a:extLst>
            </p:cNvPr>
            <p:cNvCxnSpPr>
              <a:stCxn id="461" idx="5"/>
              <a:endCxn id="44" idx="1"/>
            </p:cNvCxnSpPr>
            <p:nvPr/>
          </p:nvCxnSpPr>
          <p:spPr>
            <a:xfrm>
              <a:off x="12525471" y="6012955"/>
              <a:ext cx="392100" cy="789300"/>
            </a:xfrm>
            <a:prstGeom prst="straightConnector1">
              <a:avLst/>
            </a:prstGeom>
            <a:noFill/>
            <a:ln w="9525" cap="flat" cmpd="sng">
              <a:solidFill>
                <a:schemeClr val="bg2">
                  <a:lumMod val="10000"/>
                </a:schemeClr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473" name="Google Shape;197;p1">
              <a:extLst>
                <a:ext uri="{FF2B5EF4-FFF2-40B4-BE49-F238E27FC236}">
                  <a16:creationId xmlns:a16="http://schemas.microsoft.com/office/drawing/2014/main" id="{94ECA2ED-31F8-A905-91AB-C1AB30400C1D}"/>
                </a:ext>
              </a:extLst>
            </p:cNvPr>
            <p:cNvCxnSpPr>
              <a:stCxn id="33" idx="6"/>
              <a:endCxn id="39" idx="2"/>
            </p:cNvCxnSpPr>
            <p:nvPr/>
          </p:nvCxnSpPr>
          <p:spPr>
            <a:xfrm>
              <a:off x="12430043" y="5649161"/>
              <a:ext cx="560700" cy="94200"/>
            </a:xfrm>
            <a:prstGeom prst="straightConnector1">
              <a:avLst/>
            </a:prstGeom>
            <a:noFill/>
            <a:ln w="9525" cap="flat" cmpd="sng">
              <a:solidFill>
                <a:schemeClr val="bg2">
                  <a:lumMod val="10000"/>
                </a:schemeClr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478" name="Google Shape;198;p1">
              <a:extLst>
                <a:ext uri="{FF2B5EF4-FFF2-40B4-BE49-F238E27FC236}">
                  <a16:creationId xmlns:a16="http://schemas.microsoft.com/office/drawing/2014/main" id="{DD5351F3-1BF2-CD13-6E16-052606919911}"/>
                </a:ext>
              </a:extLst>
            </p:cNvPr>
            <p:cNvCxnSpPr>
              <a:stCxn id="461" idx="6"/>
              <a:endCxn id="45" idx="2"/>
            </p:cNvCxnSpPr>
            <p:nvPr/>
          </p:nvCxnSpPr>
          <p:spPr>
            <a:xfrm>
              <a:off x="12553633" y="5942951"/>
              <a:ext cx="770400" cy="255300"/>
            </a:xfrm>
            <a:prstGeom prst="straightConnector1">
              <a:avLst/>
            </a:prstGeom>
            <a:noFill/>
            <a:ln w="9525" cap="flat" cmpd="sng">
              <a:solidFill>
                <a:schemeClr val="tx1">
                  <a:lumMod val="20000"/>
                  <a:lumOff val="80000"/>
                </a:schemeClr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479" name="Google Shape;199;p1">
              <a:extLst>
                <a:ext uri="{FF2B5EF4-FFF2-40B4-BE49-F238E27FC236}">
                  <a16:creationId xmlns:a16="http://schemas.microsoft.com/office/drawing/2014/main" id="{815B29F1-2228-C1DE-B4F8-29D3E8D11AF0}"/>
                </a:ext>
              </a:extLst>
            </p:cNvPr>
            <p:cNvCxnSpPr>
              <a:stCxn id="461" idx="3"/>
              <a:endCxn id="52" idx="7"/>
            </p:cNvCxnSpPr>
            <p:nvPr/>
          </p:nvCxnSpPr>
          <p:spPr>
            <a:xfrm flipH="1">
              <a:off x="11921495" y="6012955"/>
              <a:ext cx="468000" cy="370200"/>
            </a:xfrm>
            <a:prstGeom prst="straightConnector1">
              <a:avLst/>
            </a:prstGeom>
            <a:noFill/>
            <a:ln w="9525" cap="flat" cmpd="sng">
              <a:solidFill>
                <a:schemeClr val="tx1">
                  <a:lumMod val="20000"/>
                  <a:lumOff val="80000"/>
                </a:schemeClr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481" name="Google Shape;200;p1">
              <a:extLst>
                <a:ext uri="{FF2B5EF4-FFF2-40B4-BE49-F238E27FC236}">
                  <a16:creationId xmlns:a16="http://schemas.microsoft.com/office/drawing/2014/main" id="{800C6235-9CDB-EE6E-C61B-D8FC3B6A68D7}"/>
                </a:ext>
              </a:extLst>
            </p:cNvPr>
            <p:cNvCxnSpPr>
              <a:stCxn id="461" idx="6"/>
              <a:endCxn id="40" idx="1"/>
            </p:cNvCxnSpPr>
            <p:nvPr/>
          </p:nvCxnSpPr>
          <p:spPr>
            <a:xfrm>
              <a:off x="12553633" y="5942951"/>
              <a:ext cx="755400" cy="670800"/>
            </a:xfrm>
            <a:prstGeom prst="straightConnector1">
              <a:avLst/>
            </a:prstGeom>
            <a:noFill/>
            <a:ln w="17925" cap="flat" cmpd="sng">
              <a:solidFill>
                <a:schemeClr val="tx1">
                  <a:lumMod val="20000"/>
                  <a:lumOff val="80000"/>
                </a:schemeClr>
              </a:solidFill>
              <a:prstDash val="solid"/>
              <a:round/>
              <a:headEnd type="none" w="sm" len="sm"/>
              <a:tailEnd type="stealth" w="med" len="med"/>
            </a:ln>
          </p:spPr>
        </p:cxnSp>
      </p:grp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553ADD-41D6-9607-69DF-9743E98B3153}"/>
              </a:ext>
            </a:extLst>
          </p:cNvPr>
          <p:cNvCxnSpPr>
            <a:stCxn id="359" idx="3"/>
            <a:endCxn id="338" idx="7"/>
          </p:cNvCxnSpPr>
          <p:nvPr/>
        </p:nvCxnSpPr>
        <p:spPr>
          <a:xfrm flipH="1">
            <a:off x="8399404" y="7042161"/>
            <a:ext cx="192599" cy="170944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AC1DB65-3A48-C1FB-8980-361A5C8F8E9F}"/>
              </a:ext>
            </a:extLst>
          </p:cNvPr>
          <p:cNvCxnSpPr>
            <a:cxnSpLocks/>
            <a:stCxn id="359" idx="5"/>
            <a:endCxn id="329" idx="1"/>
          </p:cNvCxnSpPr>
          <p:nvPr/>
        </p:nvCxnSpPr>
        <p:spPr>
          <a:xfrm>
            <a:off x="8647968" y="7042161"/>
            <a:ext cx="161412" cy="36435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6967AB6-3E6B-2C1E-B2FD-CC45D230D8C8}"/>
              </a:ext>
            </a:extLst>
          </p:cNvPr>
          <p:cNvCxnSpPr>
            <a:stCxn id="359" idx="6"/>
            <a:endCxn id="328" idx="1"/>
          </p:cNvCxnSpPr>
          <p:nvPr/>
        </p:nvCxnSpPr>
        <p:spPr>
          <a:xfrm>
            <a:off x="8659559" y="7009840"/>
            <a:ext cx="310966" cy="309715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88F13CC-4833-9B61-82DC-D50AC7051CD8}"/>
              </a:ext>
            </a:extLst>
          </p:cNvPr>
          <p:cNvCxnSpPr>
            <a:stCxn id="359" idx="6"/>
            <a:endCxn id="331" idx="2"/>
          </p:cNvCxnSpPr>
          <p:nvPr/>
        </p:nvCxnSpPr>
        <p:spPr>
          <a:xfrm>
            <a:off x="8659559" y="7009840"/>
            <a:ext cx="317138" cy="1178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74BD4078-BDC6-4826-F419-C5A1954247C5}"/>
              </a:ext>
            </a:extLst>
          </p:cNvPr>
          <p:cNvCxnSpPr>
            <a:cxnSpLocks/>
            <a:stCxn id="359" idx="7"/>
            <a:endCxn id="327" idx="2"/>
          </p:cNvCxnSpPr>
          <p:nvPr/>
        </p:nvCxnSpPr>
        <p:spPr>
          <a:xfrm flipV="1">
            <a:off x="8647968" y="6917647"/>
            <a:ext cx="191438" cy="59873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47" name="TextBox 446">
            <a:extLst>
              <a:ext uri="{FF2B5EF4-FFF2-40B4-BE49-F238E27FC236}">
                <a16:creationId xmlns:a16="http://schemas.microsoft.com/office/drawing/2014/main" id="{152E59E1-6F36-8CCB-DA2F-058EC579C2BA}"/>
              </a:ext>
            </a:extLst>
          </p:cNvPr>
          <p:cNvSpPr txBox="1"/>
          <p:nvPr/>
        </p:nvSpPr>
        <p:spPr>
          <a:xfrm>
            <a:off x="3840480" y="2190475"/>
            <a:ext cx="670876" cy="28961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sym typeface="Source Sans Pro"/>
              </a:rPr>
              <a:t>Raw Data</a:t>
            </a:r>
          </a:p>
        </p:txBody>
      </p:sp>
      <p:sp>
        <p:nvSpPr>
          <p:cNvPr id="512" name="TextBox 511">
            <a:extLst>
              <a:ext uri="{FF2B5EF4-FFF2-40B4-BE49-F238E27FC236}">
                <a16:creationId xmlns:a16="http://schemas.microsoft.com/office/drawing/2014/main" id="{698D061F-CF8C-C60A-83B5-7EEA6877F972}"/>
              </a:ext>
            </a:extLst>
          </p:cNvPr>
          <p:cNvSpPr txBox="1"/>
          <p:nvPr/>
        </p:nvSpPr>
        <p:spPr>
          <a:xfrm>
            <a:off x="3840480" y="3063769"/>
            <a:ext cx="670876" cy="44343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000" b="0" dirty="0"/>
              <a:t>Tabular Data</a:t>
            </a:r>
            <a:endParaRPr kumimoji="0" lang="en-US" sz="1000" b="0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sym typeface="Source Sans Pro"/>
            </a:endParaRPr>
          </a:p>
        </p:txBody>
      </p:sp>
      <p:sp>
        <p:nvSpPr>
          <p:cNvPr id="515" name="TextBox 514">
            <a:extLst>
              <a:ext uri="{FF2B5EF4-FFF2-40B4-BE49-F238E27FC236}">
                <a16:creationId xmlns:a16="http://schemas.microsoft.com/office/drawing/2014/main" id="{3B914486-5606-E6B6-D72B-9359ED4F4929}"/>
              </a:ext>
            </a:extLst>
          </p:cNvPr>
          <p:cNvSpPr txBox="1"/>
          <p:nvPr/>
        </p:nvSpPr>
        <p:spPr>
          <a:xfrm>
            <a:off x="3840480" y="6836371"/>
            <a:ext cx="670876" cy="44343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sym typeface="Source Sans Pro"/>
              </a:rPr>
              <a:t>S3 Graph API</a:t>
            </a:r>
          </a:p>
        </p:txBody>
      </p:sp>
      <p:sp>
        <p:nvSpPr>
          <p:cNvPr id="516" name="TextBox 515">
            <a:extLst>
              <a:ext uri="{FF2B5EF4-FFF2-40B4-BE49-F238E27FC236}">
                <a16:creationId xmlns:a16="http://schemas.microsoft.com/office/drawing/2014/main" id="{8519F82D-B02C-CC16-ED3F-1F81824AED62}"/>
              </a:ext>
            </a:extLst>
          </p:cNvPr>
          <p:cNvSpPr txBox="1"/>
          <p:nvPr/>
        </p:nvSpPr>
        <p:spPr>
          <a:xfrm>
            <a:off x="3840480" y="8392953"/>
            <a:ext cx="670876" cy="44343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sym typeface="Source Sans Pro"/>
              </a:rPr>
              <a:t>Graph Export</a:t>
            </a:r>
          </a:p>
        </p:txBody>
      </p:sp>
      <p:sp>
        <p:nvSpPr>
          <p:cNvPr id="514" name="TextBox 513">
            <a:extLst>
              <a:ext uri="{FF2B5EF4-FFF2-40B4-BE49-F238E27FC236}">
                <a16:creationId xmlns:a16="http://schemas.microsoft.com/office/drawing/2014/main" id="{F2F7BE4C-0638-2036-B1F5-1D337817606A}"/>
              </a:ext>
            </a:extLst>
          </p:cNvPr>
          <p:cNvSpPr txBox="1"/>
          <p:nvPr/>
        </p:nvSpPr>
        <p:spPr>
          <a:xfrm>
            <a:off x="3840480" y="5212625"/>
            <a:ext cx="670876" cy="44343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sym typeface="Source Sans Pro"/>
              </a:rPr>
              <a:t>S3 Graph Class</a:t>
            </a:r>
          </a:p>
        </p:txBody>
      </p:sp>
      <p:sp>
        <p:nvSpPr>
          <p:cNvPr id="368" name="Line">
            <a:extLst>
              <a:ext uri="{FF2B5EF4-FFF2-40B4-BE49-F238E27FC236}">
                <a16:creationId xmlns:a16="http://schemas.microsoft.com/office/drawing/2014/main" id="{6CD73DF4-5705-9D9F-4FF5-460DA87BE290}"/>
              </a:ext>
            </a:extLst>
          </p:cNvPr>
          <p:cNvSpPr/>
          <p:nvPr/>
        </p:nvSpPr>
        <p:spPr>
          <a:xfrm flipV="1">
            <a:off x="4522135" y="2137177"/>
            <a:ext cx="0" cy="426359"/>
          </a:xfrm>
          <a:prstGeom prst="line">
            <a:avLst/>
          </a:prstGeom>
          <a:ln w="12700">
            <a:solidFill>
              <a:schemeClr val="tx1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441" name="Line">
            <a:extLst>
              <a:ext uri="{FF2B5EF4-FFF2-40B4-BE49-F238E27FC236}">
                <a16:creationId xmlns:a16="http://schemas.microsoft.com/office/drawing/2014/main" id="{6E6F6ABF-7AD7-2DBC-06C7-5C5D0161348A}"/>
              </a:ext>
            </a:extLst>
          </p:cNvPr>
          <p:cNvSpPr/>
          <p:nvPr/>
        </p:nvSpPr>
        <p:spPr>
          <a:xfrm flipV="1">
            <a:off x="4528417" y="3111108"/>
            <a:ext cx="0" cy="426359"/>
          </a:xfrm>
          <a:prstGeom prst="line">
            <a:avLst/>
          </a:prstGeom>
          <a:ln w="12700">
            <a:solidFill>
              <a:schemeClr val="tx1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442" name="Line">
            <a:extLst>
              <a:ext uri="{FF2B5EF4-FFF2-40B4-BE49-F238E27FC236}">
                <a16:creationId xmlns:a16="http://schemas.microsoft.com/office/drawing/2014/main" id="{CDCD9254-B915-4550-63F1-DF060694AC9B}"/>
              </a:ext>
            </a:extLst>
          </p:cNvPr>
          <p:cNvSpPr/>
          <p:nvPr/>
        </p:nvSpPr>
        <p:spPr>
          <a:xfrm flipV="1">
            <a:off x="4522135" y="3898620"/>
            <a:ext cx="0" cy="616615"/>
          </a:xfrm>
          <a:prstGeom prst="line">
            <a:avLst/>
          </a:prstGeom>
          <a:ln w="12700">
            <a:solidFill>
              <a:schemeClr val="tx1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443" name="Line">
            <a:extLst>
              <a:ext uri="{FF2B5EF4-FFF2-40B4-BE49-F238E27FC236}">
                <a16:creationId xmlns:a16="http://schemas.microsoft.com/office/drawing/2014/main" id="{CA331611-3419-507E-22F2-EE72AB63F851}"/>
              </a:ext>
            </a:extLst>
          </p:cNvPr>
          <p:cNvSpPr/>
          <p:nvPr/>
        </p:nvSpPr>
        <p:spPr>
          <a:xfrm flipV="1">
            <a:off x="4522135" y="5070787"/>
            <a:ext cx="0" cy="859042"/>
          </a:xfrm>
          <a:prstGeom prst="line">
            <a:avLst/>
          </a:prstGeom>
          <a:ln w="12700">
            <a:solidFill>
              <a:schemeClr val="tx1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444" name="Line">
            <a:extLst>
              <a:ext uri="{FF2B5EF4-FFF2-40B4-BE49-F238E27FC236}">
                <a16:creationId xmlns:a16="http://schemas.microsoft.com/office/drawing/2014/main" id="{783934E5-8894-142F-3FDC-7E61CC9B86A1}"/>
              </a:ext>
            </a:extLst>
          </p:cNvPr>
          <p:cNvSpPr/>
          <p:nvPr/>
        </p:nvSpPr>
        <p:spPr>
          <a:xfrm flipV="1">
            <a:off x="4522135" y="6530366"/>
            <a:ext cx="0" cy="1080659"/>
          </a:xfrm>
          <a:prstGeom prst="line">
            <a:avLst/>
          </a:prstGeom>
          <a:ln w="12700">
            <a:solidFill>
              <a:schemeClr val="tx1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445" name="Line">
            <a:extLst>
              <a:ext uri="{FF2B5EF4-FFF2-40B4-BE49-F238E27FC236}">
                <a16:creationId xmlns:a16="http://schemas.microsoft.com/office/drawing/2014/main" id="{520E53C8-C9B4-3EC1-72DD-B457A422BA56}"/>
              </a:ext>
            </a:extLst>
          </p:cNvPr>
          <p:cNvSpPr/>
          <p:nvPr/>
        </p:nvSpPr>
        <p:spPr>
          <a:xfrm flipV="1">
            <a:off x="4526280" y="8412170"/>
            <a:ext cx="0" cy="426359"/>
          </a:xfrm>
          <a:prstGeom prst="line">
            <a:avLst/>
          </a:prstGeom>
          <a:ln w="12700">
            <a:solidFill>
              <a:schemeClr val="tx1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513" name="TextBox 512">
            <a:extLst>
              <a:ext uri="{FF2B5EF4-FFF2-40B4-BE49-F238E27FC236}">
                <a16:creationId xmlns:a16="http://schemas.microsoft.com/office/drawing/2014/main" id="{42697ED6-BE8A-A7DD-963E-018B8D2609F4}"/>
              </a:ext>
            </a:extLst>
          </p:cNvPr>
          <p:cNvSpPr txBox="1"/>
          <p:nvPr/>
        </p:nvSpPr>
        <p:spPr>
          <a:xfrm>
            <a:off x="3840480" y="3946702"/>
            <a:ext cx="582846" cy="46907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000" b="0" dirty="0"/>
              <a:t>Node/</a:t>
            </a:r>
          </a:p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000" b="0" dirty="0"/>
              <a:t>Edgelist</a:t>
            </a:r>
            <a:endParaRPr kumimoji="0" lang="en-US" sz="1000" b="0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sym typeface="Source Sans Pro"/>
            </a:endParaRPr>
          </a:p>
        </p:txBody>
      </p:sp>
      <p:sp>
        <p:nvSpPr>
          <p:cNvPr id="529" name="Manipulate Variables">
            <a:extLst>
              <a:ext uri="{FF2B5EF4-FFF2-40B4-BE49-F238E27FC236}">
                <a16:creationId xmlns:a16="http://schemas.microsoft.com/office/drawing/2014/main" id="{09ED3F92-875A-0DE6-0C8E-899A696C03F3}"/>
              </a:ext>
            </a:extLst>
          </p:cNvPr>
          <p:cNvSpPr txBox="1"/>
          <p:nvPr/>
        </p:nvSpPr>
        <p:spPr>
          <a:xfrm>
            <a:off x="274320" y="3474720"/>
            <a:ext cx="1800173" cy="339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/>
              <a:t>Downloaders</a:t>
            </a:r>
            <a:endParaRPr dirty="0"/>
          </a:p>
        </p:txBody>
      </p:sp>
      <p:cxnSp>
        <p:nvCxnSpPr>
          <p:cNvPr id="519" name="Connector: Elbow 518">
            <a:extLst>
              <a:ext uri="{FF2B5EF4-FFF2-40B4-BE49-F238E27FC236}">
                <a16:creationId xmlns:a16="http://schemas.microsoft.com/office/drawing/2014/main" id="{F02E0EB9-E8F0-C8E0-77CD-037967C13C7F}"/>
              </a:ext>
            </a:extLst>
          </p:cNvPr>
          <p:cNvCxnSpPr>
            <a:cxnSpLocks/>
            <a:endCxn id="421" idx="1"/>
          </p:cNvCxnSpPr>
          <p:nvPr/>
        </p:nvCxnSpPr>
        <p:spPr>
          <a:xfrm flipV="1">
            <a:off x="5253412" y="8490981"/>
            <a:ext cx="4622108" cy="768741"/>
          </a:xfrm>
          <a:prstGeom prst="bentConnector3">
            <a:avLst>
              <a:gd name="adj1" fmla="val 96900"/>
            </a:avLst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47" name="Connector: Elbow 546">
            <a:extLst>
              <a:ext uri="{FF2B5EF4-FFF2-40B4-BE49-F238E27FC236}">
                <a16:creationId xmlns:a16="http://schemas.microsoft.com/office/drawing/2014/main" id="{56A8DEF2-D40B-F343-BAC6-2001D715DF0D}"/>
              </a:ext>
            </a:extLst>
          </p:cNvPr>
          <p:cNvCxnSpPr>
            <a:stCxn id="529" idx="3"/>
            <a:endCxn id="447" idx="1"/>
          </p:cNvCxnSpPr>
          <p:nvPr/>
        </p:nvCxnSpPr>
        <p:spPr>
          <a:xfrm flipV="1">
            <a:off x="2074493" y="2335283"/>
            <a:ext cx="1765987" cy="1309378"/>
          </a:xfrm>
          <a:prstGeom prst="bentConnector3">
            <a:avLst>
              <a:gd name="adj1" fmla="val 83560"/>
            </a:avLst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50" name="Straight Connector 549">
            <a:extLst>
              <a:ext uri="{FF2B5EF4-FFF2-40B4-BE49-F238E27FC236}">
                <a16:creationId xmlns:a16="http://schemas.microsoft.com/office/drawing/2014/main" id="{8B69D299-1C72-C90C-7896-7666F616953E}"/>
              </a:ext>
            </a:extLst>
          </p:cNvPr>
          <p:cNvCxnSpPr>
            <a:cxnSpLocks/>
            <a:stCxn id="488" idx="3"/>
            <a:endCxn id="512" idx="1"/>
          </p:cNvCxnSpPr>
          <p:nvPr/>
        </p:nvCxnSpPr>
        <p:spPr>
          <a:xfrm flipV="1">
            <a:off x="1292227" y="3285487"/>
            <a:ext cx="2548253" cy="2372922"/>
          </a:xfrm>
          <a:prstGeom prst="bentConnector3">
            <a:avLst>
              <a:gd name="adj1" fmla="val 91549"/>
            </a:avLst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56" name="Connector: Elbow 555">
            <a:extLst>
              <a:ext uri="{FF2B5EF4-FFF2-40B4-BE49-F238E27FC236}">
                <a16:creationId xmlns:a16="http://schemas.microsoft.com/office/drawing/2014/main" id="{8330692E-1811-56A8-D86E-C71BB0992C2B}"/>
              </a:ext>
            </a:extLst>
          </p:cNvPr>
          <p:cNvCxnSpPr>
            <a:cxnSpLocks/>
            <a:stCxn id="326" idx="3"/>
            <a:endCxn id="513" idx="1"/>
          </p:cNvCxnSpPr>
          <p:nvPr/>
        </p:nvCxnSpPr>
        <p:spPr>
          <a:xfrm flipV="1">
            <a:off x="2100141" y="4181239"/>
            <a:ext cx="1740339" cy="3943982"/>
          </a:xfrm>
          <a:prstGeom prst="bentConnector3">
            <a:avLst>
              <a:gd name="adj1" fmla="val 94097"/>
            </a:avLst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65" name="Connector: Elbow 564">
            <a:extLst>
              <a:ext uri="{FF2B5EF4-FFF2-40B4-BE49-F238E27FC236}">
                <a16:creationId xmlns:a16="http://schemas.microsoft.com/office/drawing/2014/main" id="{BCA8B882-C6B6-A4DD-4311-3E1AAA2D773D}"/>
              </a:ext>
            </a:extLst>
          </p:cNvPr>
          <p:cNvCxnSpPr>
            <a:stCxn id="28" idx="2"/>
            <a:endCxn id="12" idx="0"/>
          </p:cNvCxnSpPr>
          <p:nvPr/>
        </p:nvCxnSpPr>
        <p:spPr>
          <a:xfrm rot="16200000" flipH="1">
            <a:off x="5549664" y="2889127"/>
            <a:ext cx="260918" cy="2153"/>
          </a:xfrm>
          <a:prstGeom prst="bentConnector3">
            <a:avLst>
              <a:gd name="adj1" fmla="val 50000"/>
            </a:avLst>
          </a:prstGeom>
          <a:noFill/>
          <a:ln w="25400" cap="flat">
            <a:solidFill>
              <a:srgbClr val="000000"/>
            </a:solidFill>
            <a:prstDash val="dash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66" name="Connector: Elbow 565">
            <a:extLst>
              <a:ext uri="{FF2B5EF4-FFF2-40B4-BE49-F238E27FC236}">
                <a16:creationId xmlns:a16="http://schemas.microsoft.com/office/drawing/2014/main" id="{F5990A00-F415-9D7B-35A9-77FF4B38C180}"/>
              </a:ext>
            </a:extLst>
          </p:cNvPr>
          <p:cNvCxnSpPr>
            <a:cxnSpLocks/>
            <a:stCxn id="20" idx="2"/>
            <a:endCxn id="15" idx="0"/>
          </p:cNvCxnSpPr>
          <p:nvPr/>
        </p:nvCxnSpPr>
        <p:spPr>
          <a:xfrm rot="16200000" flipH="1">
            <a:off x="6777730" y="2870258"/>
            <a:ext cx="288460" cy="12350"/>
          </a:xfrm>
          <a:prstGeom prst="bentConnector3">
            <a:avLst>
              <a:gd name="adj1" fmla="val 50000"/>
            </a:avLst>
          </a:prstGeom>
          <a:noFill/>
          <a:ln w="25400" cap="flat">
            <a:solidFill>
              <a:srgbClr val="000000"/>
            </a:solidFill>
            <a:prstDash val="dash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69" name="Connector: Elbow 568">
            <a:extLst>
              <a:ext uri="{FF2B5EF4-FFF2-40B4-BE49-F238E27FC236}">
                <a16:creationId xmlns:a16="http://schemas.microsoft.com/office/drawing/2014/main" id="{0AE795BF-03B0-78D4-F7CE-EE3912498F04}"/>
              </a:ext>
            </a:extLst>
          </p:cNvPr>
          <p:cNvCxnSpPr>
            <a:cxnSpLocks/>
            <a:stCxn id="24" idx="2"/>
            <a:endCxn id="18" idx="0"/>
          </p:cNvCxnSpPr>
          <p:nvPr/>
        </p:nvCxnSpPr>
        <p:spPr>
          <a:xfrm rot="16200000" flipH="1">
            <a:off x="8050411" y="2866470"/>
            <a:ext cx="302691" cy="5694"/>
          </a:xfrm>
          <a:prstGeom prst="bentConnector3">
            <a:avLst>
              <a:gd name="adj1" fmla="val 50000"/>
            </a:avLst>
          </a:prstGeom>
          <a:noFill/>
          <a:ln w="25400" cap="flat">
            <a:solidFill>
              <a:srgbClr val="000000"/>
            </a:solidFill>
            <a:prstDash val="dash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72" name="Connector: Elbow 571">
            <a:extLst>
              <a:ext uri="{FF2B5EF4-FFF2-40B4-BE49-F238E27FC236}">
                <a16:creationId xmlns:a16="http://schemas.microsoft.com/office/drawing/2014/main" id="{BD6E41A4-77D5-AF05-441F-2FB818FC6908}"/>
              </a:ext>
            </a:extLst>
          </p:cNvPr>
          <p:cNvCxnSpPr>
            <a:cxnSpLocks/>
            <a:stCxn id="12" idx="2"/>
          </p:cNvCxnSpPr>
          <p:nvPr/>
        </p:nvCxnSpPr>
        <p:spPr>
          <a:xfrm rot="16200000" flipH="1">
            <a:off x="5570444" y="3725173"/>
            <a:ext cx="222875" cy="1363"/>
          </a:xfrm>
          <a:prstGeom prst="bentConnector3">
            <a:avLst>
              <a:gd name="adj1" fmla="val 50000"/>
            </a:avLst>
          </a:prstGeom>
          <a:noFill/>
          <a:ln w="25400" cap="flat">
            <a:solidFill>
              <a:srgbClr val="000000"/>
            </a:solidFill>
            <a:prstDash val="dash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75" name="Connector: Elbow 574">
            <a:extLst>
              <a:ext uri="{FF2B5EF4-FFF2-40B4-BE49-F238E27FC236}">
                <a16:creationId xmlns:a16="http://schemas.microsoft.com/office/drawing/2014/main" id="{92354F6D-5E04-48F9-A18D-4188687EFF66}"/>
              </a:ext>
            </a:extLst>
          </p:cNvPr>
          <p:cNvCxnSpPr>
            <a:cxnSpLocks/>
            <a:stCxn id="15" idx="2"/>
          </p:cNvCxnSpPr>
          <p:nvPr/>
        </p:nvCxnSpPr>
        <p:spPr>
          <a:xfrm rot="5400000">
            <a:off x="6816796" y="3719409"/>
            <a:ext cx="216330" cy="6348"/>
          </a:xfrm>
          <a:prstGeom prst="bentConnector3">
            <a:avLst>
              <a:gd name="adj1" fmla="val 50000"/>
            </a:avLst>
          </a:prstGeom>
          <a:noFill/>
          <a:ln w="25400" cap="flat">
            <a:solidFill>
              <a:srgbClr val="000000"/>
            </a:solidFill>
            <a:prstDash val="dash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61" name="Connector: Elbow 260">
            <a:extLst>
              <a:ext uri="{FF2B5EF4-FFF2-40B4-BE49-F238E27FC236}">
                <a16:creationId xmlns:a16="http://schemas.microsoft.com/office/drawing/2014/main" id="{3FD55C3D-720E-D5F7-1387-C64DD9B57938}"/>
              </a:ext>
            </a:extLst>
          </p:cNvPr>
          <p:cNvCxnSpPr>
            <a:cxnSpLocks/>
            <a:stCxn id="18" idx="2"/>
          </p:cNvCxnSpPr>
          <p:nvPr/>
        </p:nvCxnSpPr>
        <p:spPr>
          <a:xfrm rot="5400000">
            <a:off x="8093340" y="3719333"/>
            <a:ext cx="216179" cy="6348"/>
          </a:xfrm>
          <a:prstGeom prst="bentConnector3">
            <a:avLst>
              <a:gd name="adj1" fmla="val 50000"/>
            </a:avLst>
          </a:prstGeom>
          <a:noFill/>
          <a:ln w="25400" cap="flat">
            <a:solidFill>
              <a:srgbClr val="000000"/>
            </a:solidFill>
            <a:prstDash val="dash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55" name="Connector: Elbow 354">
            <a:extLst>
              <a:ext uri="{FF2B5EF4-FFF2-40B4-BE49-F238E27FC236}">
                <a16:creationId xmlns:a16="http://schemas.microsoft.com/office/drawing/2014/main" id="{EDF85F35-718C-1383-480B-10C64C15D511}"/>
              </a:ext>
            </a:extLst>
          </p:cNvPr>
          <p:cNvCxnSpPr>
            <a:cxnSpLocks/>
            <a:endCxn id="369" idx="1"/>
          </p:cNvCxnSpPr>
          <p:nvPr/>
        </p:nvCxnSpPr>
        <p:spPr>
          <a:xfrm rot="16200000" flipH="1">
            <a:off x="5457268" y="4721091"/>
            <a:ext cx="664345" cy="213754"/>
          </a:xfrm>
          <a:prstGeom prst="bentConnector2">
            <a:avLst/>
          </a:prstGeom>
          <a:noFill/>
          <a:ln w="25400" cap="flat">
            <a:solidFill>
              <a:srgbClr val="000000"/>
            </a:solidFill>
            <a:prstDash val="dash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69" name="TextBox 368">
            <a:extLst>
              <a:ext uri="{FF2B5EF4-FFF2-40B4-BE49-F238E27FC236}">
                <a16:creationId xmlns:a16="http://schemas.microsoft.com/office/drawing/2014/main" id="{5A2A7A5D-319F-30BB-D29E-89B3CEFAA433}"/>
              </a:ext>
            </a:extLst>
          </p:cNvPr>
          <p:cNvSpPr txBox="1"/>
          <p:nvPr/>
        </p:nvSpPr>
        <p:spPr>
          <a:xfrm>
            <a:off x="5896317" y="4789728"/>
            <a:ext cx="2124618" cy="74082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382" name="Connector: Elbow 381">
            <a:extLst>
              <a:ext uri="{FF2B5EF4-FFF2-40B4-BE49-F238E27FC236}">
                <a16:creationId xmlns:a16="http://schemas.microsoft.com/office/drawing/2014/main" id="{B3BC2F61-4A8C-75D1-876E-445E671AE995}"/>
              </a:ext>
            </a:extLst>
          </p:cNvPr>
          <p:cNvCxnSpPr>
            <a:cxnSpLocks/>
            <a:endCxn id="369" idx="0"/>
          </p:cNvCxnSpPr>
          <p:nvPr/>
        </p:nvCxnSpPr>
        <p:spPr>
          <a:xfrm rot="16200000" flipH="1">
            <a:off x="6776212" y="4637806"/>
            <a:ext cx="303844" cy="0"/>
          </a:xfrm>
          <a:prstGeom prst="bentConnector3">
            <a:avLst/>
          </a:prstGeom>
          <a:noFill/>
          <a:ln w="25400" cap="flat">
            <a:solidFill>
              <a:srgbClr val="000000"/>
            </a:solidFill>
            <a:prstDash val="dash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25" name="Connector: Elbow 424">
            <a:extLst>
              <a:ext uri="{FF2B5EF4-FFF2-40B4-BE49-F238E27FC236}">
                <a16:creationId xmlns:a16="http://schemas.microsoft.com/office/drawing/2014/main" id="{DD720D28-0D7C-87D2-A19E-FE1B13916C20}"/>
              </a:ext>
            </a:extLst>
          </p:cNvPr>
          <p:cNvCxnSpPr>
            <a:cxnSpLocks/>
            <a:endCxn id="369" idx="3"/>
          </p:cNvCxnSpPr>
          <p:nvPr/>
        </p:nvCxnSpPr>
        <p:spPr>
          <a:xfrm rot="5400000">
            <a:off x="7747588" y="4715437"/>
            <a:ext cx="718051" cy="171357"/>
          </a:xfrm>
          <a:prstGeom prst="bentConnector2">
            <a:avLst/>
          </a:prstGeom>
          <a:noFill/>
          <a:ln w="25400" cap="flat">
            <a:solidFill>
              <a:srgbClr val="000000"/>
            </a:solidFill>
            <a:prstDash val="dash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33" name="Connector: Elbow 432">
            <a:extLst>
              <a:ext uri="{FF2B5EF4-FFF2-40B4-BE49-F238E27FC236}">
                <a16:creationId xmlns:a16="http://schemas.microsoft.com/office/drawing/2014/main" id="{59B01F11-D318-BC50-6232-DC3B392986C6}"/>
              </a:ext>
            </a:extLst>
          </p:cNvPr>
          <p:cNvCxnSpPr>
            <a:cxnSpLocks/>
          </p:cNvCxnSpPr>
          <p:nvPr/>
        </p:nvCxnSpPr>
        <p:spPr>
          <a:xfrm rot="5400000">
            <a:off x="6675246" y="6407725"/>
            <a:ext cx="580550" cy="0"/>
          </a:xfrm>
          <a:prstGeom prst="bentConnector3">
            <a:avLst/>
          </a:prstGeom>
          <a:noFill/>
          <a:ln w="25400" cap="flat">
            <a:solidFill>
              <a:srgbClr val="000000"/>
            </a:solidFill>
            <a:prstDash val="dash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36" name="Connector: Elbow 435">
            <a:extLst>
              <a:ext uri="{FF2B5EF4-FFF2-40B4-BE49-F238E27FC236}">
                <a16:creationId xmlns:a16="http://schemas.microsoft.com/office/drawing/2014/main" id="{B614C890-8DF1-9AFA-F5C1-C65FF66F8442}"/>
              </a:ext>
            </a:extLst>
          </p:cNvPr>
          <p:cNvCxnSpPr>
            <a:cxnSpLocks/>
            <a:stCxn id="440" idx="1"/>
          </p:cNvCxnSpPr>
          <p:nvPr/>
        </p:nvCxnSpPr>
        <p:spPr>
          <a:xfrm rot="10800000" flipV="1">
            <a:off x="5466126" y="5740690"/>
            <a:ext cx="439624" cy="590806"/>
          </a:xfrm>
          <a:prstGeom prst="bentConnector2">
            <a:avLst/>
          </a:prstGeom>
          <a:noFill/>
          <a:ln w="25400" cap="flat">
            <a:solidFill>
              <a:srgbClr val="000000"/>
            </a:solidFill>
            <a:prstDash val="dash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40" name="TextBox 439">
            <a:extLst>
              <a:ext uri="{FF2B5EF4-FFF2-40B4-BE49-F238E27FC236}">
                <a16:creationId xmlns:a16="http://schemas.microsoft.com/office/drawing/2014/main" id="{27E334C2-1219-9FDD-CA4B-B1C7B7C9A800}"/>
              </a:ext>
            </a:extLst>
          </p:cNvPr>
          <p:cNvSpPr txBox="1"/>
          <p:nvPr/>
        </p:nvSpPr>
        <p:spPr>
          <a:xfrm>
            <a:off x="5905750" y="5370278"/>
            <a:ext cx="2124618" cy="74082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576" name="Connector: Elbow 575">
            <a:extLst>
              <a:ext uri="{FF2B5EF4-FFF2-40B4-BE49-F238E27FC236}">
                <a16:creationId xmlns:a16="http://schemas.microsoft.com/office/drawing/2014/main" id="{6E551EF7-74B5-3C71-111B-DA0E615F35C7}"/>
              </a:ext>
            </a:extLst>
          </p:cNvPr>
          <p:cNvCxnSpPr>
            <a:cxnSpLocks/>
            <a:stCxn id="440" idx="3"/>
          </p:cNvCxnSpPr>
          <p:nvPr/>
        </p:nvCxnSpPr>
        <p:spPr>
          <a:xfrm>
            <a:off x="8030368" y="5740691"/>
            <a:ext cx="542787" cy="892681"/>
          </a:xfrm>
          <a:prstGeom prst="bentConnector2">
            <a:avLst/>
          </a:prstGeom>
          <a:noFill/>
          <a:ln w="25400" cap="flat">
            <a:solidFill>
              <a:srgbClr val="000000"/>
            </a:solidFill>
            <a:prstDash val="dash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80" name="Connector: Elbow 579">
            <a:extLst>
              <a:ext uri="{FF2B5EF4-FFF2-40B4-BE49-F238E27FC236}">
                <a16:creationId xmlns:a16="http://schemas.microsoft.com/office/drawing/2014/main" id="{8F217B19-AD53-B1FA-EA55-DFF3D807F6B7}"/>
              </a:ext>
            </a:extLst>
          </p:cNvPr>
          <p:cNvCxnSpPr>
            <a:cxnSpLocks/>
            <a:endCxn id="258" idx="1"/>
          </p:cNvCxnSpPr>
          <p:nvPr/>
        </p:nvCxnSpPr>
        <p:spPr>
          <a:xfrm>
            <a:off x="5705594" y="7738089"/>
            <a:ext cx="1064272" cy="896112"/>
          </a:xfrm>
          <a:prstGeom prst="bentConnector3">
            <a:avLst>
              <a:gd name="adj1" fmla="val -119"/>
            </a:avLst>
          </a:prstGeom>
          <a:noFill/>
          <a:ln w="25400" cap="flat">
            <a:solidFill>
              <a:srgbClr val="000000"/>
            </a:solidFill>
            <a:prstDash val="dash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83" name="Connector: Elbow 582">
            <a:extLst>
              <a:ext uri="{FF2B5EF4-FFF2-40B4-BE49-F238E27FC236}">
                <a16:creationId xmlns:a16="http://schemas.microsoft.com/office/drawing/2014/main" id="{B283991E-5BC6-7E64-EF14-F45D3E811DF5}"/>
              </a:ext>
            </a:extLst>
          </p:cNvPr>
          <p:cNvCxnSpPr>
            <a:cxnSpLocks/>
          </p:cNvCxnSpPr>
          <p:nvPr/>
        </p:nvCxnSpPr>
        <p:spPr>
          <a:xfrm rot="5400000">
            <a:off x="6583854" y="8019318"/>
            <a:ext cx="799686" cy="0"/>
          </a:xfrm>
          <a:prstGeom prst="bentConnector3">
            <a:avLst/>
          </a:prstGeom>
          <a:noFill/>
          <a:ln w="25400" cap="flat">
            <a:solidFill>
              <a:srgbClr val="000000"/>
            </a:solidFill>
            <a:prstDash val="dash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88" name="Connector: Elbow 587">
            <a:extLst>
              <a:ext uri="{FF2B5EF4-FFF2-40B4-BE49-F238E27FC236}">
                <a16:creationId xmlns:a16="http://schemas.microsoft.com/office/drawing/2014/main" id="{D2EFB4B0-426A-CAF5-7290-BFDF7A52E52C}"/>
              </a:ext>
            </a:extLst>
          </p:cNvPr>
          <p:cNvCxnSpPr>
            <a:cxnSpLocks/>
            <a:endCxn id="258" idx="3"/>
          </p:cNvCxnSpPr>
          <p:nvPr/>
        </p:nvCxnSpPr>
        <p:spPr>
          <a:xfrm rot="10800000" flipV="1">
            <a:off x="7276368" y="7661249"/>
            <a:ext cx="1371600" cy="972953"/>
          </a:xfrm>
          <a:prstGeom prst="bentConnector3">
            <a:avLst>
              <a:gd name="adj1" fmla="val 1055"/>
            </a:avLst>
          </a:prstGeom>
          <a:noFill/>
          <a:ln w="25400" cap="flat">
            <a:solidFill>
              <a:srgbClr val="000000"/>
            </a:solidFill>
            <a:prstDash val="dash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4409BD0-DCDC-3513-7F68-76FE4EFBE7B0}"/>
              </a:ext>
            </a:extLst>
          </p:cNvPr>
          <p:cNvGrpSpPr/>
          <p:nvPr/>
        </p:nvGrpSpPr>
        <p:grpSpPr>
          <a:xfrm>
            <a:off x="4743746" y="6384680"/>
            <a:ext cx="1467990" cy="1268254"/>
            <a:chOff x="4743746" y="6200121"/>
            <a:chExt cx="1467990" cy="1268806"/>
          </a:xfrm>
        </p:grpSpPr>
        <p:grpSp>
          <p:nvGrpSpPr>
            <p:cNvPr id="373" name="Google Shape;156;p1">
              <a:extLst>
                <a:ext uri="{FF2B5EF4-FFF2-40B4-BE49-F238E27FC236}">
                  <a16:creationId xmlns:a16="http://schemas.microsoft.com/office/drawing/2014/main" id="{607ECD8A-61FA-E922-E51A-E9D8CB1F3BD4}"/>
                </a:ext>
              </a:extLst>
            </p:cNvPr>
            <p:cNvGrpSpPr/>
            <p:nvPr/>
          </p:nvGrpSpPr>
          <p:grpSpPr>
            <a:xfrm>
              <a:off x="4743746" y="6633828"/>
              <a:ext cx="1467990" cy="835099"/>
              <a:chOff x="10592773" y="5229745"/>
              <a:chExt cx="3298954" cy="1741391"/>
            </a:xfrm>
          </p:grpSpPr>
          <p:sp>
            <p:nvSpPr>
              <p:cNvPr id="374" name="Google Shape;157;p1">
                <a:extLst>
                  <a:ext uri="{FF2B5EF4-FFF2-40B4-BE49-F238E27FC236}">
                    <a16:creationId xmlns:a16="http://schemas.microsoft.com/office/drawing/2014/main" id="{47BE0489-A4CC-76CB-A652-087D8DE5A95A}"/>
                  </a:ext>
                </a:extLst>
              </p:cNvPr>
              <p:cNvSpPr/>
              <p:nvPr/>
            </p:nvSpPr>
            <p:spPr>
              <a:xfrm>
                <a:off x="12237743" y="5550161"/>
                <a:ext cx="192300" cy="198000"/>
              </a:xfrm>
              <a:prstGeom prst="ellipse">
                <a:avLst/>
              </a:prstGeom>
              <a:solidFill>
                <a:srgbClr val="E4E4E3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dirty="0">
                  <a:sym typeface="Arial"/>
                </a:endParaRPr>
              </a:p>
            </p:txBody>
          </p:sp>
          <p:sp>
            <p:nvSpPr>
              <p:cNvPr id="375" name="Google Shape;158;p1">
                <a:extLst>
                  <a:ext uri="{FF2B5EF4-FFF2-40B4-BE49-F238E27FC236}">
                    <a16:creationId xmlns:a16="http://schemas.microsoft.com/office/drawing/2014/main" id="{DDEEF1D8-804D-B79B-CBE6-6DA2401527E4}"/>
                  </a:ext>
                </a:extLst>
              </p:cNvPr>
              <p:cNvSpPr/>
              <p:nvPr/>
            </p:nvSpPr>
            <p:spPr>
              <a:xfrm>
                <a:off x="12990609" y="5398089"/>
                <a:ext cx="192300" cy="198000"/>
              </a:xfrm>
              <a:prstGeom prst="ellipse">
                <a:avLst/>
              </a:prstGeom>
              <a:solidFill>
                <a:srgbClr val="E4E4E3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dirty="0">
                  <a:sym typeface="Arial"/>
                </a:endParaRPr>
              </a:p>
            </p:txBody>
          </p:sp>
          <p:sp>
            <p:nvSpPr>
              <p:cNvPr id="376" name="Google Shape;159;p1">
                <a:extLst>
                  <a:ext uri="{FF2B5EF4-FFF2-40B4-BE49-F238E27FC236}">
                    <a16:creationId xmlns:a16="http://schemas.microsoft.com/office/drawing/2014/main" id="{2701943D-13CE-2C9A-810F-6510AEE5F06A}"/>
                  </a:ext>
                </a:extLst>
              </p:cNvPr>
              <p:cNvSpPr/>
              <p:nvPr/>
            </p:nvSpPr>
            <p:spPr>
              <a:xfrm>
                <a:off x="13329043" y="5229745"/>
                <a:ext cx="192300" cy="198000"/>
              </a:xfrm>
              <a:prstGeom prst="ellipse">
                <a:avLst/>
              </a:prstGeom>
              <a:solidFill>
                <a:srgbClr val="E4E4E3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dirty="0">
                  <a:sym typeface="Arial"/>
                </a:endParaRPr>
              </a:p>
            </p:txBody>
          </p:sp>
          <p:sp>
            <p:nvSpPr>
              <p:cNvPr id="377" name="Google Shape;160;p1">
                <a:extLst>
                  <a:ext uri="{FF2B5EF4-FFF2-40B4-BE49-F238E27FC236}">
                    <a16:creationId xmlns:a16="http://schemas.microsoft.com/office/drawing/2014/main" id="{C957BCB9-7054-BA5B-7AAD-E1EBC8D3FDF3}"/>
                  </a:ext>
                </a:extLst>
              </p:cNvPr>
              <p:cNvSpPr/>
              <p:nvPr/>
            </p:nvSpPr>
            <p:spPr>
              <a:xfrm>
                <a:off x="13317282" y="5522084"/>
                <a:ext cx="192300" cy="198000"/>
              </a:xfrm>
              <a:prstGeom prst="ellipse">
                <a:avLst/>
              </a:prstGeom>
              <a:solidFill>
                <a:srgbClr val="E4E4E3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dirty="0">
                  <a:sym typeface="Arial"/>
                </a:endParaRPr>
              </a:p>
            </p:txBody>
          </p:sp>
          <p:sp>
            <p:nvSpPr>
              <p:cNvPr id="378" name="Google Shape;161;p1">
                <a:extLst>
                  <a:ext uri="{FF2B5EF4-FFF2-40B4-BE49-F238E27FC236}">
                    <a16:creationId xmlns:a16="http://schemas.microsoft.com/office/drawing/2014/main" id="{D9E8C5B4-532B-12D5-6EBC-BB809BD6F772}"/>
                  </a:ext>
                </a:extLst>
              </p:cNvPr>
              <p:cNvSpPr/>
              <p:nvPr/>
            </p:nvSpPr>
            <p:spPr>
              <a:xfrm>
                <a:off x="13699427" y="5306906"/>
                <a:ext cx="192300" cy="198000"/>
              </a:xfrm>
              <a:prstGeom prst="ellipse">
                <a:avLst/>
              </a:prstGeom>
              <a:solidFill>
                <a:srgbClr val="E4E4E3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dirty="0">
                  <a:sym typeface="Arial"/>
                </a:endParaRPr>
              </a:p>
            </p:txBody>
          </p:sp>
          <p:sp>
            <p:nvSpPr>
              <p:cNvPr id="379" name="Google Shape;162;p1">
                <a:extLst>
                  <a:ext uri="{FF2B5EF4-FFF2-40B4-BE49-F238E27FC236}">
                    <a16:creationId xmlns:a16="http://schemas.microsoft.com/office/drawing/2014/main" id="{3A1FBAD3-FBBF-9E9B-2361-36A3BA74CE54}"/>
                  </a:ext>
                </a:extLst>
              </p:cNvPr>
              <p:cNvSpPr/>
              <p:nvPr/>
            </p:nvSpPr>
            <p:spPr>
              <a:xfrm>
                <a:off x="12990598" y="5644267"/>
                <a:ext cx="192300" cy="198000"/>
              </a:xfrm>
              <a:prstGeom prst="ellipse">
                <a:avLst/>
              </a:prstGeom>
              <a:solidFill>
                <a:schemeClr val="accent3"/>
              </a:solidFill>
              <a:ln w="9525" cap="flat" cmpd="sng">
                <a:solidFill>
                  <a:srgbClr val="26262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dirty="0">
                  <a:sym typeface="Arial"/>
                </a:endParaRPr>
              </a:p>
            </p:txBody>
          </p:sp>
          <p:sp>
            <p:nvSpPr>
              <p:cNvPr id="380" name="Google Shape;163;p1">
                <a:extLst>
                  <a:ext uri="{FF2B5EF4-FFF2-40B4-BE49-F238E27FC236}">
                    <a16:creationId xmlns:a16="http://schemas.microsoft.com/office/drawing/2014/main" id="{7BD51C2A-699A-7B63-468D-5ECA5B2D14CD}"/>
                  </a:ext>
                </a:extLst>
              </p:cNvPr>
              <p:cNvSpPr/>
              <p:nvPr/>
            </p:nvSpPr>
            <p:spPr>
              <a:xfrm>
                <a:off x="13261106" y="6564434"/>
                <a:ext cx="328200" cy="336900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dirty="0">
                  <a:sym typeface="Arial"/>
                </a:endParaRPr>
              </a:p>
            </p:txBody>
          </p:sp>
          <p:sp>
            <p:nvSpPr>
              <p:cNvPr id="381" name="Google Shape;164;p1">
                <a:extLst>
                  <a:ext uri="{FF2B5EF4-FFF2-40B4-BE49-F238E27FC236}">
                    <a16:creationId xmlns:a16="http://schemas.microsoft.com/office/drawing/2014/main" id="{FDDB2FAB-AF7F-C3A3-E97B-6B3F1C49D224}"/>
                  </a:ext>
                </a:extLst>
              </p:cNvPr>
              <p:cNvSpPr/>
              <p:nvPr/>
            </p:nvSpPr>
            <p:spPr>
              <a:xfrm>
                <a:off x="12889483" y="6773136"/>
                <a:ext cx="192300" cy="198000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dirty="0">
                  <a:sym typeface="Arial"/>
                </a:endParaRPr>
              </a:p>
            </p:txBody>
          </p:sp>
          <p:sp>
            <p:nvSpPr>
              <p:cNvPr id="383" name="Google Shape;165;p1">
                <a:extLst>
                  <a:ext uri="{FF2B5EF4-FFF2-40B4-BE49-F238E27FC236}">
                    <a16:creationId xmlns:a16="http://schemas.microsoft.com/office/drawing/2014/main" id="{5E2339CC-8B24-BA4E-AC74-59A8B9141947}"/>
                  </a:ext>
                </a:extLst>
              </p:cNvPr>
              <p:cNvSpPr/>
              <p:nvPr/>
            </p:nvSpPr>
            <p:spPr>
              <a:xfrm>
                <a:off x="13324166" y="6099152"/>
                <a:ext cx="192300" cy="198000"/>
              </a:xfrm>
              <a:prstGeom prst="ellipse">
                <a:avLst/>
              </a:prstGeom>
              <a:solidFill>
                <a:schemeClr val="accent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dirty="0">
                  <a:sym typeface="Arial"/>
                </a:endParaRPr>
              </a:p>
            </p:txBody>
          </p:sp>
          <p:sp>
            <p:nvSpPr>
              <p:cNvPr id="385" name="Google Shape;166;p1">
                <a:extLst>
                  <a:ext uri="{FF2B5EF4-FFF2-40B4-BE49-F238E27FC236}">
                    <a16:creationId xmlns:a16="http://schemas.microsoft.com/office/drawing/2014/main" id="{4B8F02AB-495A-FC3F-C5D0-EC34FFB6F86E}"/>
                  </a:ext>
                </a:extLst>
              </p:cNvPr>
              <p:cNvSpPr/>
              <p:nvPr/>
            </p:nvSpPr>
            <p:spPr>
              <a:xfrm>
                <a:off x="11468140" y="5576165"/>
                <a:ext cx="305700" cy="308400"/>
              </a:xfrm>
              <a:prstGeom prst="ellipse">
                <a:avLst/>
              </a:prstGeom>
              <a:solidFill>
                <a:srgbClr val="E4E4E3"/>
              </a:solidFill>
              <a:ln w="179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dirty="0">
                  <a:sym typeface="Arial"/>
                </a:endParaRPr>
              </a:p>
            </p:txBody>
          </p:sp>
          <p:sp>
            <p:nvSpPr>
              <p:cNvPr id="386" name="Google Shape;167;p1">
                <a:extLst>
                  <a:ext uri="{FF2B5EF4-FFF2-40B4-BE49-F238E27FC236}">
                    <a16:creationId xmlns:a16="http://schemas.microsoft.com/office/drawing/2014/main" id="{C284512F-117C-4DCD-770C-1B5B4E33553A}"/>
                  </a:ext>
                </a:extLst>
              </p:cNvPr>
              <p:cNvSpPr/>
              <p:nvPr/>
            </p:nvSpPr>
            <p:spPr>
              <a:xfrm>
                <a:off x="10719482" y="5925385"/>
                <a:ext cx="192300" cy="198000"/>
              </a:xfrm>
              <a:prstGeom prst="ellipse">
                <a:avLst/>
              </a:prstGeom>
              <a:solidFill>
                <a:srgbClr val="E4E4E3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dirty="0">
                  <a:sym typeface="Arial"/>
                </a:endParaRPr>
              </a:p>
            </p:txBody>
          </p:sp>
          <p:sp>
            <p:nvSpPr>
              <p:cNvPr id="387" name="Google Shape;168;p1">
                <a:extLst>
                  <a:ext uri="{FF2B5EF4-FFF2-40B4-BE49-F238E27FC236}">
                    <a16:creationId xmlns:a16="http://schemas.microsoft.com/office/drawing/2014/main" id="{6F49490B-B322-A848-A769-5CDD3BE9E5D5}"/>
                  </a:ext>
                </a:extLst>
              </p:cNvPr>
              <p:cNvSpPr/>
              <p:nvPr/>
            </p:nvSpPr>
            <p:spPr>
              <a:xfrm>
                <a:off x="11061232" y="5405652"/>
                <a:ext cx="192300" cy="198000"/>
              </a:xfrm>
              <a:prstGeom prst="ellipse">
                <a:avLst/>
              </a:prstGeom>
              <a:solidFill>
                <a:srgbClr val="E4E4E3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dirty="0">
                  <a:sym typeface="Arial"/>
                </a:endParaRPr>
              </a:p>
            </p:txBody>
          </p:sp>
          <p:sp>
            <p:nvSpPr>
              <p:cNvPr id="388" name="Google Shape;169;p1">
                <a:extLst>
                  <a:ext uri="{FF2B5EF4-FFF2-40B4-BE49-F238E27FC236}">
                    <a16:creationId xmlns:a16="http://schemas.microsoft.com/office/drawing/2014/main" id="{8E26ADDB-81B5-FC50-9700-113338531472}"/>
                  </a:ext>
                </a:extLst>
              </p:cNvPr>
              <p:cNvSpPr/>
              <p:nvPr/>
            </p:nvSpPr>
            <p:spPr>
              <a:xfrm>
                <a:off x="10592773" y="6139937"/>
                <a:ext cx="274500" cy="276300"/>
              </a:xfrm>
              <a:prstGeom prst="ellipse">
                <a:avLst/>
              </a:prstGeom>
              <a:solidFill>
                <a:srgbClr val="E4E4E3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dirty="0">
                  <a:sym typeface="Arial"/>
                </a:endParaRPr>
              </a:p>
            </p:txBody>
          </p:sp>
          <p:sp>
            <p:nvSpPr>
              <p:cNvPr id="389" name="Google Shape;170;p1">
                <a:extLst>
                  <a:ext uri="{FF2B5EF4-FFF2-40B4-BE49-F238E27FC236}">
                    <a16:creationId xmlns:a16="http://schemas.microsoft.com/office/drawing/2014/main" id="{7F977B6F-D9F0-AD6F-32FA-24D7732D3A6A}"/>
                  </a:ext>
                </a:extLst>
              </p:cNvPr>
              <p:cNvSpPr/>
              <p:nvPr/>
            </p:nvSpPr>
            <p:spPr>
              <a:xfrm>
                <a:off x="11037864" y="6333062"/>
                <a:ext cx="192300" cy="198000"/>
              </a:xfrm>
              <a:prstGeom prst="ellipse">
                <a:avLst/>
              </a:prstGeom>
              <a:solidFill>
                <a:srgbClr val="D9D9D9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dirty="0">
                  <a:sym typeface="Arial"/>
                </a:endParaRPr>
              </a:p>
            </p:txBody>
          </p:sp>
          <p:sp>
            <p:nvSpPr>
              <p:cNvPr id="390" name="Google Shape;171;p1">
                <a:extLst>
                  <a:ext uri="{FF2B5EF4-FFF2-40B4-BE49-F238E27FC236}">
                    <a16:creationId xmlns:a16="http://schemas.microsoft.com/office/drawing/2014/main" id="{F488CFDA-19DA-0953-DF34-3B620883E4A1}"/>
                  </a:ext>
                </a:extLst>
              </p:cNvPr>
              <p:cNvSpPr/>
              <p:nvPr/>
            </p:nvSpPr>
            <p:spPr>
              <a:xfrm>
                <a:off x="11449106" y="6300040"/>
                <a:ext cx="553500" cy="567900"/>
              </a:xfrm>
              <a:prstGeom prst="ellipse">
                <a:avLst/>
              </a:prstGeom>
              <a:solidFill>
                <a:srgbClr val="FFE599"/>
              </a:solidFill>
              <a:ln w="2690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dirty="0">
                  <a:sym typeface="Arial"/>
                </a:endParaRPr>
              </a:p>
            </p:txBody>
          </p:sp>
          <p:cxnSp>
            <p:nvCxnSpPr>
              <p:cNvPr id="391" name="Google Shape;172;p1">
                <a:extLst>
                  <a:ext uri="{FF2B5EF4-FFF2-40B4-BE49-F238E27FC236}">
                    <a16:creationId xmlns:a16="http://schemas.microsoft.com/office/drawing/2014/main" id="{0D244070-7031-BFE7-378C-C617038E4B6F}"/>
                  </a:ext>
                </a:extLst>
              </p:cNvPr>
              <p:cNvCxnSpPr>
                <a:stCxn id="374" idx="2"/>
                <a:endCxn id="385" idx="6"/>
              </p:cNvCxnSpPr>
              <p:nvPr/>
            </p:nvCxnSpPr>
            <p:spPr>
              <a:xfrm flipH="1">
                <a:off x="11773943" y="5649161"/>
                <a:ext cx="463800" cy="81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392" name="Google Shape;173;p1">
                <a:extLst>
                  <a:ext uri="{FF2B5EF4-FFF2-40B4-BE49-F238E27FC236}">
                    <a16:creationId xmlns:a16="http://schemas.microsoft.com/office/drawing/2014/main" id="{D6E98888-F982-586C-F760-B4E5A61D9940}"/>
                  </a:ext>
                </a:extLst>
              </p:cNvPr>
              <p:cNvCxnSpPr>
                <a:stCxn id="385" idx="2"/>
                <a:endCxn id="403" idx="6"/>
              </p:cNvCxnSpPr>
              <p:nvPr/>
            </p:nvCxnSpPr>
            <p:spPr>
              <a:xfrm flipH="1">
                <a:off x="11113540" y="5730365"/>
                <a:ext cx="354600" cy="306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393" name="Google Shape;175;p1">
                <a:extLst>
                  <a:ext uri="{FF2B5EF4-FFF2-40B4-BE49-F238E27FC236}">
                    <a16:creationId xmlns:a16="http://schemas.microsoft.com/office/drawing/2014/main" id="{029B868F-1801-A8F7-5CA6-96B88121403C}"/>
                  </a:ext>
                </a:extLst>
              </p:cNvPr>
              <p:cNvCxnSpPr>
                <a:stCxn id="390" idx="1"/>
                <a:endCxn id="400" idx="5"/>
              </p:cNvCxnSpPr>
              <p:nvPr/>
            </p:nvCxnSpPr>
            <p:spPr>
              <a:xfrm rot="10800000">
                <a:off x="11390064" y="6170507"/>
                <a:ext cx="140100" cy="2127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394" name="Google Shape;177;p1">
                <a:extLst>
                  <a:ext uri="{FF2B5EF4-FFF2-40B4-BE49-F238E27FC236}">
                    <a16:creationId xmlns:a16="http://schemas.microsoft.com/office/drawing/2014/main" id="{73C17E5D-C3F0-E0F4-7F27-D4088FEB891B}"/>
                  </a:ext>
                </a:extLst>
              </p:cNvPr>
              <p:cNvCxnSpPr>
                <a:stCxn id="390" idx="2"/>
                <a:endCxn id="389" idx="5"/>
              </p:cNvCxnSpPr>
              <p:nvPr/>
            </p:nvCxnSpPr>
            <p:spPr>
              <a:xfrm rot="10800000">
                <a:off x="11201906" y="6502090"/>
                <a:ext cx="247200" cy="819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395" name="Google Shape;178;p1">
                <a:extLst>
                  <a:ext uri="{FF2B5EF4-FFF2-40B4-BE49-F238E27FC236}">
                    <a16:creationId xmlns:a16="http://schemas.microsoft.com/office/drawing/2014/main" id="{6CEAE81D-D9FA-C338-1581-466DDDAB37C0}"/>
                  </a:ext>
                </a:extLst>
              </p:cNvPr>
              <p:cNvCxnSpPr>
                <a:stCxn id="389" idx="2"/>
                <a:endCxn id="388" idx="6"/>
              </p:cNvCxnSpPr>
              <p:nvPr/>
            </p:nvCxnSpPr>
            <p:spPr>
              <a:xfrm rot="10800000">
                <a:off x="10867164" y="6278162"/>
                <a:ext cx="170700" cy="1539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B7B7B7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396" name="Google Shape;179;p1">
                <a:extLst>
                  <a:ext uri="{FF2B5EF4-FFF2-40B4-BE49-F238E27FC236}">
                    <a16:creationId xmlns:a16="http://schemas.microsoft.com/office/drawing/2014/main" id="{DE1A80C4-C2F2-5C0C-9446-E9EB063C2A16}"/>
                  </a:ext>
                </a:extLst>
              </p:cNvPr>
              <p:cNvCxnSpPr>
                <a:stCxn id="400" idx="2"/>
                <a:endCxn id="386" idx="5"/>
              </p:cNvCxnSpPr>
              <p:nvPr/>
            </p:nvCxnSpPr>
            <p:spPr>
              <a:xfrm rot="10800000">
                <a:off x="10883737" y="6094319"/>
                <a:ext cx="342300" cy="6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397" name="Google Shape;180;p1">
                <a:extLst>
                  <a:ext uri="{FF2B5EF4-FFF2-40B4-BE49-F238E27FC236}">
                    <a16:creationId xmlns:a16="http://schemas.microsoft.com/office/drawing/2014/main" id="{EE2C4800-73A2-A8E3-CFA5-47C3BBC0A326}"/>
                  </a:ext>
                </a:extLst>
              </p:cNvPr>
              <p:cNvCxnSpPr>
                <a:stCxn id="385" idx="1"/>
                <a:endCxn id="387" idx="5"/>
              </p:cNvCxnSpPr>
              <p:nvPr/>
            </p:nvCxnSpPr>
            <p:spPr>
              <a:xfrm rot="10800000">
                <a:off x="11225509" y="5574529"/>
                <a:ext cx="287400" cy="468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398" name="Google Shape;181;p1">
                <a:extLst>
                  <a:ext uri="{FF2B5EF4-FFF2-40B4-BE49-F238E27FC236}">
                    <a16:creationId xmlns:a16="http://schemas.microsoft.com/office/drawing/2014/main" id="{BF63AA9D-2D31-4E30-61A3-B0372BBF7575}"/>
                  </a:ext>
                </a:extLst>
              </p:cNvPr>
              <p:cNvCxnSpPr>
                <a:stCxn id="411" idx="2"/>
                <a:endCxn id="400" idx="6"/>
              </p:cNvCxnSpPr>
              <p:nvPr/>
            </p:nvCxnSpPr>
            <p:spPr>
              <a:xfrm flipH="1">
                <a:off x="11418366" y="5897435"/>
                <a:ext cx="710100" cy="2031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399" name="Google Shape;183;p1">
                <a:extLst>
                  <a:ext uri="{FF2B5EF4-FFF2-40B4-BE49-F238E27FC236}">
                    <a16:creationId xmlns:a16="http://schemas.microsoft.com/office/drawing/2014/main" id="{3E6EC4BD-4B11-151D-7C07-D9D2C58EFA96}"/>
                  </a:ext>
                </a:extLst>
              </p:cNvPr>
              <p:cNvCxnSpPr>
                <a:stCxn id="411" idx="2"/>
                <a:endCxn id="386" idx="6"/>
              </p:cNvCxnSpPr>
              <p:nvPr/>
            </p:nvCxnSpPr>
            <p:spPr>
              <a:xfrm flipH="1">
                <a:off x="10911666" y="5897435"/>
                <a:ext cx="1216800" cy="1269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sp>
            <p:nvSpPr>
              <p:cNvPr id="400" name="Google Shape;176;p1">
                <a:extLst>
                  <a:ext uri="{FF2B5EF4-FFF2-40B4-BE49-F238E27FC236}">
                    <a16:creationId xmlns:a16="http://schemas.microsoft.com/office/drawing/2014/main" id="{B9ADE50F-276C-B6B0-12F1-31B921EAF1DF}"/>
                  </a:ext>
                </a:extLst>
              </p:cNvPr>
              <p:cNvSpPr/>
              <p:nvPr/>
            </p:nvSpPr>
            <p:spPr>
              <a:xfrm>
                <a:off x="11226037" y="6001619"/>
                <a:ext cx="192300" cy="198000"/>
              </a:xfrm>
              <a:prstGeom prst="ellipse">
                <a:avLst/>
              </a:prstGeom>
              <a:solidFill>
                <a:srgbClr val="E4E4E3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dirty="0">
                  <a:sym typeface="Arial"/>
                </a:endParaRPr>
              </a:p>
            </p:txBody>
          </p:sp>
          <p:cxnSp>
            <p:nvCxnSpPr>
              <p:cNvPr id="401" name="Google Shape;184;p1">
                <a:extLst>
                  <a:ext uri="{FF2B5EF4-FFF2-40B4-BE49-F238E27FC236}">
                    <a16:creationId xmlns:a16="http://schemas.microsoft.com/office/drawing/2014/main" id="{4A80ACD9-AEAB-B21B-4AA1-ED455B124CBB}"/>
                  </a:ext>
                </a:extLst>
              </p:cNvPr>
              <p:cNvCxnSpPr>
                <a:stCxn id="374" idx="2"/>
                <a:endCxn id="389" idx="7"/>
              </p:cNvCxnSpPr>
              <p:nvPr/>
            </p:nvCxnSpPr>
            <p:spPr>
              <a:xfrm flipH="1">
                <a:off x="11202143" y="5649161"/>
                <a:ext cx="1035600" cy="7128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402" name="Google Shape;185;p1">
                <a:extLst>
                  <a:ext uri="{FF2B5EF4-FFF2-40B4-BE49-F238E27FC236}">
                    <a16:creationId xmlns:a16="http://schemas.microsoft.com/office/drawing/2014/main" id="{3F7D0B8A-858A-36CD-5F01-5BC448428FAA}"/>
                  </a:ext>
                </a:extLst>
              </p:cNvPr>
              <p:cNvCxnSpPr>
                <a:stCxn id="374" idx="5"/>
                <a:endCxn id="380" idx="1"/>
              </p:cNvCxnSpPr>
              <p:nvPr/>
            </p:nvCxnSpPr>
            <p:spPr>
              <a:xfrm>
                <a:off x="12401881" y="5719165"/>
                <a:ext cx="907200" cy="894600"/>
              </a:xfrm>
              <a:prstGeom prst="straightConnector1">
                <a:avLst/>
              </a:prstGeom>
              <a:noFill/>
              <a:ln w="17925" cap="flat" cmpd="sng">
                <a:solidFill>
                  <a:srgbClr val="D9D9D9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sp>
            <p:nvSpPr>
              <p:cNvPr id="403" name="Google Shape;174;p1">
                <a:extLst>
                  <a:ext uri="{FF2B5EF4-FFF2-40B4-BE49-F238E27FC236}">
                    <a16:creationId xmlns:a16="http://schemas.microsoft.com/office/drawing/2014/main" id="{BF73F92F-F91D-E5B4-A902-7C08600E36ED}"/>
                  </a:ext>
                </a:extLst>
              </p:cNvPr>
              <p:cNvSpPr/>
              <p:nvPr/>
            </p:nvSpPr>
            <p:spPr>
              <a:xfrm>
                <a:off x="10921235" y="5662025"/>
                <a:ext cx="192300" cy="198000"/>
              </a:xfrm>
              <a:prstGeom prst="ellipse">
                <a:avLst/>
              </a:prstGeom>
              <a:solidFill>
                <a:srgbClr val="E4E4E3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dirty="0">
                  <a:sym typeface="Arial"/>
                </a:endParaRPr>
              </a:p>
            </p:txBody>
          </p:sp>
          <p:cxnSp>
            <p:nvCxnSpPr>
              <p:cNvPr id="404" name="Google Shape;186;p1">
                <a:extLst>
                  <a:ext uri="{FF2B5EF4-FFF2-40B4-BE49-F238E27FC236}">
                    <a16:creationId xmlns:a16="http://schemas.microsoft.com/office/drawing/2014/main" id="{3D365C0B-0BC3-B94F-D206-CC8F03325638}"/>
                  </a:ext>
                </a:extLst>
              </p:cNvPr>
              <p:cNvCxnSpPr>
                <a:stCxn id="411" idx="2"/>
                <a:endCxn id="389" idx="6"/>
              </p:cNvCxnSpPr>
              <p:nvPr/>
            </p:nvCxnSpPr>
            <p:spPr>
              <a:xfrm flipH="1">
                <a:off x="11230266" y="5897435"/>
                <a:ext cx="898200" cy="5346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405" name="Google Shape;187;p1">
                <a:extLst>
                  <a:ext uri="{FF2B5EF4-FFF2-40B4-BE49-F238E27FC236}">
                    <a16:creationId xmlns:a16="http://schemas.microsoft.com/office/drawing/2014/main" id="{9A3A77DD-6E0C-0F0B-1489-D919CE1BADC5}"/>
                  </a:ext>
                </a:extLst>
              </p:cNvPr>
              <p:cNvCxnSpPr>
                <a:stCxn id="409" idx="6"/>
                <a:endCxn id="379" idx="2"/>
              </p:cNvCxnSpPr>
              <p:nvPr/>
            </p:nvCxnSpPr>
            <p:spPr>
              <a:xfrm rot="10800000" flipH="1">
                <a:off x="12553633" y="5743151"/>
                <a:ext cx="437100" cy="1998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406" name="Google Shape;189;p1">
                <a:extLst>
                  <a:ext uri="{FF2B5EF4-FFF2-40B4-BE49-F238E27FC236}">
                    <a16:creationId xmlns:a16="http://schemas.microsoft.com/office/drawing/2014/main" id="{4EE0D13A-5BED-4536-4595-FD9FA468092B}"/>
                  </a:ext>
                </a:extLst>
              </p:cNvPr>
              <p:cNvCxnSpPr>
                <a:stCxn id="379" idx="7"/>
                <a:endCxn id="377" idx="2"/>
              </p:cNvCxnSpPr>
              <p:nvPr/>
            </p:nvCxnSpPr>
            <p:spPr>
              <a:xfrm rot="10800000" flipH="1">
                <a:off x="13154736" y="5621063"/>
                <a:ext cx="162600" cy="522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4E4E3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407" name="Google Shape;190;p1">
                <a:extLst>
                  <a:ext uri="{FF2B5EF4-FFF2-40B4-BE49-F238E27FC236}">
                    <a16:creationId xmlns:a16="http://schemas.microsoft.com/office/drawing/2014/main" id="{4E415A28-1515-A706-6F5F-BFEEDA5AD392}"/>
                  </a:ext>
                </a:extLst>
              </p:cNvPr>
              <p:cNvCxnSpPr>
                <a:stCxn id="377" idx="6"/>
                <a:endCxn id="378" idx="2"/>
              </p:cNvCxnSpPr>
              <p:nvPr/>
            </p:nvCxnSpPr>
            <p:spPr>
              <a:xfrm rot="10800000" flipH="1">
                <a:off x="13509582" y="5405984"/>
                <a:ext cx="189900" cy="2151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4E4E3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408" name="Google Shape;191;p1">
                <a:extLst>
                  <a:ext uri="{FF2B5EF4-FFF2-40B4-BE49-F238E27FC236}">
                    <a16:creationId xmlns:a16="http://schemas.microsoft.com/office/drawing/2014/main" id="{4D1A132A-B880-97B1-676F-F4EF716BA991}"/>
                  </a:ext>
                </a:extLst>
              </p:cNvPr>
              <p:cNvCxnSpPr>
                <a:stCxn id="374" idx="6"/>
                <a:endCxn id="375" idx="2"/>
              </p:cNvCxnSpPr>
              <p:nvPr/>
            </p:nvCxnSpPr>
            <p:spPr>
              <a:xfrm rot="10800000" flipH="1">
                <a:off x="12430043" y="5497061"/>
                <a:ext cx="560700" cy="1521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4E4E3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sp>
            <p:nvSpPr>
              <p:cNvPr id="409" name="Google Shape;188;p1">
                <a:extLst>
                  <a:ext uri="{FF2B5EF4-FFF2-40B4-BE49-F238E27FC236}">
                    <a16:creationId xmlns:a16="http://schemas.microsoft.com/office/drawing/2014/main" id="{4123478D-87F1-87A7-9176-2CC143180A11}"/>
                  </a:ext>
                </a:extLst>
              </p:cNvPr>
              <p:cNvSpPr/>
              <p:nvPr/>
            </p:nvSpPr>
            <p:spPr>
              <a:xfrm>
                <a:off x="12361333" y="5843951"/>
                <a:ext cx="192300" cy="198000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dirty="0">
                  <a:sym typeface="Arial"/>
                </a:endParaRPr>
              </a:p>
            </p:txBody>
          </p:sp>
          <p:cxnSp>
            <p:nvCxnSpPr>
              <p:cNvPr id="410" name="Google Shape;192;p1">
                <a:extLst>
                  <a:ext uri="{FF2B5EF4-FFF2-40B4-BE49-F238E27FC236}">
                    <a16:creationId xmlns:a16="http://schemas.microsoft.com/office/drawing/2014/main" id="{F622FDB6-4EC6-8100-BC99-1AF11AFF5859}"/>
                  </a:ext>
                </a:extLst>
              </p:cNvPr>
              <p:cNvCxnSpPr>
                <a:stCxn id="375" idx="7"/>
                <a:endCxn id="376" idx="2"/>
              </p:cNvCxnSpPr>
              <p:nvPr/>
            </p:nvCxnSpPr>
            <p:spPr>
              <a:xfrm rot="10800000" flipH="1">
                <a:off x="13154747" y="5328685"/>
                <a:ext cx="174300" cy="984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4E4E3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sp>
            <p:nvSpPr>
              <p:cNvPr id="411" name="Google Shape;182;p1">
                <a:extLst>
                  <a:ext uri="{FF2B5EF4-FFF2-40B4-BE49-F238E27FC236}">
                    <a16:creationId xmlns:a16="http://schemas.microsoft.com/office/drawing/2014/main" id="{B38BDC3A-DFFE-6AA4-7B37-404474D6C979}"/>
                  </a:ext>
                </a:extLst>
              </p:cNvPr>
              <p:cNvSpPr/>
              <p:nvPr/>
            </p:nvSpPr>
            <p:spPr>
              <a:xfrm>
                <a:off x="12128466" y="5798435"/>
                <a:ext cx="192300" cy="198000"/>
              </a:xfrm>
              <a:prstGeom prst="ellipse">
                <a:avLst/>
              </a:prstGeom>
              <a:solidFill>
                <a:srgbClr val="E4E4E3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dirty="0">
                  <a:sym typeface="Arial"/>
                </a:endParaRPr>
              </a:p>
            </p:txBody>
          </p:sp>
          <p:cxnSp>
            <p:nvCxnSpPr>
              <p:cNvPr id="412" name="Google Shape;193;p1">
                <a:extLst>
                  <a:ext uri="{FF2B5EF4-FFF2-40B4-BE49-F238E27FC236}">
                    <a16:creationId xmlns:a16="http://schemas.microsoft.com/office/drawing/2014/main" id="{9091DDD0-6121-A6EA-02F2-8DFC8FD95358}"/>
                  </a:ext>
                </a:extLst>
              </p:cNvPr>
              <p:cNvCxnSpPr>
                <a:stCxn id="390" idx="6"/>
                <a:endCxn id="380" idx="2"/>
              </p:cNvCxnSpPr>
              <p:nvPr/>
            </p:nvCxnSpPr>
            <p:spPr>
              <a:xfrm>
                <a:off x="12002606" y="6583990"/>
                <a:ext cx="1258500" cy="148800"/>
              </a:xfrm>
              <a:prstGeom prst="straightConnector1">
                <a:avLst/>
              </a:prstGeom>
              <a:noFill/>
              <a:ln w="35850" cap="flat" cmpd="sng">
                <a:solidFill>
                  <a:srgbClr val="E4E4E3"/>
                </a:solidFill>
                <a:prstDash val="solid"/>
                <a:round/>
                <a:headEnd type="stealth" w="med" len="med"/>
                <a:tailEnd type="none" w="sm" len="sm"/>
              </a:ln>
            </p:spPr>
          </p:cxnSp>
          <p:cxnSp>
            <p:nvCxnSpPr>
              <p:cNvPr id="413" name="Google Shape;194;p1">
                <a:extLst>
                  <a:ext uri="{FF2B5EF4-FFF2-40B4-BE49-F238E27FC236}">
                    <a16:creationId xmlns:a16="http://schemas.microsoft.com/office/drawing/2014/main" id="{69794FB9-8CD7-EB35-5932-A5EFDA6F55E5}"/>
                  </a:ext>
                </a:extLst>
              </p:cNvPr>
              <p:cNvCxnSpPr>
                <a:stCxn id="381" idx="1"/>
                <a:endCxn id="385" idx="5"/>
              </p:cNvCxnSpPr>
              <p:nvPr/>
            </p:nvCxnSpPr>
            <p:spPr>
              <a:xfrm rot="10800000">
                <a:off x="11729045" y="5839432"/>
                <a:ext cx="1188600" cy="9627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414" name="Google Shape;195;p1">
                <a:extLst>
                  <a:ext uri="{FF2B5EF4-FFF2-40B4-BE49-F238E27FC236}">
                    <a16:creationId xmlns:a16="http://schemas.microsoft.com/office/drawing/2014/main" id="{29864068-C842-852C-1745-2453F5D29DF4}"/>
                  </a:ext>
                </a:extLst>
              </p:cNvPr>
              <p:cNvCxnSpPr>
                <a:stCxn id="411" idx="3"/>
                <a:endCxn id="390" idx="7"/>
              </p:cNvCxnSpPr>
              <p:nvPr/>
            </p:nvCxnSpPr>
            <p:spPr>
              <a:xfrm flipH="1">
                <a:off x="11921428" y="5967439"/>
                <a:ext cx="235200" cy="415800"/>
              </a:xfrm>
              <a:prstGeom prst="straightConnector1">
                <a:avLst/>
              </a:prstGeom>
              <a:noFill/>
              <a:ln w="35850" cap="flat" cmpd="sng">
                <a:solidFill>
                  <a:srgbClr val="E4E4E3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415" name="Google Shape;196;p1">
                <a:extLst>
                  <a:ext uri="{FF2B5EF4-FFF2-40B4-BE49-F238E27FC236}">
                    <a16:creationId xmlns:a16="http://schemas.microsoft.com/office/drawing/2014/main" id="{2DFD50F0-7D86-E58B-ADE1-2D0FA7156FF3}"/>
                  </a:ext>
                </a:extLst>
              </p:cNvPr>
              <p:cNvCxnSpPr>
                <a:stCxn id="409" idx="5"/>
                <a:endCxn id="381" idx="1"/>
              </p:cNvCxnSpPr>
              <p:nvPr/>
            </p:nvCxnSpPr>
            <p:spPr>
              <a:xfrm>
                <a:off x="12525471" y="6012955"/>
                <a:ext cx="392100" cy="789300"/>
              </a:xfrm>
              <a:prstGeom prst="straightConnector1">
                <a:avLst/>
              </a:prstGeom>
              <a:noFill/>
              <a:ln w="3175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416" name="Google Shape;197;p1">
                <a:extLst>
                  <a:ext uri="{FF2B5EF4-FFF2-40B4-BE49-F238E27FC236}">
                    <a16:creationId xmlns:a16="http://schemas.microsoft.com/office/drawing/2014/main" id="{9B89B0A9-D0DA-EED8-E88F-A92358ACA2D2}"/>
                  </a:ext>
                </a:extLst>
              </p:cNvPr>
              <p:cNvCxnSpPr>
                <a:stCxn id="374" idx="6"/>
                <a:endCxn id="379" idx="2"/>
              </p:cNvCxnSpPr>
              <p:nvPr/>
            </p:nvCxnSpPr>
            <p:spPr>
              <a:xfrm>
                <a:off x="12430043" y="5649161"/>
                <a:ext cx="560700" cy="942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4E4E3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417" name="Google Shape;198;p1">
                <a:extLst>
                  <a:ext uri="{FF2B5EF4-FFF2-40B4-BE49-F238E27FC236}">
                    <a16:creationId xmlns:a16="http://schemas.microsoft.com/office/drawing/2014/main" id="{FC624C4B-75E7-B9C7-DEFE-64B66718155D}"/>
                  </a:ext>
                </a:extLst>
              </p:cNvPr>
              <p:cNvCxnSpPr>
                <a:stCxn id="409" idx="6"/>
                <a:endCxn id="383" idx="2"/>
              </p:cNvCxnSpPr>
              <p:nvPr/>
            </p:nvCxnSpPr>
            <p:spPr>
              <a:xfrm>
                <a:off x="12553633" y="5942951"/>
                <a:ext cx="770400" cy="255300"/>
              </a:xfrm>
              <a:prstGeom prst="straightConnector1">
                <a:avLst/>
              </a:prstGeom>
              <a:noFill/>
              <a:ln w="3175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418" name="Google Shape;199;p1">
                <a:extLst>
                  <a:ext uri="{FF2B5EF4-FFF2-40B4-BE49-F238E27FC236}">
                    <a16:creationId xmlns:a16="http://schemas.microsoft.com/office/drawing/2014/main" id="{EFC88DDD-85FD-73DF-3BD5-29AC4FA46131}"/>
                  </a:ext>
                </a:extLst>
              </p:cNvPr>
              <p:cNvCxnSpPr>
                <a:stCxn id="409" idx="3"/>
                <a:endCxn id="390" idx="7"/>
              </p:cNvCxnSpPr>
              <p:nvPr/>
            </p:nvCxnSpPr>
            <p:spPr>
              <a:xfrm flipH="1">
                <a:off x="11921495" y="6012955"/>
                <a:ext cx="468000" cy="370200"/>
              </a:xfrm>
              <a:prstGeom prst="straightConnector1">
                <a:avLst/>
              </a:prstGeom>
              <a:noFill/>
              <a:ln w="3175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419" name="Google Shape;200;p1">
                <a:extLst>
                  <a:ext uri="{FF2B5EF4-FFF2-40B4-BE49-F238E27FC236}">
                    <a16:creationId xmlns:a16="http://schemas.microsoft.com/office/drawing/2014/main" id="{49646157-9960-5C39-A90F-301912418625}"/>
                  </a:ext>
                </a:extLst>
              </p:cNvPr>
              <p:cNvCxnSpPr>
                <a:stCxn id="409" idx="6"/>
                <a:endCxn id="380" idx="1"/>
              </p:cNvCxnSpPr>
              <p:nvPr/>
            </p:nvCxnSpPr>
            <p:spPr>
              <a:xfrm>
                <a:off x="12553633" y="5942951"/>
                <a:ext cx="755400" cy="670800"/>
              </a:xfrm>
              <a:prstGeom prst="straightConnector1">
                <a:avLst/>
              </a:prstGeom>
              <a:noFill/>
              <a:ln w="349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</p:grpSp>
        <p:graphicFrame>
          <p:nvGraphicFramePr>
            <p:cNvPr id="17" name="Table">
              <a:extLst>
                <a:ext uri="{FF2B5EF4-FFF2-40B4-BE49-F238E27FC236}">
                  <a16:creationId xmlns:a16="http://schemas.microsoft.com/office/drawing/2014/main" id="{CEFB0C1D-ED73-AF85-3CE6-22AA7743DC4B}"/>
                </a:ext>
              </a:extLst>
            </p:cNvPr>
            <p:cNvGraphicFramePr/>
            <p:nvPr/>
          </p:nvGraphicFramePr>
          <p:xfrm>
            <a:off x="5154380" y="6200121"/>
            <a:ext cx="627864" cy="475211"/>
          </p:xfrm>
          <a:graphic>
            <a:graphicData uri="http://schemas.openxmlformats.org/drawingml/2006/table">
              <a:tbl>
                <a:tblPr firstRow="1">
                  <a:tableStyleId>{4C3C2611-4C71-4FC5-86AE-919BDF0F9419}</a:tableStyleId>
                </a:tblPr>
                <a:tblGrid>
                  <a:gridCol w="209288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209288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209288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</a:tblGrid>
                <a:tr h="118751">
                  <a:tc>
                    <a:txBody>
                      <a:bodyPr/>
                      <a:lstStyle/>
                      <a:p>
                        <a:pPr defTabSz="914400">
                          <a:defRPr sz="700" b="0">
                            <a:latin typeface="+mj-lt"/>
                            <a:ea typeface="+mj-ea"/>
                            <a:cs typeface="+mj-cs"/>
                            <a:sym typeface="Source Sans Pro Regular"/>
                          </a:defRPr>
                        </a:pPr>
                        <a:endParaRPr dirty="0">
                          <a:noFill/>
                        </a:endParaRPr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C1C1C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defRPr sz="700" b="0">
                            <a:latin typeface="+mj-lt"/>
                            <a:ea typeface="+mj-ea"/>
                            <a:cs typeface="+mj-cs"/>
                            <a:sym typeface="Source Sans Pro Regular"/>
                          </a:defRPr>
                        </a:pPr>
                        <a:endParaRPr dirty="0">
                          <a:noFill/>
                        </a:endParaRPr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C1C1C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defRPr sz="700" b="0">
                            <a:latin typeface="+mj-lt"/>
                            <a:ea typeface="+mj-ea"/>
                            <a:cs typeface="+mj-cs"/>
                            <a:sym typeface="Source Sans Pro Regular"/>
                          </a:defRPr>
                        </a:pPr>
                        <a:endParaRPr dirty="0">
                          <a:noFill/>
                        </a:endParaRPr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accent1">
                          <a:lumMod val="50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118751"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endParaRPr dirty="0">
                          <a:noFill/>
                        </a:endParaRPr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endParaRPr dirty="0">
                          <a:noFill/>
                        </a:endParaRPr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endParaRPr dirty="0">
                          <a:noFill/>
                        </a:endParaRPr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accent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118751"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endParaRPr dirty="0">
                          <a:noFill/>
                        </a:endParaRPr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E0E0E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endParaRPr dirty="0">
                          <a:noFill/>
                        </a:endParaRPr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endParaRPr dirty="0">
                          <a:noFill/>
                        </a:endParaRPr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accent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  <a:tr h="118751"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endParaRPr dirty="0">
                          <a:noFill/>
                        </a:endParaRPr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E0E0E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endParaRPr dirty="0">
                          <a:noFill/>
                        </a:endParaRPr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endParaRPr dirty="0">
                          <a:noFill/>
                        </a:endParaRPr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accent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4"/>
                    </a:ext>
                  </a:extLst>
                </a:tr>
              </a:tbl>
            </a:graphicData>
          </a:graphic>
        </p:graphicFrame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D3EE9BA8-4298-2F34-B040-0221447605E3}"/>
              </a:ext>
            </a:extLst>
          </p:cNvPr>
          <p:cNvSpPr txBox="1"/>
          <p:nvPr/>
        </p:nvSpPr>
        <p:spPr>
          <a:xfrm>
            <a:off x="274319" y="3931920"/>
            <a:ext cx="3291840" cy="146240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b="0" dirty="0"/>
              <a:t>Kaiaulu downloaders allow different raw data to be obtained. For reference, see refreshers cheatsheet: cheatsheets/refresher-cheatsheet.pdf</a:t>
            </a:r>
          </a:p>
          <a:p>
            <a:endParaRPr lang="en-US" dirty="0"/>
          </a:p>
          <a:p>
            <a:r>
              <a:rPr lang="en-US" sz="1300" dirty="0"/>
              <a:t>1. download_jira_issues()</a:t>
            </a:r>
          </a:p>
          <a:p>
            <a:r>
              <a:rPr lang="en-US" b="0" dirty="0"/>
              <a:t>Downloads JIRA data locally as JSON files.</a:t>
            </a:r>
            <a:endParaRPr lang="en-US" dirty="0"/>
          </a:p>
          <a:p>
            <a:r>
              <a:rPr lang="en-US" sz="1300" dirty="0"/>
              <a:t>2. …</a:t>
            </a:r>
            <a:endParaRPr lang="en-US" b="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AB50F7E-9925-3F1F-F830-CF5F44D0D919}"/>
              </a:ext>
            </a:extLst>
          </p:cNvPr>
          <p:cNvSpPr txBox="1"/>
          <p:nvPr/>
        </p:nvSpPr>
        <p:spPr>
          <a:xfrm>
            <a:off x="274320" y="5943600"/>
            <a:ext cx="3291840" cy="182800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b="0" dirty="0"/>
              <a:t>Parse functions format raw data into structured tables that are reusable across multiple transforms.</a:t>
            </a:r>
          </a:p>
          <a:p>
            <a:endParaRPr lang="en-US" dirty="0"/>
          </a:p>
          <a:p>
            <a:r>
              <a:rPr lang="en-US" sz="1300" dirty="0"/>
              <a:t>1. parse_gitlog()</a:t>
            </a:r>
          </a:p>
          <a:p>
            <a:r>
              <a:rPr lang="en-US" b="0" dirty="0"/>
              <a:t>Parses a git repository into a commit table.</a:t>
            </a:r>
            <a:endParaRPr lang="en-US" dirty="0"/>
          </a:p>
          <a:p>
            <a:r>
              <a:rPr lang="en-US" sz="1300" dirty="0"/>
              <a:t>2. parse_jira_replies()</a:t>
            </a:r>
          </a:p>
          <a:p>
            <a:r>
              <a:rPr lang="en-US" b="0" dirty="0"/>
              <a:t>Parses Jira issue comments into a reply table.</a:t>
            </a:r>
            <a:endParaRPr lang="en-US" sz="1400" dirty="0"/>
          </a:p>
          <a:p>
            <a:r>
              <a:rPr lang="en-US" sz="1300" dirty="0"/>
              <a:t>3. …</a:t>
            </a:r>
            <a:endParaRPr lang="en-US" sz="1300" b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842AE7-B865-BC06-D907-9C8FDDC5F5DB}"/>
              </a:ext>
            </a:extLst>
          </p:cNvPr>
          <p:cNvSpPr txBox="1"/>
          <p:nvPr/>
        </p:nvSpPr>
        <p:spPr>
          <a:xfrm>
            <a:off x="274320" y="8312142"/>
            <a:ext cx="3566160" cy="20286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b="0" dirty="0"/>
              <a:t>Transform functions construct S3 graph objects from parsed tables by defining nodes, edges, and relationships.</a:t>
            </a:r>
          </a:p>
          <a:p>
            <a:endParaRPr lang="en-US" dirty="0"/>
          </a:p>
          <a:p>
            <a:r>
              <a:rPr lang="en-US" sz="1300" dirty="0"/>
              <a:t>1. transform_gitlog_to_bipartite_network()</a:t>
            </a:r>
          </a:p>
          <a:p>
            <a:r>
              <a:rPr lang="en-US" b="0" dirty="0"/>
              <a:t>Git Log commit table → bipartite graph.</a:t>
            </a:r>
          </a:p>
          <a:p>
            <a:r>
              <a:rPr lang="en-US" sz="1300" dirty="0"/>
              <a:t>2. transform_gitlog_to_multimodal_network()</a:t>
            </a:r>
          </a:p>
          <a:p>
            <a:r>
              <a:rPr lang="en-US" b="0" dirty="0"/>
              <a:t>Git Log commit table → multimodal graph.</a:t>
            </a:r>
          </a:p>
          <a:p>
            <a:r>
              <a:rPr lang="en-US" sz="1300" dirty="0"/>
              <a:t>3. …</a:t>
            </a:r>
            <a:endParaRPr lang="en-US" sz="1400" b="0" dirty="0"/>
          </a:p>
        </p:txBody>
      </p:sp>
      <p:sp>
        <p:nvSpPr>
          <p:cNvPr id="3" name="Line">
            <a:extLst>
              <a:ext uri="{FF2B5EF4-FFF2-40B4-BE49-F238E27FC236}">
                <a16:creationId xmlns:a16="http://schemas.microsoft.com/office/drawing/2014/main" id="{2E7DC389-9F22-01EE-682A-DDFB748C5E53}"/>
              </a:ext>
            </a:extLst>
          </p:cNvPr>
          <p:cNvSpPr/>
          <p:nvPr/>
        </p:nvSpPr>
        <p:spPr>
          <a:xfrm flipV="1">
            <a:off x="274320" y="2011680"/>
            <a:ext cx="3291840" cy="0"/>
          </a:xfrm>
          <a:prstGeom prst="line">
            <a:avLst/>
          </a:prstGeom>
          <a:ln w="12700">
            <a:solidFill>
              <a:srgbClr val="E4E4E3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4" name="Line">
            <a:extLst>
              <a:ext uri="{FF2B5EF4-FFF2-40B4-BE49-F238E27FC236}">
                <a16:creationId xmlns:a16="http://schemas.microsoft.com/office/drawing/2014/main" id="{938669AC-B0A7-7F53-AD7D-8D3E73F176A3}"/>
              </a:ext>
            </a:extLst>
          </p:cNvPr>
          <p:cNvSpPr/>
          <p:nvPr/>
        </p:nvSpPr>
        <p:spPr>
          <a:xfrm flipV="1">
            <a:off x="274320" y="3840480"/>
            <a:ext cx="3291840" cy="0"/>
          </a:xfrm>
          <a:prstGeom prst="line">
            <a:avLst/>
          </a:prstGeom>
          <a:ln w="12700">
            <a:solidFill>
              <a:srgbClr val="E4E4E3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22" name="Line">
            <a:extLst>
              <a:ext uri="{FF2B5EF4-FFF2-40B4-BE49-F238E27FC236}">
                <a16:creationId xmlns:a16="http://schemas.microsoft.com/office/drawing/2014/main" id="{1AC7F835-7F14-94BB-ACF9-022F8A641DE1}"/>
              </a:ext>
            </a:extLst>
          </p:cNvPr>
          <p:cNvSpPr/>
          <p:nvPr/>
        </p:nvSpPr>
        <p:spPr>
          <a:xfrm flipV="1">
            <a:off x="274320" y="5852160"/>
            <a:ext cx="3291840" cy="0"/>
          </a:xfrm>
          <a:prstGeom prst="line">
            <a:avLst/>
          </a:prstGeom>
          <a:ln w="12700">
            <a:solidFill>
              <a:srgbClr val="E4E4E3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23" name="Line">
            <a:extLst>
              <a:ext uri="{FF2B5EF4-FFF2-40B4-BE49-F238E27FC236}">
                <a16:creationId xmlns:a16="http://schemas.microsoft.com/office/drawing/2014/main" id="{3F8AF958-7D9C-1B34-2E94-46B81DD88353}"/>
              </a:ext>
            </a:extLst>
          </p:cNvPr>
          <p:cNvSpPr/>
          <p:nvPr/>
        </p:nvSpPr>
        <p:spPr>
          <a:xfrm flipV="1">
            <a:off x="274320" y="8321040"/>
            <a:ext cx="3291840" cy="0"/>
          </a:xfrm>
          <a:prstGeom prst="line">
            <a:avLst/>
          </a:prstGeom>
          <a:ln w="12700">
            <a:solidFill>
              <a:srgbClr val="E4E4E3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29" name="Line">
            <a:extLst>
              <a:ext uri="{FF2B5EF4-FFF2-40B4-BE49-F238E27FC236}">
                <a16:creationId xmlns:a16="http://schemas.microsoft.com/office/drawing/2014/main" id="{52F48625-0EAD-F540-FC9A-C4ACB0C6FB4E}"/>
              </a:ext>
            </a:extLst>
          </p:cNvPr>
          <p:cNvSpPr/>
          <p:nvPr/>
        </p:nvSpPr>
        <p:spPr>
          <a:xfrm flipV="1">
            <a:off x="9875518" y="2011680"/>
            <a:ext cx="4023360" cy="0"/>
          </a:xfrm>
          <a:prstGeom prst="line">
            <a:avLst/>
          </a:prstGeom>
          <a:ln w="12700">
            <a:solidFill>
              <a:srgbClr val="E4E4E3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30" name="Line">
            <a:extLst>
              <a:ext uri="{FF2B5EF4-FFF2-40B4-BE49-F238E27FC236}">
                <a16:creationId xmlns:a16="http://schemas.microsoft.com/office/drawing/2014/main" id="{295A37EB-B8E9-CB58-4DF8-8BADD874A03D}"/>
              </a:ext>
            </a:extLst>
          </p:cNvPr>
          <p:cNvSpPr/>
          <p:nvPr/>
        </p:nvSpPr>
        <p:spPr>
          <a:xfrm flipV="1">
            <a:off x="9875518" y="4114800"/>
            <a:ext cx="4023360" cy="0"/>
          </a:xfrm>
          <a:prstGeom prst="line">
            <a:avLst/>
          </a:prstGeom>
          <a:ln w="12700">
            <a:solidFill>
              <a:srgbClr val="E4E4E3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34" name="Line">
            <a:extLst>
              <a:ext uri="{FF2B5EF4-FFF2-40B4-BE49-F238E27FC236}">
                <a16:creationId xmlns:a16="http://schemas.microsoft.com/office/drawing/2014/main" id="{45E426F2-CB7D-F357-04F9-512BC89E458C}"/>
              </a:ext>
            </a:extLst>
          </p:cNvPr>
          <p:cNvSpPr/>
          <p:nvPr/>
        </p:nvSpPr>
        <p:spPr>
          <a:xfrm flipV="1">
            <a:off x="9875518" y="8686800"/>
            <a:ext cx="4023360" cy="0"/>
          </a:xfrm>
          <a:prstGeom prst="line">
            <a:avLst/>
          </a:prstGeom>
          <a:ln w="12700">
            <a:solidFill>
              <a:srgbClr val="E4E4E3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41" name="Line">
            <a:extLst>
              <a:ext uri="{FF2B5EF4-FFF2-40B4-BE49-F238E27FC236}">
                <a16:creationId xmlns:a16="http://schemas.microsoft.com/office/drawing/2014/main" id="{2995FA16-4C6F-72D3-BFE2-7C33D7B3005B}"/>
              </a:ext>
            </a:extLst>
          </p:cNvPr>
          <p:cNvSpPr/>
          <p:nvPr/>
        </p:nvSpPr>
        <p:spPr>
          <a:xfrm flipV="1">
            <a:off x="4937760" y="2011680"/>
            <a:ext cx="3749040" cy="0"/>
          </a:xfrm>
          <a:prstGeom prst="line">
            <a:avLst/>
          </a:prstGeom>
          <a:ln w="12700">
            <a:solidFill>
              <a:srgbClr val="E4E4E3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6" name="Manipulate Variables">
            <a:extLst>
              <a:ext uri="{FF2B5EF4-FFF2-40B4-BE49-F238E27FC236}">
                <a16:creationId xmlns:a16="http://schemas.microsoft.com/office/drawing/2014/main" id="{B939833B-A5F2-8362-B569-3466D533B04A}"/>
              </a:ext>
            </a:extLst>
          </p:cNvPr>
          <p:cNvSpPr txBox="1"/>
          <p:nvPr/>
        </p:nvSpPr>
        <p:spPr>
          <a:xfrm>
            <a:off x="9875520" y="1645920"/>
            <a:ext cx="2644955" cy="339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/>
              <a:t>Graph Constructors</a:t>
            </a:r>
            <a:endParaRPr dirty="0"/>
          </a:p>
        </p:txBody>
      </p:sp>
      <p:sp>
        <p:nvSpPr>
          <p:cNvPr id="421" name="Manipulate Variables">
            <a:extLst>
              <a:ext uri="{FF2B5EF4-FFF2-40B4-BE49-F238E27FC236}">
                <a16:creationId xmlns:a16="http://schemas.microsoft.com/office/drawing/2014/main" id="{90C35465-FC5C-C207-7547-8A8AECAA8E54}"/>
              </a:ext>
            </a:extLst>
          </p:cNvPr>
          <p:cNvSpPr txBox="1"/>
          <p:nvPr/>
        </p:nvSpPr>
        <p:spPr>
          <a:xfrm>
            <a:off x="9875520" y="8321040"/>
            <a:ext cx="3085781" cy="339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/>
              <a:t>Custom Graph Weights</a:t>
            </a:r>
            <a:endParaRPr dirty="0"/>
          </a:p>
        </p:txBody>
      </p:sp>
      <p:sp>
        <p:nvSpPr>
          <p:cNvPr id="424" name="Layout Suggestions">
            <a:extLst>
              <a:ext uri="{FF2B5EF4-FFF2-40B4-BE49-F238E27FC236}">
                <a16:creationId xmlns:a16="http://schemas.microsoft.com/office/drawing/2014/main" id="{3FCD3430-6D3D-1A52-F2F3-36E77C1816B4}"/>
              </a:ext>
            </a:extLst>
          </p:cNvPr>
          <p:cNvSpPr txBox="1"/>
          <p:nvPr/>
        </p:nvSpPr>
        <p:spPr>
          <a:xfrm>
            <a:off x="4937760" y="1649659"/>
            <a:ext cx="3840480" cy="339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/>
              <a:t>Network Transform Pipeline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03992668"/>
      </p:ext>
    </p:extLst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White">
      <a:dk1>
        <a:srgbClr val="4C4C4C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F7DCA7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Source Sans Pro Light"/>
        <a:ea typeface="Source Sans Pro Light"/>
        <a:cs typeface="Source Sans Pro Light"/>
      </a:majorFont>
      <a:minorFont>
        <a:latin typeface="Source Sans Pro Light"/>
        <a:ea typeface="Source Sans Pro Light"/>
        <a:cs typeface="Source Sans Pro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4570" tIns="54570" rIns="54570" bIns="5457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8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Source Sans Pro"/>
            <a:ea typeface="Source Sans Pro"/>
            <a:cs typeface="Source Sans Pro"/>
            <a:sym typeface="Source Sans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4570" tIns="54570" rIns="54570" bIns="5457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100000"/>
          </a:lnSpc>
          <a:spcBef>
            <a:spcPts val="200"/>
          </a:spcBef>
          <a:spcAft>
            <a:spcPts val="0"/>
          </a:spcAft>
          <a:buClrTx/>
          <a:buSzTx/>
          <a:buFontTx/>
          <a:buNone/>
          <a:tabLst/>
          <a:defRPr kumimoji="0" sz="1200" b="1" i="0" u="none" strike="noStrike" cap="none" spc="0" normalizeH="0" baseline="0">
            <a:ln>
              <a:noFill/>
            </a:ln>
            <a:solidFill>
              <a:srgbClr val="4C4C4C"/>
            </a:solidFill>
            <a:effectLst/>
            <a:uFillTx/>
            <a:latin typeface="Source Sans Pro"/>
            <a:ea typeface="Source Sans Pro"/>
            <a:cs typeface="Source Sans Pro"/>
            <a:sym typeface="Source Sans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F7DCA7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Source Sans Pro Light"/>
        <a:ea typeface="Source Sans Pro Light"/>
        <a:cs typeface="Source Sans Pro Light"/>
      </a:majorFont>
      <a:minorFont>
        <a:latin typeface="Source Sans Pro Light"/>
        <a:ea typeface="Source Sans Pro Light"/>
        <a:cs typeface="Source Sans Pro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4570" tIns="54570" rIns="54570" bIns="5457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8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Source Sans Pro"/>
            <a:ea typeface="Source Sans Pro"/>
            <a:cs typeface="Source Sans Pro"/>
            <a:sym typeface="Source Sans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4570" tIns="54570" rIns="54570" bIns="5457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100000"/>
          </a:lnSpc>
          <a:spcBef>
            <a:spcPts val="200"/>
          </a:spcBef>
          <a:spcAft>
            <a:spcPts val="0"/>
          </a:spcAft>
          <a:buClrTx/>
          <a:buSzTx/>
          <a:buFontTx/>
          <a:buNone/>
          <a:tabLst/>
          <a:defRPr kumimoji="0" sz="1200" b="1" i="0" u="none" strike="noStrike" cap="none" spc="0" normalizeH="0" baseline="0">
            <a:ln>
              <a:noFill/>
            </a:ln>
            <a:solidFill>
              <a:srgbClr val="4C4C4C"/>
            </a:solidFill>
            <a:effectLst/>
            <a:uFillTx/>
            <a:latin typeface="Source Sans Pro"/>
            <a:ea typeface="Source Sans Pro"/>
            <a:cs typeface="Source Sans Pro"/>
            <a:sym typeface="Source Sans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510</Words>
  <Application>Microsoft Macintosh PowerPoint</Application>
  <PresentationFormat>Custom</PresentationFormat>
  <Paragraphs>72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Avenir</vt:lpstr>
      <vt:lpstr>Helvetica Light</vt:lpstr>
      <vt:lpstr>Source Sans Pro</vt:lpstr>
      <vt:lpstr>Source Sans Pro Light</vt:lpstr>
      <vt:lpstr>Source Sans Pro Semibold</vt:lpstr>
      <vt:lpstr>White</vt:lpstr>
      <vt:lpstr>Network Transform: : CHEAT SHEET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Four Column Layout : : CHEAT SHEET</dc:title>
  <dc:creator>Nico</dc:creator>
  <cp:lastModifiedBy>Jared Seto</cp:lastModifiedBy>
  <cp:revision>239</cp:revision>
  <dcterms:modified xsi:type="dcterms:W3CDTF">2026-05-12T03:49:37Z</dcterms:modified>
</cp:coreProperties>
</file>