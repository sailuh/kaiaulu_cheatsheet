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83" r:id="rId2"/>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8FE43F-CBED-1CB8-7610-ADBD6AB49C63}" name="John Flinn" initials="JF" userId="7e17483a2f11917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DB5"/>
    <a:srgbClr val="6B8094"/>
    <a:srgbClr val="0265C1"/>
    <a:srgbClr val="DBDBDB"/>
    <a:srgbClr val="C1C1C0"/>
    <a:srgbClr val="0265BF"/>
    <a:srgbClr val="4C4C4C"/>
    <a:srgbClr val="00872B"/>
    <a:srgbClr val="499FB8"/>
    <a:srgbClr val="C8D6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E87398-1604-4F79-9E5A-D574923309FD}" v="42" dt="2026-04-30T10:01:09.578"/>
    <p1510:client id="{A25B6CBE-8171-4262-95FB-30EF3A09DF57}" v="5" dt="2026-05-01T02:12:43.591"/>
    <p1510:client id="{B52D2038-E1FC-4C8D-B8EA-B699BDD7D5E0}" v="56" dt="2026-04-30T08:07:22.172"/>
    <p1510:client id="{D67F8B36-F99B-438D-BA7B-B1A4F1CC7E15}" v="44" dt="2026-05-01T07:35:41.16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41" autoAdjust="0"/>
    <p:restoredTop sz="96247" autoAdjust="0"/>
  </p:normalViewPr>
  <p:slideViewPr>
    <p:cSldViewPr snapToGrid="0">
      <p:cViewPr varScale="1">
        <p:scale>
          <a:sx n="71" d="100"/>
          <a:sy n="71" d="100"/>
        </p:scale>
        <p:origin x="20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microsoft.com/office/2018/10/relationships/authors" Target="author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Flinn" userId="7e17483a2f11917b" providerId="LiveId" clId="{E34305C2-AE44-4C00-ADB6-473F6952CE75}"/>
    <pc:docChg chg="undo custSel addSld delSld modSld sldOrd">
      <pc:chgData name="John Flinn" userId="7e17483a2f11917b" providerId="LiveId" clId="{E34305C2-AE44-4C00-ADB6-473F6952CE75}" dt="2026-05-01T07:59:17.959" v="2607" actId="20577"/>
      <pc:docMkLst>
        <pc:docMk/>
      </pc:docMkLst>
      <pc:sldChg chg="addSp delSp modSp mod">
        <pc:chgData name="John Flinn" userId="7e17483a2f11917b" providerId="LiveId" clId="{E34305C2-AE44-4C00-ADB6-473F6952CE75}" dt="2026-05-01T01:19:39.846" v="3" actId="478"/>
        <pc:sldMkLst>
          <pc:docMk/>
          <pc:sldMk cId="1237161122" sldId="277"/>
        </pc:sldMkLst>
        <pc:spChg chg="mod">
          <ac:chgData name="John Flinn" userId="7e17483a2f11917b" providerId="LiveId" clId="{E34305C2-AE44-4C00-ADB6-473F6952CE75}" dt="2026-05-01T00:48:50.902" v="1" actId="1076"/>
          <ac:spMkLst>
            <pc:docMk/>
            <pc:sldMk cId="1237161122" sldId="277"/>
            <ac:spMk id="55" creationId="{E894B88B-E86B-D9D9-9316-5F9B7F0FD66A}"/>
          </ac:spMkLst>
        </pc:spChg>
        <pc:spChg chg="add del">
          <ac:chgData name="John Flinn" userId="7e17483a2f11917b" providerId="LiveId" clId="{E34305C2-AE44-4C00-ADB6-473F6952CE75}" dt="2026-05-01T01:19:39.846" v="3" actId="478"/>
          <ac:spMkLst>
            <pc:docMk/>
            <pc:sldMk cId="1237161122" sldId="277"/>
            <ac:spMk id="502" creationId="{72C0BE4C-58BD-43C1-70F6-5FCC90B17F88}"/>
          </ac:spMkLst>
        </pc:spChg>
        <pc:spChg chg="add del">
          <ac:chgData name="John Flinn" userId="7e17483a2f11917b" providerId="LiveId" clId="{E34305C2-AE44-4C00-ADB6-473F6952CE75}" dt="2026-05-01T01:19:39.846" v="3" actId="478"/>
          <ac:spMkLst>
            <pc:docMk/>
            <pc:sldMk cId="1237161122" sldId="277"/>
            <ac:spMk id="503" creationId="{748C68EF-1191-1B88-ED61-86028273DE75}"/>
          </ac:spMkLst>
        </pc:spChg>
        <pc:spChg chg="add del">
          <ac:chgData name="John Flinn" userId="7e17483a2f11917b" providerId="LiveId" clId="{E34305C2-AE44-4C00-ADB6-473F6952CE75}" dt="2026-05-01T01:19:39.846" v="3" actId="478"/>
          <ac:spMkLst>
            <pc:docMk/>
            <pc:sldMk cId="1237161122" sldId="277"/>
            <ac:spMk id="511" creationId="{21139186-47FB-C255-0459-45461571C5D8}"/>
          </ac:spMkLst>
        </pc:spChg>
        <pc:spChg chg="mod">
          <ac:chgData name="John Flinn" userId="7e17483a2f11917b" providerId="LiveId" clId="{E34305C2-AE44-4C00-ADB6-473F6952CE75}" dt="2026-05-01T00:46:38.098" v="0" actId="1076"/>
          <ac:spMkLst>
            <pc:docMk/>
            <pc:sldMk cId="1237161122" sldId="277"/>
            <ac:spMk id="1371" creationId="{3E23A349-AFBE-60C4-FA44-D47BA81F813C}"/>
          </ac:spMkLst>
        </pc:spChg>
        <pc:spChg chg="add del">
          <ac:chgData name="John Flinn" userId="7e17483a2f11917b" providerId="LiveId" clId="{E34305C2-AE44-4C00-ADB6-473F6952CE75}" dt="2026-05-01T01:19:39.846" v="3" actId="478"/>
          <ac:spMkLst>
            <pc:docMk/>
            <pc:sldMk cId="1237161122" sldId="277"/>
            <ac:spMk id="1408" creationId="{B6B557F9-EFAD-0EB3-43A7-B4E2E0C47355}"/>
          </ac:spMkLst>
        </pc:spChg>
        <pc:grpChg chg="add del">
          <ac:chgData name="John Flinn" userId="7e17483a2f11917b" providerId="LiveId" clId="{E34305C2-AE44-4C00-ADB6-473F6952CE75}" dt="2026-05-01T01:19:39.846" v="3" actId="478"/>
          <ac:grpSpMkLst>
            <pc:docMk/>
            <pc:sldMk cId="1237161122" sldId="277"/>
            <ac:grpSpMk id="497" creationId="{C01C7414-83E7-5225-E560-151BDD18AB22}"/>
          </ac:grpSpMkLst>
        </pc:grpChg>
        <pc:picChg chg="add del">
          <ac:chgData name="John Flinn" userId="7e17483a2f11917b" providerId="LiveId" clId="{E34305C2-AE44-4C00-ADB6-473F6952CE75}" dt="2026-05-01T01:19:39.846" v="3" actId="478"/>
          <ac:picMkLst>
            <pc:docMk/>
            <pc:sldMk cId="1237161122" sldId="277"/>
            <ac:picMk id="1420" creationId="{757F6A67-037E-9637-100B-400AEACC4EF5}"/>
          </ac:picMkLst>
        </pc:picChg>
        <pc:cxnChg chg="add del">
          <ac:chgData name="John Flinn" userId="7e17483a2f11917b" providerId="LiveId" clId="{E34305C2-AE44-4C00-ADB6-473F6952CE75}" dt="2026-05-01T01:19:39.846" v="3" actId="478"/>
          <ac:cxnSpMkLst>
            <pc:docMk/>
            <pc:sldMk cId="1237161122" sldId="277"/>
            <ac:cxnSpMk id="1433" creationId="{2350EBE0-995D-D000-2F61-866FCC5E542D}"/>
          </ac:cxnSpMkLst>
        </pc:cxnChg>
        <pc:cxnChg chg="add del">
          <ac:chgData name="John Flinn" userId="7e17483a2f11917b" providerId="LiveId" clId="{E34305C2-AE44-4C00-ADB6-473F6952CE75}" dt="2026-05-01T01:19:39.846" v="3" actId="478"/>
          <ac:cxnSpMkLst>
            <pc:docMk/>
            <pc:sldMk cId="1237161122" sldId="277"/>
            <ac:cxnSpMk id="1441" creationId="{7E82E8A5-CC76-CA16-B860-4F0E307ECFB4}"/>
          </ac:cxnSpMkLst>
        </pc:cxnChg>
        <pc:cxnChg chg="add del">
          <ac:chgData name="John Flinn" userId="7e17483a2f11917b" providerId="LiveId" clId="{E34305C2-AE44-4C00-ADB6-473F6952CE75}" dt="2026-05-01T01:19:39.846" v="3" actId="478"/>
          <ac:cxnSpMkLst>
            <pc:docMk/>
            <pc:sldMk cId="1237161122" sldId="277"/>
            <ac:cxnSpMk id="1445" creationId="{431C0DDB-96AB-6474-59FB-4663B4849C48}"/>
          </ac:cxnSpMkLst>
        </pc:cxnChg>
        <pc:cxnChg chg="add del">
          <ac:chgData name="John Flinn" userId="7e17483a2f11917b" providerId="LiveId" clId="{E34305C2-AE44-4C00-ADB6-473F6952CE75}" dt="2026-05-01T01:19:39.846" v="3" actId="478"/>
          <ac:cxnSpMkLst>
            <pc:docMk/>
            <pc:sldMk cId="1237161122" sldId="277"/>
            <ac:cxnSpMk id="1453" creationId="{FEB3A8B8-113A-67EE-8899-1E2B5EBFB0A1}"/>
          </ac:cxnSpMkLst>
        </pc:cxnChg>
      </pc:sldChg>
      <pc:sldChg chg="delSp modSp add del mod">
        <pc:chgData name="John Flinn" userId="7e17483a2f11917b" providerId="LiveId" clId="{E34305C2-AE44-4C00-ADB6-473F6952CE75}" dt="2026-05-01T01:39:48.177" v="65" actId="47"/>
        <pc:sldMkLst>
          <pc:docMk/>
          <pc:sldMk cId="2956798203" sldId="278"/>
        </pc:sldMkLst>
        <pc:spChg chg="mod">
          <ac:chgData name="John Flinn" userId="7e17483a2f11917b" providerId="LiveId" clId="{E34305C2-AE44-4C00-ADB6-473F6952CE75}" dt="2026-05-01T01:25:25.097" v="57" actId="1076"/>
          <ac:spMkLst>
            <pc:docMk/>
            <pc:sldMk cId="2956798203" sldId="278"/>
            <ac:spMk id="19" creationId="{DDE670EF-DDA8-2025-B8FA-3C42A2FC5FE1}"/>
          </ac:spMkLst>
        </pc:spChg>
        <pc:spChg chg="mod">
          <ac:chgData name="John Flinn" userId="7e17483a2f11917b" providerId="LiveId" clId="{E34305C2-AE44-4C00-ADB6-473F6952CE75}" dt="2026-05-01T01:24:13.964" v="44" actId="1037"/>
          <ac:spMkLst>
            <pc:docMk/>
            <pc:sldMk cId="2956798203" sldId="278"/>
            <ac:spMk id="23" creationId="{A6AE1493-E204-FD41-36D5-54E0EFAA31C8}"/>
          </ac:spMkLst>
        </pc:spChg>
        <pc:spChg chg="mod">
          <ac:chgData name="John Flinn" userId="7e17483a2f11917b" providerId="LiveId" clId="{E34305C2-AE44-4C00-ADB6-473F6952CE75}" dt="2026-05-01T01:25:37.430" v="61" actId="1037"/>
          <ac:spMkLst>
            <pc:docMk/>
            <pc:sldMk cId="2956798203" sldId="278"/>
            <ac:spMk id="52" creationId="{4CC380CE-5491-A341-A334-B98A99453CE0}"/>
          </ac:spMkLst>
        </pc:spChg>
        <pc:spChg chg="mod">
          <ac:chgData name="John Flinn" userId="7e17483a2f11917b" providerId="LiveId" clId="{E34305C2-AE44-4C00-ADB6-473F6952CE75}" dt="2026-05-01T01:25:41.816" v="62" actId="1076"/>
          <ac:spMkLst>
            <pc:docMk/>
            <pc:sldMk cId="2956798203" sldId="278"/>
            <ac:spMk id="53" creationId="{29238D6D-5BDC-3C6F-36CB-D4F84A46B0CE}"/>
          </ac:spMkLst>
        </pc:spChg>
        <pc:spChg chg="mod">
          <ac:chgData name="John Flinn" userId="7e17483a2f11917b" providerId="LiveId" clId="{E34305C2-AE44-4C00-ADB6-473F6952CE75}" dt="2026-05-01T01:24:24.818" v="49" actId="1035"/>
          <ac:spMkLst>
            <pc:docMk/>
            <pc:sldMk cId="2956798203" sldId="278"/>
            <ac:spMk id="471" creationId="{5865FDA4-BC7F-9B6D-4E94-C74EEEB75DBE}"/>
          </ac:spMkLst>
        </pc:spChg>
        <pc:spChg chg="mod">
          <ac:chgData name="John Flinn" userId="7e17483a2f11917b" providerId="LiveId" clId="{E34305C2-AE44-4C00-ADB6-473F6952CE75}" dt="2026-05-01T01:24:30.651" v="50" actId="1038"/>
          <ac:spMkLst>
            <pc:docMk/>
            <pc:sldMk cId="2956798203" sldId="278"/>
            <ac:spMk id="472" creationId="{2269444F-3FDB-4D96-C098-C470DEDE3B5E}"/>
          </ac:spMkLst>
        </pc:spChg>
        <pc:spChg chg="del">
          <ac:chgData name="John Flinn" userId="7e17483a2f11917b" providerId="LiveId" clId="{E34305C2-AE44-4C00-ADB6-473F6952CE75}" dt="2026-05-01T01:19:45.402" v="5" actId="478"/>
          <ac:spMkLst>
            <pc:docMk/>
            <pc:sldMk cId="2956798203" sldId="278"/>
            <ac:spMk id="502" creationId="{B0554212-09E9-6F46-CE87-D65704E82804}"/>
          </ac:spMkLst>
        </pc:spChg>
        <pc:spChg chg="del">
          <ac:chgData name="John Flinn" userId="7e17483a2f11917b" providerId="LiveId" clId="{E34305C2-AE44-4C00-ADB6-473F6952CE75}" dt="2026-05-01T01:19:45.402" v="5" actId="478"/>
          <ac:spMkLst>
            <pc:docMk/>
            <pc:sldMk cId="2956798203" sldId="278"/>
            <ac:spMk id="503" creationId="{02737757-B3D4-24A4-253D-2664886F32B4}"/>
          </ac:spMkLst>
        </pc:spChg>
        <pc:spChg chg="mod">
          <ac:chgData name="John Flinn" userId="7e17483a2f11917b" providerId="LiveId" clId="{E34305C2-AE44-4C00-ADB6-473F6952CE75}" dt="2026-05-01T01:23:21.722" v="24" actId="1037"/>
          <ac:spMkLst>
            <pc:docMk/>
            <pc:sldMk cId="2956798203" sldId="278"/>
            <ac:spMk id="504" creationId="{6A9F9056-BC6B-02E0-FE4F-10752D1123C9}"/>
          </ac:spMkLst>
        </pc:spChg>
        <pc:spChg chg="mod">
          <ac:chgData name="John Flinn" userId="7e17483a2f11917b" providerId="LiveId" clId="{E34305C2-AE44-4C00-ADB6-473F6952CE75}" dt="2026-05-01T01:23:30.116" v="26" actId="1035"/>
          <ac:spMkLst>
            <pc:docMk/>
            <pc:sldMk cId="2956798203" sldId="278"/>
            <ac:spMk id="506" creationId="{EE7E98AA-9F1D-E827-3033-0B98326FDF31}"/>
          </ac:spMkLst>
        </pc:spChg>
        <pc:spChg chg="mod">
          <ac:chgData name="John Flinn" userId="7e17483a2f11917b" providerId="LiveId" clId="{E34305C2-AE44-4C00-ADB6-473F6952CE75}" dt="2026-05-01T01:23:54.946" v="41" actId="1035"/>
          <ac:spMkLst>
            <pc:docMk/>
            <pc:sldMk cId="2956798203" sldId="278"/>
            <ac:spMk id="507" creationId="{32CF3827-7CFC-F1E6-A5F1-A388DC00B2E7}"/>
          </ac:spMkLst>
        </pc:spChg>
        <pc:spChg chg="del">
          <ac:chgData name="John Flinn" userId="7e17483a2f11917b" providerId="LiveId" clId="{E34305C2-AE44-4C00-ADB6-473F6952CE75}" dt="2026-05-01T01:19:45.402" v="5" actId="478"/>
          <ac:spMkLst>
            <pc:docMk/>
            <pc:sldMk cId="2956798203" sldId="278"/>
            <ac:spMk id="511" creationId="{8A90C845-B02F-2679-43BF-D6294EFBCFB1}"/>
          </ac:spMkLst>
        </pc:spChg>
        <pc:spChg chg="mod">
          <ac:chgData name="John Flinn" userId="7e17483a2f11917b" providerId="LiveId" clId="{E34305C2-AE44-4C00-ADB6-473F6952CE75}" dt="2026-05-01T01:22:29.418" v="15" actId="1076"/>
          <ac:spMkLst>
            <pc:docMk/>
            <pc:sldMk cId="2956798203" sldId="278"/>
            <ac:spMk id="1371" creationId="{790AAEA5-2BFE-3A5B-40A5-9672A65F8AB5}"/>
          </ac:spMkLst>
        </pc:spChg>
        <pc:spChg chg="mod">
          <ac:chgData name="John Flinn" userId="7e17483a2f11917b" providerId="LiveId" clId="{E34305C2-AE44-4C00-ADB6-473F6952CE75}" dt="2026-05-01T01:24:45.193" v="52" actId="1037"/>
          <ac:spMkLst>
            <pc:docMk/>
            <pc:sldMk cId="2956798203" sldId="278"/>
            <ac:spMk id="1392" creationId="{EDBE5C1E-7EB2-83A4-E8C4-6FD5F4DE3D1D}"/>
          </ac:spMkLst>
        </pc:spChg>
        <pc:spChg chg="mod">
          <ac:chgData name="John Flinn" userId="7e17483a2f11917b" providerId="LiveId" clId="{E34305C2-AE44-4C00-ADB6-473F6952CE75}" dt="2026-05-01T01:25:00.247" v="54" actId="1037"/>
          <ac:spMkLst>
            <pc:docMk/>
            <pc:sldMk cId="2956798203" sldId="278"/>
            <ac:spMk id="1394" creationId="{3597F5D7-D310-D6DF-397A-C25BDB6F6012}"/>
          </ac:spMkLst>
        </pc:spChg>
        <pc:spChg chg="mod">
          <ac:chgData name="John Flinn" userId="7e17483a2f11917b" providerId="LiveId" clId="{E34305C2-AE44-4C00-ADB6-473F6952CE75}" dt="2026-05-01T01:24:50.814" v="53" actId="1038"/>
          <ac:spMkLst>
            <pc:docMk/>
            <pc:sldMk cId="2956798203" sldId="278"/>
            <ac:spMk id="1395" creationId="{BD82B3BF-5885-EF3B-37AA-DFE414E54662}"/>
          </ac:spMkLst>
        </pc:spChg>
        <pc:spChg chg="del">
          <ac:chgData name="John Flinn" userId="7e17483a2f11917b" providerId="LiveId" clId="{E34305C2-AE44-4C00-ADB6-473F6952CE75}" dt="2026-05-01T01:19:45.402" v="5" actId="478"/>
          <ac:spMkLst>
            <pc:docMk/>
            <pc:sldMk cId="2956798203" sldId="278"/>
            <ac:spMk id="1408" creationId="{A33F9C03-B977-8297-648D-30B5111989C7}"/>
          </ac:spMkLst>
        </pc:spChg>
        <pc:spChg chg="mod">
          <ac:chgData name="John Flinn" userId="7e17483a2f11917b" providerId="LiveId" clId="{E34305C2-AE44-4C00-ADB6-473F6952CE75}" dt="2026-05-01T01:23:01.598" v="18" actId="1035"/>
          <ac:spMkLst>
            <pc:docMk/>
            <pc:sldMk cId="2956798203" sldId="278"/>
            <ac:spMk id="1434" creationId="{DFAD575A-536D-B002-1510-3DB804A8709E}"/>
          </ac:spMkLst>
        </pc:spChg>
        <pc:spChg chg="mod">
          <ac:chgData name="John Flinn" userId="7e17483a2f11917b" providerId="LiveId" clId="{E34305C2-AE44-4C00-ADB6-473F6952CE75}" dt="2026-05-01T01:23:05.780" v="20" actId="1035"/>
          <ac:spMkLst>
            <pc:docMk/>
            <pc:sldMk cId="2956798203" sldId="278"/>
            <ac:spMk id="1435" creationId="{F903CBC9-40A3-40D0-9CA9-4C65F000A6F2}"/>
          </ac:spMkLst>
        </pc:spChg>
        <pc:spChg chg="mod">
          <ac:chgData name="John Flinn" userId="7e17483a2f11917b" providerId="LiveId" clId="{E34305C2-AE44-4C00-ADB6-473F6952CE75}" dt="2026-05-01T01:23:12.475" v="21" actId="1036"/>
          <ac:spMkLst>
            <pc:docMk/>
            <pc:sldMk cId="2956798203" sldId="278"/>
            <ac:spMk id="1437" creationId="{55F17DE9-CB4E-607E-2755-AE61EDD9A0A7}"/>
          </ac:spMkLst>
        </pc:spChg>
        <pc:spChg chg="mod">
          <ac:chgData name="John Flinn" userId="7e17483a2f11917b" providerId="LiveId" clId="{E34305C2-AE44-4C00-ADB6-473F6952CE75}" dt="2026-05-01T01:22:52.388" v="17" actId="1035"/>
          <ac:spMkLst>
            <pc:docMk/>
            <pc:sldMk cId="2956798203" sldId="278"/>
            <ac:spMk id="1438" creationId="{C9C22AC3-219A-3070-2551-395086852488}"/>
          </ac:spMkLst>
        </pc:spChg>
        <pc:spChg chg="mod">
          <ac:chgData name="John Flinn" userId="7e17483a2f11917b" providerId="LiveId" clId="{E34305C2-AE44-4C00-ADB6-473F6952CE75}" dt="2026-05-01T01:39:21.330" v="64" actId="14100"/>
          <ac:spMkLst>
            <pc:docMk/>
            <pc:sldMk cId="2956798203" sldId="278"/>
            <ac:spMk id="1446" creationId="{0F231A79-EBEC-C5B5-34F7-9C274F3E0064}"/>
          </ac:spMkLst>
        </pc:spChg>
        <pc:spChg chg="mod">
          <ac:chgData name="John Flinn" userId="7e17483a2f11917b" providerId="LiveId" clId="{E34305C2-AE44-4C00-ADB6-473F6952CE75}" dt="2026-05-01T01:39:21.330" v="64" actId="14100"/>
          <ac:spMkLst>
            <pc:docMk/>
            <pc:sldMk cId="2956798203" sldId="278"/>
            <ac:spMk id="1456" creationId="{6E5D195F-D1C9-5309-93EA-60A8ACF8FA41}"/>
          </ac:spMkLst>
        </pc:spChg>
        <pc:spChg chg="mod">
          <ac:chgData name="John Flinn" userId="7e17483a2f11917b" providerId="LiveId" clId="{E34305C2-AE44-4C00-ADB6-473F6952CE75}" dt="2026-05-01T01:39:21.330" v="64" actId="14100"/>
          <ac:spMkLst>
            <pc:docMk/>
            <pc:sldMk cId="2956798203" sldId="278"/>
            <ac:spMk id="1463" creationId="{4815987D-DB8A-706D-879A-FED785CF1DCA}"/>
          </ac:spMkLst>
        </pc:spChg>
        <pc:spChg chg="mod">
          <ac:chgData name="John Flinn" userId="7e17483a2f11917b" providerId="LiveId" clId="{E34305C2-AE44-4C00-ADB6-473F6952CE75}" dt="2026-05-01T01:39:21.330" v="64" actId="14100"/>
          <ac:spMkLst>
            <pc:docMk/>
            <pc:sldMk cId="2956798203" sldId="278"/>
            <ac:spMk id="1471" creationId="{E30CA565-4069-5258-1C5F-6FC2F4F0497F}"/>
          </ac:spMkLst>
        </pc:spChg>
        <pc:grpChg chg="mod">
          <ac:chgData name="John Flinn" userId="7e17483a2f11917b" providerId="LiveId" clId="{E34305C2-AE44-4C00-ADB6-473F6952CE75}" dt="2026-05-01T01:39:21.330" v="64" actId="14100"/>
          <ac:grpSpMkLst>
            <pc:docMk/>
            <pc:sldMk cId="2956798203" sldId="278"/>
            <ac:grpSpMk id="493" creationId="{E658A3D3-891E-4A45-40D2-7AC18DD80C04}"/>
          </ac:grpSpMkLst>
        </pc:grpChg>
        <pc:grpChg chg="del">
          <ac:chgData name="John Flinn" userId="7e17483a2f11917b" providerId="LiveId" clId="{E34305C2-AE44-4C00-ADB6-473F6952CE75}" dt="2026-05-01T01:19:45.402" v="5" actId="478"/>
          <ac:grpSpMkLst>
            <pc:docMk/>
            <pc:sldMk cId="2956798203" sldId="278"/>
            <ac:grpSpMk id="497" creationId="{74173906-DC2B-50D7-033E-07E402C4B346}"/>
          </ac:grpSpMkLst>
        </pc:grpChg>
        <pc:grpChg chg="mod">
          <ac:chgData name="John Flinn" userId="7e17483a2f11917b" providerId="LiveId" clId="{E34305C2-AE44-4C00-ADB6-473F6952CE75}" dt="2026-05-01T01:19:58.685" v="9" actId="1076"/>
          <ac:grpSpMkLst>
            <pc:docMk/>
            <pc:sldMk cId="2956798203" sldId="278"/>
            <ac:grpSpMk id="600" creationId="{D883114D-394A-B5FE-22FE-CA14FE479C3B}"/>
          </ac:grpSpMkLst>
        </pc:grpChg>
        <pc:grpChg chg="mod">
          <ac:chgData name="John Flinn" userId="7e17483a2f11917b" providerId="LiveId" clId="{E34305C2-AE44-4C00-ADB6-473F6952CE75}" dt="2026-05-01T01:20:05.740" v="11" actId="1076"/>
          <ac:grpSpMkLst>
            <pc:docMk/>
            <pc:sldMk cId="2956798203" sldId="278"/>
            <ac:grpSpMk id="601" creationId="{D4AFDA97-14E1-16E8-448B-EBBE834F0FEC}"/>
          </ac:grpSpMkLst>
        </pc:grpChg>
        <pc:grpChg chg="mod">
          <ac:chgData name="John Flinn" userId="7e17483a2f11917b" providerId="LiveId" clId="{E34305C2-AE44-4C00-ADB6-473F6952CE75}" dt="2026-05-01T01:20:03.018" v="10" actId="1076"/>
          <ac:grpSpMkLst>
            <pc:docMk/>
            <pc:sldMk cId="2956798203" sldId="278"/>
            <ac:grpSpMk id="602" creationId="{8E8B687E-EEAD-8577-E15E-D03CB9C2C9AF}"/>
          </ac:grpSpMkLst>
        </pc:grpChg>
        <pc:grpChg chg="mod">
          <ac:chgData name="John Flinn" userId="7e17483a2f11917b" providerId="LiveId" clId="{E34305C2-AE44-4C00-ADB6-473F6952CE75}" dt="2026-05-01T01:20:08.627" v="12" actId="1076"/>
          <ac:grpSpMkLst>
            <pc:docMk/>
            <pc:sldMk cId="2956798203" sldId="278"/>
            <ac:grpSpMk id="603" creationId="{8E99AC11-AE2E-D9C7-C4B9-C9AD19CE4DC6}"/>
          </ac:grpSpMkLst>
        </pc:grpChg>
        <pc:picChg chg="del">
          <ac:chgData name="John Flinn" userId="7e17483a2f11917b" providerId="LiveId" clId="{E34305C2-AE44-4C00-ADB6-473F6952CE75}" dt="2026-05-01T01:19:45.402" v="5" actId="478"/>
          <ac:picMkLst>
            <pc:docMk/>
            <pc:sldMk cId="2956798203" sldId="278"/>
            <ac:picMk id="1420" creationId="{35BAF714-87A6-79C5-4A0D-A8CF0D66AA13}"/>
          </ac:picMkLst>
        </pc:picChg>
        <pc:picChg chg="mod">
          <ac:chgData name="John Flinn" userId="7e17483a2f11917b" providerId="LiveId" clId="{E34305C2-AE44-4C00-ADB6-473F6952CE75}" dt="2026-05-01T01:39:21.330" v="64" actId="14100"/>
          <ac:picMkLst>
            <pc:docMk/>
            <pc:sldMk cId="2956798203" sldId="278"/>
            <ac:picMk id="1464" creationId="{9FFFB861-AE82-A2E2-5AE0-A78C0DE55B67}"/>
          </ac:picMkLst>
        </pc:picChg>
        <pc:cxnChg chg="mod">
          <ac:chgData name="John Flinn" userId="7e17483a2f11917b" providerId="LiveId" clId="{E34305C2-AE44-4C00-ADB6-473F6952CE75}" dt="2026-05-01T01:39:21.330" v="64" actId="14100"/>
          <ac:cxnSpMkLst>
            <pc:docMk/>
            <pc:sldMk cId="2956798203" sldId="278"/>
            <ac:cxnSpMk id="54" creationId="{181DA40B-5448-2060-4FC9-AE155084AEC3}"/>
          </ac:cxnSpMkLst>
        </pc:cxnChg>
        <pc:cxnChg chg="mod">
          <ac:chgData name="John Flinn" userId="7e17483a2f11917b" providerId="LiveId" clId="{E34305C2-AE44-4C00-ADB6-473F6952CE75}" dt="2026-05-01T01:39:21.330" v="64" actId="14100"/>
          <ac:cxnSpMkLst>
            <pc:docMk/>
            <pc:sldMk cId="2956798203" sldId="278"/>
            <ac:cxnSpMk id="456" creationId="{260C1AED-6680-D80E-1B4D-46F55292D3B5}"/>
          </ac:cxnSpMkLst>
        </pc:cxnChg>
        <pc:cxnChg chg="mod">
          <ac:chgData name="John Flinn" userId="7e17483a2f11917b" providerId="LiveId" clId="{E34305C2-AE44-4C00-ADB6-473F6952CE75}" dt="2026-05-01T01:25:23.789" v="55" actId="14100"/>
          <ac:cxnSpMkLst>
            <pc:docMk/>
            <pc:sldMk cId="2956798203" sldId="278"/>
            <ac:cxnSpMk id="482" creationId="{7585EABC-D08C-E8F5-6602-B02630BED33B}"/>
          </ac:cxnSpMkLst>
        </pc:cxnChg>
        <pc:cxnChg chg="mod">
          <ac:chgData name="John Flinn" userId="7e17483a2f11917b" providerId="LiveId" clId="{E34305C2-AE44-4C00-ADB6-473F6952CE75}" dt="2026-05-01T01:39:21.330" v="64" actId="14100"/>
          <ac:cxnSpMkLst>
            <pc:docMk/>
            <pc:sldMk cId="2956798203" sldId="278"/>
            <ac:cxnSpMk id="1346" creationId="{D7690FD9-F49F-42CF-44EC-C7F2B6C5FF07}"/>
          </ac:cxnSpMkLst>
        </pc:cxnChg>
        <pc:cxnChg chg="mod">
          <ac:chgData name="John Flinn" userId="7e17483a2f11917b" providerId="LiveId" clId="{E34305C2-AE44-4C00-ADB6-473F6952CE75}" dt="2026-05-01T01:39:21.330" v="64" actId="14100"/>
          <ac:cxnSpMkLst>
            <pc:docMk/>
            <pc:sldMk cId="2956798203" sldId="278"/>
            <ac:cxnSpMk id="1378" creationId="{86080C92-B449-5B85-0C5C-23D00B72F88E}"/>
          </ac:cxnSpMkLst>
        </pc:cxnChg>
        <pc:cxnChg chg="del">
          <ac:chgData name="John Flinn" userId="7e17483a2f11917b" providerId="LiveId" clId="{E34305C2-AE44-4C00-ADB6-473F6952CE75}" dt="2026-05-01T01:19:45.402" v="5" actId="478"/>
          <ac:cxnSpMkLst>
            <pc:docMk/>
            <pc:sldMk cId="2956798203" sldId="278"/>
            <ac:cxnSpMk id="1423" creationId="{D11FAD95-B933-D2CF-7F5A-756618164A60}"/>
          </ac:cxnSpMkLst>
        </pc:cxnChg>
        <pc:cxnChg chg="del">
          <ac:chgData name="John Flinn" userId="7e17483a2f11917b" providerId="LiveId" clId="{E34305C2-AE44-4C00-ADB6-473F6952CE75}" dt="2026-05-01T01:19:45.402" v="5" actId="478"/>
          <ac:cxnSpMkLst>
            <pc:docMk/>
            <pc:sldMk cId="2956798203" sldId="278"/>
            <ac:cxnSpMk id="1433" creationId="{B5634E63-6B78-7781-3239-29CF82F08E6C}"/>
          </ac:cxnSpMkLst>
        </pc:cxnChg>
        <pc:cxnChg chg="del">
          <ac:chgData name="John Flinn" userId="7e17483a2f11917b" providerId="LiveId" clId="{E34305C2-AE44-4C00-ADB6-473F6952CE75}" dt="2026-05-01T01:19:45.402" v="5" actId="478"/>
          <ac:cxnSpMkLst>
            <pc:docMk/>
            <pc:sldMk cId="2956798203" sldId="278"/>
            <ac:cxnSpMk id="1445" creationId="{CFC9EF24-26A4-352B-E660-584D425D76F4}"/>
          </ac:cxnSpMkLst>
        </pc:cxnChg>
        <pc:cxnChg chg="del">
          <ac:chgData name="John Flinn" userId="7e17483a2f11917b" providerId="LiveId" clId="{E34305C2-AE44-4C00-ADB6-473F6952CE75}" dt="2026-05-01T01:19:45.402" v="5" actId="478"/>
          <ac:cxnSpMkLst>
            <pc:docMk/>
            <pc:sldMk cId="2956798203" sldId="278"/>
            <ac:cxnSpMk id="1451" creationId="{D40627F5-6018-EA77-2633-68D5D3E29976}"/>
          </ac:cxnSpMkLst>
        </pc:cxnChg>
      </pc:sldChg>
      <pc:sldChg chg="delSp modSp add mod">
        <pc:chgData name="John Flinn" userId="7e17483a2f11917b" providerId="LiveId" clId="{E34305C2-AE44-4C00-ADB6-473F6952CE75}" dt="2026-05-01T01:55:03.002" v="209" actId="14100"/>
        <pc:sldMkLst>
          <pc:docMk/>
          <pc:sldMk cId="4088682695" sldId="278"/>
        </pc:sldMkLst>
        <pc:spChg chg="mod">
          <ac:chgData name="John Flinn" userId="7e17483a2f11917b" providerId="LiveId" clId="{E34305C2-AE44-4C00-ADB6-473F6952CE75}" dt="2026-05-01T01:52:32.002" v="200" actId="1076"/>
          <ac:spMkLst>
            <pc:docMk/>
            <pc:sldMk cId="4088682695" sldId="278"/>
            <ac:spMk id="42" creationId="{98E4D64D-BB2E-3F6C-664E-31932BF09C85}"/>
          </ac:spMkLst>
        </pc:spChg>
        <pc:spChg chg="mod">
          <ac:chgData name="John Flinn" userId="7e17483a2f11917b" providerId="LiveId" clId="{E34305C2-AE44-4C00-ADB6-473F6952CE75}" dt="2026-05-01T01:47:39.343" v="159" actId="1076"/>
          <ac:spMkLst>
            <pc:docMk/>
            <pc:sldMk cId="4088682695" sldId="278"/>
            <ac:spMk id="43" creationId="{978EF808-E401-1170-C6B1-8C22D439E72C}"/>
          </ac:spMkLst>
        </pc:spChg>
        <pc:spChg chg="mod">
          <ac:chgData name="John Flinn" userId="7e17483a2f11917b" providerId="LiveId" clId="{E34305C2-AE44-4C00-ADB6-473F6952CE75}" dt="2026-05-01T01:49:45.232" v="183" actId="1036"/>
          <ac:spMkLst>
            <pc:docMk/>
            <pc:sldMk cId="4088682695" sldId="278"/>
            <ac:spMk id="52" creationId="{8A7DB93A-44E3-8391-BC9D-FEC2C445FBF2}"/>
          </ac:spMkLst>
        </pc:spChg>
        <pc:spChg chg="mod">
          <ac:chgData name="John Flinn" userId="7e17483a2f11917b" providerId="LiveId" clId="{E34305C2-AE44-4C00-ADB6-473F6952CE75}" dt="2026-05-01T01:49:50.962" v="184" actId="1076"/>
          <ac:spMkLst>
            <pc:docMk/>
            <pc:sldMk cId="4088682695" sldId="278"/>
            <ac:spMk id="53" creationId="{A549DF6F-215D-3914-2AB1-DE0BE433DE57}"/>
          </ac:spMkLst>
        </pc:spChg>
        <pc:spChg chg="mod">
          <ac:chgData name="John Flinn" userId="7e17483a2f11917b" providerId="LiveId" clId="{E34305C2-AE44-4C00-ADB6-473F6952CE75}" dt="2026-05-01T01:45:51.789" v="147" actId="1076"/>
          <ac:spMkLst>
            <pc:docMk/>
            <pc:sldMk cId="4088682695" sldId="278"/>
            <ac:spMk id="58" creationId="{AA697330-227E-60B4-7C56-785F1AC5475F}"/>
          </ac:spMkLst>
        </pc:spChg>
        <pc:spChg chg="mod">
          <ac:chgData name="John Flinn" userId="7e17483a2f11917b" providerId="LiveId" clId="{E34305C2-AE44-4C00-ADB6-473F6952CE75}" dt="2026-05-01T01:46:15.897" v="148" actId="1076"/>
          <ac:spMkLst>
            <pc:docMk/>
            <pc:sldMk cId="4088682695" sldId="278"/>
            <ac:spMk id="486" creationId="{EFF913C8-E351-240C-6754-4852956F904D}"/>
          </ac:spMkLst>
        </pc:spChg>
        <pc:spChg chg="mod">
          <ac:chgData name="John Flinn" userId="7e17483a2f11917b" providerId="LiveId" clId="{E34305C2-AE44-4C00-ADB6-473F6952CE75}" dt="2026-05-01T01:44:29.056" v="129" actId="1076"/>
          <ac:spMkLst>
            <pc:docMk/>
            <pc:sldMk cId="4088682695" sldId="278"/>
            <ac:spMk id="487" creationId="{25DC151F-5F0E-AD60-8074-C2B1C2E16DF0}"/>
          </ac:spMkLst>
        </pc:spChg>
        <pc:spChg chg="mod">
          <ac:chgData name="John Flinn" userId="7e17483a2f11917b" providerId="LiveId" clId="{E34305C2-AE44-4C00-ADB6-473F6952CE75}" dt="2026-05-01T01:47:17.829" v="157" actId="1076"/>
          <ac:spMkLst>
            <pc:docMk/>
            <pc:sldMk cId="4088682695" sldId="278"/>
            <ac:spMk id="489" creationId="{EE23BC87-2F2A-FC17-0B92-BFAD131C4520}"/>
          </ac:spMkLst>
        </pc:spChg>
        <pc:spChg chg="mod">
          <ac:chgData name="John Flinn" userId="7e17483a2f11917b" providerId="LiveId" clId="{E34305C2-AE44-4C00-ADB6-473F6952CE75}" dt="2026-05-01T01:52:13.005" v="199" actId="1076"/>
          <ac:spMkLst>
            <pc:docMk/>
            <pc:sldMk cId="4088682695" sldId="278"/>
            <ac:spMk id="490" creationId="{27EA8BD2-146E-18DC-4970-B10709C1AC22}"/>
          </ac:spMkLst>
        </pc:spChg>
        <pc:spChg chg="mod">
          <ac:chgData name="John Flinn" userId="7e17483a2f11917b" providerId="LiveId" clId="{E34305C2-AE44-4C00-ADB6-473F6952CE75}" dt="2026-05-01T01:42:35.242" v="116" actId="1037"/>
          <ac:spMkLst>
            <pc:docMk/>
            <pc:sldMk cId="4088682695" sldId="278"/>
            <ac:spMk id="495" creationId="{C482120A-6B23-C290-BD09-C0B3F46170FF}"/>
          </ac:spMkLst>
        </pc:spChg>
        <pc:spChg chg="mod">
          <ac:chgData name="John Flinn" userId="7e17483a2f11917b" providerId="LiveId" clId="{E34305C2-AE44-4C00-ADB6-473F6952CE75}" dt="2026-05-01T01:55:03.002" v="209" actId="14100"/>
          <ac:spMkLst>
            <pc:docMk/>
            <pc:sldMk cId="4088682695" sldId="278"/>
            <ac:spMk id="501" creationId="{71E05201-3549-0160-E82B-92221AC29AA7}"/>
          </ac:spMkLst>
        </pc:spChg>
        <pc:spChg chg="del">
          <ac:chgData name="John Flinn" userId="7e17483a2f11917b" providerId="LiveId" clId="{E34305C2-AE44-4C00-ADB6-473F6952CE75}" dt="2026-05-01T01:39:55.756" v="67" actId="478"/>
          <ac:spMkLst>
            <pc:docMk/>
            <pc:sldMk cId="4088682695" sldId="278"/>
            <ac:spMk id="502" creationId="{8485C9F8-82C2-4777-529C-CFB7CA94D9AF}"/>
          </ac:spMkLst>
        </pc:spChg>
        <pc:spChg chg="del">
          <ac:chgData name="John Flinn" userId="7e17483a2f11917b" providerId="LiveId" clId="{E34305C2-AE44-4C00-ADB6-473F6952CE75}" dt="2026-05-01T01:39:55.756" v="67" actId="478"/>
          <ac:spMkLst>
            <pc:docMk/>
            <pc:sldMk cId="4088682695" sldId="278"/>
            <ac:spMk id="503" creationId="{5F1532EB-D172-4D9E-9B57-C3D15A18E142}"/>
          </ac:spMkLst>
        </pc:spChg>
        <pc:spChg chg="mod">
          <ac:chgData name="John Flinn" userId="7e17483a2f11917b" providerId="LiveId" clId="{E34305C2-AE44-4C00-ADB6-473F6952CE75}" dt="2026-05-01T01:49:20.903" v="177" actId="1035"/>
          <ac:spMkLst>
            <pc:docMk/>
            <pc:sldMk cId="4088682695" sldId="278"/>
            <ac:spMk id="504" creationId="{C68A3F90-8A0A-1FDF-7046-D9F123CADDBE}"/>
          </ac:spMkLst>
        </pc:spChg>
        <pc:spChg chg="mod">
          <ac:chgData name="John Flinn" userId="7e17483a2f11917b" providerId="LiveId" clId="{E34305C2-AE44-4C00-ADB6-473F6952CE75}" dt="2026-05-01T01:53:17.394" v="207" actId="1038"/>
          <ac:spMkLst>
            <pc:docMk/>
            <pc:sldMk cId="4088682695" sldId="278"/>
            <ac:spMk id="506" creationId="{5670D1E0-78C9-70C2-C39D-310E2AC039A7}"/>
          </ac:spMkLst>
        </pc:spChg>
        <pc:spChg chg="mod">
          <ac:chgData name="John Flinn" userId="7e17483a2f11917b" providerId="LiveId" clId="{E34305C2-AE44-4C00-ADB6-473F6952CE75}" dt="2026-05-01T01:49:06.507" v="173" actId="1037"/>
          <ac:spMkLst>
            <pc:docMk/>
            <pc:sldMk cId="4088682695" sldId="278"/>
            <ac:spMk id="507" creationId="{245A68D6-9FB6-CA96-5685-0BE6455A0E87}"/>
          </ac:spMkLst>
        </pc:spChg>
        <pc:spChg chg="mod">
          <ac:chgData name="John Flinn" userId="7e17483a2f11917b" providerId="LiveId" clId="{E34305C2-AE44-4C00-ADB6-473F6952CE75}" dt="2026-05-01T01:49:10.250" v="174" actId="1038"/>
          <ac:spMkLst>
            <pc:docMk/>
            <pc:sldMk cId="4088682695" sldId="278"/>
            <ac:spMk id="508" creationId="{D0D4DB7F-DCE9-727C-BEC3-D0DE604DC96C}"/>
          </ac:spMkLst>
        </pc:spChg>
        <pc:spChg chg="del">
          <ac:chgData name="John Flinn" userId="7e17483a2f11917b" providerId="LiveId" clId="{E34305C2-AE44-4C00-ADB6-473F6952CE75}" dt="2026-05-01T01:39:55.756" v="67" actId="478"/>
          <ac:spMkLst>
            <pc:docMk/>
            <pc:sldMk cId="4088682695" sldId="278"/>
            <ac:spMk id="511" creationId="{EB663532-6CC2-DDA5-D4A6-2F7AC878CDE5}"/>
          </ac:spMkLst>
        </pc:spChg>
        <pc:spChg chg="mod">
          <ac:chgData name="John Flinn" userId="7e17483a2f11917b" providerId="LiveId" clId="{E34305C2-AE44-4C00-ADB6-473F6952CE75}" dt="2026-05-01T01:54:46.445" v="208" actId="1076"/>
          <ac:spMkLst>
            <pc:docMk/>
            <pc:sldMk cId="4088682695" sldId="278"/>
            <ac:spMk id="1371" creationId="{DDE0584B-9FC2-CC26-2FC1-496642E3E101}"/>
          </ac:spMkLst>
        </pc:spChg>
        <pc:spChg chg="mod">
          <ac:chgData name="John Flinn" userId="7e17483a2f11917b" providerId="LiveId" clId="{E34305C2-AE44-4C00-ADB6-473F6952CE75}" dt="2026-05-01T01:44:29.056" v="129" actId="1076"/>
          <ac:spMkLst>
            <pc:docMk/>
            <pc:sldMk cId="4088682695" sldId="278"/>
            <ac:spMk id="1372" creationId="{765E1219-CC88-96B5-024F-72402F94612B}"/>
          </ac:spMkLst>
        </pc:spChg>
        <pc:spChg chg="mod">
          <ac:chgData name="John Flinn" userId="7e17483a2f11917b" providerId="LiveId" clId="{E34305C2-AE44-4C00-ADB6-473F6952CE75}" dt="2026-05-01T01:44:29.056" v="129" actId="1076"/>
          <ac:spMkLst>
            <pc:docMk/>
            <pc:sldMk cId="4088682695" sldId="278"/>
            <ac:spMk id="1373" creationId="{A9524580-9736-1B41-5063-6B5B998F9E8C}"/>
          </ac:spMkLst>
        </pc:spChg>
        <pc:spChg chg="mod">
          <ac:chgData name="John Flinn" userId="7e17483a2f11917b" providerId="LiveId" clId="{E34305C2-AE44-4C00-ADB6-473F6952CE75}" dt="2026-05-01T01:44:29.056" v="129" actId="1076"/>
          <ac:spMkLst>
            <pc:docMk/>
            <pc:sldMk cId="4088682695" sldId="278"/>
            <ac:spMk id="1374" creationId="{10C30112-68AB-A3EF-7AE6-D71A8FC8B637}"/>
          </ac:spMkLst>
        </pc:spChg>
        <pc:spChg chg="mod">
          <ac:chgData name="John Flinn" userId="7e17483a2f11917b" providerId="LiveId" clId="{E34305C2-AE44-4C00-ADB6-473F6952CE75}" dt="2026-05-01T01:44:29.056" v="129" actId="1076"/>
          <ac:spMkLst>
            <pc:docMk/>
            <pc:sldMk cId="4088682695" sldId="278"/>
            <ac:spMk id="1375" creationId="{B923CC72-B560-5A08-AFE1-B65A0537EC43}"/>
          </ac:spMkLst>
        </pc:spChg>
        <pc:spChg chg="mod">
          <ac:chgData name="John Flinn" userId="7e17483a2f11917b" providerId="LiveId" clId="{E34305C2-AE44-4C00-ADB6-473F6952CE75}" dt="2026-05-01T01:44:29.056" v="129" actId="1076"/>
          <ac:spMkLst>
            <pc:docMk/>
            <pc:sldMk cId="4088682695" sldId="278"/>
            <ac:spMk id="1376" creationId="{E9A54C64-7019-CE58-AE51-A2877D603638}"/>
          </ac:spMkLst>
        </pc:spChg>
        <pc:spChg chg="mod">
          <ac:chgData name="John Flinn" userId="7e17483a2f11917b" providerId="LiveId" clId="{E34305C2-AE44-4C00-ADB6-473F6952CE75}" dt="2026-05-01T01:50:12.762" v="192" actId="1037"/>
          <ac:spMkLst>
            <pc:docMk/>
            <pc:sldMk cId="4088682695" sldId="278"/>
            <ac:spMk id="1392" creationId="{CB07CB0C-6A88-DA3E-3F54-428870DCF00E}"/>
          </ac:spMkLst>
        </pc:spChg>
        <pc:spChg chg="mod">
          <ac:chgData name="John Flinn" userId="7e17483a2f11917b" providerId="LiveId" clId="{E34305C2-AE44-4C00-ADB6-473F6952CE75}" dt="2026-05-01T01:50:07.893" v="190" actId="1038"/>
          <ac:spMkLst>
            <pc:docMk/>
            <pc:sldMk cId="4088682695" sldId="278"/>
            <ac:spMk id="1393" creationId="{592A9F93-79D2-8486-0CE4-BBC0FB486520}"/>
          </ac:spMkLst>
        </pc:spChg>
        <pc:spChg chg="mod">
          <ac:chgData name="John Flinn" userId="7e17483a2f11917b" providerId="LiveId" clId="{E34305C2-AE44-4C00-ADB6-473F6952CE75}" dt="2026-05-01T01:50:04.053" v="189" actId="1035"/>
          <ac:spMkLst>
            <pc:docMk/>
            <pc:sldMk cId="4088682695" sldId="278"/>
            <ac:spMk id="1394" creationId="{AD0AE3FA-36F1-DD37-9744-E97472A3283B}"/>
          </ac:spMkLst>
        </pc:spChg>
        <pc:spChg chg="mod">
          <ac:chgData name="John Flinn" userId="7e17483a2f11917b" providerId="LiveId" clId="{E34305C2-AE44-4C00-ADB6-473F6952CE75}" dt="2026-05-01T01:52:08.286" v="198" actId="1076"/>
          <ac:spMkLst>
            <pc:docMk/>
            <pc:sldMk cId="4088682695" sldId="278"/>
            <ac:spMk id="1396" creationId="{998163C4-F29B-7EA7-72F0-B12C626A360F}"/>
          </ac:spMkLst>
        </pc:spChg>
        <pc:spChg chg="mod">
          <ac:chgData name="John Flinn" userId="7e17483a2f11917b" providerId="LiveId" clId="{E34305C2-AE44-4C00-ADB6-473F6952CE75}" dt="2026-05-01T01:51:52.894" v="196" actId="1076"/>
          <ac:spMkLst>
            <pc:docMk/>
            <pc:sldMk cId="4088682695" sldId="278"/>
            <ac:spMk id="1398" creationId="{FB9B7CD4-4687-51C0-CE72-80B75BF62D9A}"/>
          </ac:spMkLst>
        </pc:spChg>
        <pc:spChg chg="del">
          <ac:chgData name="John Flinn" userId="7e17483a2f11917b" providerId="LiveId" clId="{E34305C2-AE44-4C00-ADB6-473F6952CE75}" dt="2026-05-01T01:39:55.756" v="67" actId="478"/>
          <ac:spMkLst>
            <pc:docMk/>
            <pc:sldMk cId="4088682695" sldId="278"/>
            <ac:spMk id="1408" creationId="{17EEEAFD-48B2-EB07-78AF-EECF2363EA9E}"/>
          </ac:spMkLst>
        </pc:spChg>
        <pc:spChg chg="mod">
          <ac:chgData name="John Flinn" userId="7e17483a2f11917b" providerId="LiveId" clId="{E34305C2-AE44-4C00-ADB6-473F6952CE75}" dt="2026-05-01T01:48:53.449" v="167" actId="1037"/>
          <ac:spMkLst>
            <pc:docMk/>
            <pc:sldMk cId="4088682695" sldId="278"/>
            <ac:spMk id="1434" creationId="{9FC12451-697E-2863-68CC-CDCB9F32B50A}"/>
          </ac:spMkLst>
        </pc:spChg>
        <pc:spChg chg="mod">
          <ac:chgData name="John Flinn" userId="7e17483a2f11917b" providerId="LiveId" clId="{E34305C2-AE44-4C00-ADB6-473F6952CE75}" dt="2026-05-01T01:49:00.066" v="169" actId="1035"/>
          <ac:spMkLst>
            <pc:docMk/>
            <pc:sldMk cId="4088682695" sldId="278"/>
            <ac:spMk id="1435" creationId="{CE92E2BE-5CCC-5804-74FF-7B9063EFD7B0}"/>
          </ac:spMkLst>
        </pc:spChg>
        <pc:spChg chg="mod">
          <ac:chgData name="John Flinn" userId="7e17483a2f11917b" providerId="LiveId" clId="{E34305C2-AE44-4C00-ADB6-473F6952CE75}" dt="2026-05-01T01:53:12.214" v="206" actId="1035"/>
          <ac:spMkLst>
            <pc:docMk/>
            <pc:sldMk cId="4088682695" sldId="278"/>
            <ac:spMk id="1436" creationId="{22290EE1-7DBF-9C8C-AA4B-918A34888595}"/>
          </ac:spMkLst>
        </pc:spChg>
        <pc:spChg chg="mod">
          <ac:chgData name="John Flinn" userId="7e17483a2f11917b" providerId="LiveId" clId="{E34305C2-AE44-4C00-ADB6-473F6952CE75}" dt="2026-05-01T01:49:28.513" v="178" actId="1036"/>
          <ac:spMkLst>
            <pc:docMk/>
            <pc:sldMk cId="4088682695" sldId="278"/>
            <ac:spMk id="1437" creationId="{7494D0DC-A78B-B556-F6FF-9247165F52D7}"/>
          </ac:spMkLst>
        </pc:spChg>
        <pc:spChg chg="mod">
          <ac:chgData name="John Flinn" userId="7e17483a2f11917b" providerId="LiveId" clId="{E34305C2-AE44-4C00-ADB6-473F6952CE75}" dt="2026-05-01T01:49:32.643" v="181" actId="1035"/>
          <ac:spMkLst>
            <pc:docMk/>
            <pc:sldMk cId="4088682695" sldId="278"/>
            <ac:spMk id="1438" creationId="{8A811470-8C61-0390-12B0-848FA57A7FDB}"/>
          </ac:spMkLst>
        </pc:spChg>
        <pc:spChg chg="mod">
          <ac:chgData name="John Flinn" userId="7e17483a2f11917b" providerId="LiveId" clId="{E34305C2-AE44-4C00-ADB6-473F6952CE75}" dt="2026-05-01T01:46:38.623" v="152" actId="1076"/>
          <ac:spMkLst>
            <pc:docMk/>
            <pc:sldMk cId="4088682695" sldId="278"/>
            <ac:spMk id="1446" creationId="{DB9EB13F-6A26-E484-9375-E4A7E1CA52C1}"/>
          </ac:spMkLst>
        </pc:spChg>
        <pc:spChg chg="mod">
          <ac:chgData name="John Flinn" userId="7e17483a2f11917b" providerId="LiveId" clId="{E34305C2-AE44-4C00-ADB6-473F6952CE75}" dt="2026-05-01T01:46:38.623" v="152" actId="1076"/>
          <ac:spMkLst>
            <pc:docMk/>
            <pc:sldMk cId="4088682695" sldId="278"/>
            <ac:spMk id="1456" creationId="{34AF5193-D619-4C3D-576D-0E5BAE9E4253}"/>
          </ac:spMkLst>
        </pc:spChg>
        <pc:spChg chg="mod">
          <ac:chgData name="John Flinn" userId="7e17483a2f11917b" providerId="LiveId" clId="{E34305C2-AE44-4C00-ADB6-473F6952CE75}" dt="2026-05-01T01:46:38.623" v="152" actId="1076"/>
          <ac:spMkLst>
            <pc:docMk/>
            <pc:sldMk cId="4088682695" sldId="278"/>
            <ac:spMk id="1463" creationId="{6BF5C07B-E90C-DA19-BA39-7AAFD9149C08}"/>
          </ac:spMkLst>
        </pc:spChg>
        <pc:spChg chg="mod">
          <ac:chgData name="John Flinn" userId="7e17483a2f11917b" providerId="LiveId" clId="{E34305C2-AE44-4C00-ADB6-473F6952CE75}" dt="2026-05-01T01:46:38.623" v="152" actId="1076"/>
          <ac:spMkLst>
            <pc:docMk/>
            <pc:sldMk cId="4088682695" sldId="278"/>
            <ac:spMk id="1471" creationId="{8998596A-6898-B4C2-4193-504E71BC0395}"/>
          </ac:spMkLst>
        </pc:spChg>
        <pc:grpChg chg="mod">
          <ac:chgData name="John Flinn" userId="7e17483a2f11917b" providerId="LiveId" clId="{E34305C2-AE44-4C00-ADB6-473F6952CE75}" dt="2026-05-01T01:46:38.623" v="152" actId="1076"/>
          <ac:grpSpMkLst>
            <pc:docMk/>
            <pc:sldMk cId="4088682695" sldId="278"/>
            <ac:grpSpMk id="493" creationId="{B241D6BA-0B46-FAA9-2742-0A7FE05D2D9C}"/>
          </ac:grpSpMkLst>
        </pc:grpChg>
        <pc:grpChg chg="del">
          <ac:chgData name="John Flinn" userId="7e17483a2f11917b" providerId="LiveId" clId="{E34305C2-AE44-4C00-ADB6-473F6952CE75}" dt="2026-05-01T01:39:55.756" v="67" actId="478"/>
          <ac:grpSpMkLst>
            <pc:docMk/>
            <pc:sldMk cId="4088682695" sldId="278"/>
            <ac:grpSpMk id="497" creationId="{553D8515-8F5A-5AAF-1581-5E96090C8C89}"/>
          </ac:grpSpMkLst>
        </pc:grpChg>
        <pc:picChg chg="del">
          <ac:chgData name="John Flinn" userId="7e17483a2f11917b" providerId="LiveId" clId="{E34305C2-AE44-4C00-ADB6-473F6952CE75}" dt="2026-05-01T01:39:55.756" v="67" actId="478"/>
          <ac:picMkLst>
            <pc:docMk/>
            <pc:sldMk cId="4088682695" sldId="278"/>
            <ac:picMk id="1420" creationId="{F9577ABA-074C-7750-9417-9EA8B695B394}"/>
          </ac:picMkLst>
        </pc:picChg>
        <pc:picChg chg="mod">
          <ac:chgData name="John Flinn" userId="7e17483a2f11917b" providerId="LiveId" clId="{E34305C2-AE44-4C00-ADB6-473F6952CE75}" dt="2026-05-01T01:46:38.623" v="152" actId="1076"/>
          <ac:picMkLst>
            <pc:docMk/>
            <pc:sldMk cId="4088682695" sldId="278"/>
            <ac:picMk id="1464" creationId="{2DB66CA0-D606-FBA6-151D-2B6A3C477F15}"/>
          </ac:picMkLst>
        </pc:picChg>
        <pc:cxnChg chg="mod">
          <ac:chgData name="John Flinn" userId="7e17483a2f11917b" providerId="LiveId" clId="{E34305C2-AE44-4C00-ADB6-473F6952CE75}" dt="2026-05-01T01:46:38.623" v="152" actId="1076"/>
          <ac:cxnSpMkLst>
            <pc:docMk/>
            <pc:sldMk cId="4088682695" sldId="278"/>
            <ac:cxnSpMk id="44" creationId="{11585E4A-D439-1C14-82C0-0B3AE867F241}"/>
          </ac:cxnSpMkLst>
        </pc:cxnChg>
        <pc:cxnChg chg="mod">
          <ac:chgData name="John Flinn" userId="7e17483a2f11917b" providerId="LiveId" clId="{E34305C2-AE44-4C00-ADB6-473F6952CE75}" dt="2026-05-01T01:42:17.448" v="103" actId="14100"/>
          <ac:cxnSpMkLst>
            <pc:docMk/>
            <pc:sldMk cId="4088682695" sldId="278"/>
            <ac:cxnSpMk id="54" creationId="{7CB50296-44FD-3EE8-6CDB-F1C4D041F930}"/>
          </ac:cxnSpMkLst>
        </pc:cxnChg>
        <pc:cxnChg chg="mod">
          <ac:chgData name="John Flinn" userId="7e17483a2f11917b" providerId="LiveId" clId="{E34305C2-AE44-4C00-ADB6-473F6952CE75}" dt="2026-05-01T01:46:38.623" v="152" actId="1076"/>
          <ac:cxnSpMkLst>
            <pc:docMk/>
            <pc:sldMk cId="4088682695" sldId="278"/>
            <ac:cxnSpMk id="456" creationId="{21EE40C8-FABB-1E9F-CDB5-B15D890B5CDF}"/>
          </ac:cxnSpMkLst>
        </pc:cxnChg>
        <pc:cxnChg chg="mod">
          <ac:chgData name="John Flinn" userId="7e17483a2f11917b" providerId="LiveId" clId="{E34305C2-AE44-4C00-ADB6-473F6952CE75}" dt="2026-05-01T01:42:01.168" v="97" actId="14100"/>
          <ac:cxnSpMkLst>
            <pc:docMk/>
            <pc:sldMk cId="4088682695" sldId="278"/>
            <ac:cxnSpMk id="459" creationId="{48888877-2F33-61F0-DD83-E07BF9484232}"/>
          </ac:cxnSpMkLst>
        </pc:cxnChg>
        <pc:cxnChg chg="mod">
          <ac:chgData name="John Flinn" userId="7e17483a2f11917b" providerId="LiveId" clId="{E34305C2-AE44-4C00-ADB6-473F6952CE75}" dt="2026-05-01T01:45:02.792" v="135" actId="14100"/>
          <ac:cxnSpMkLst>
            <pc:docMk/>
            <pc:sldMk cId="4088682695" sldId="278"/>
            <ac:cxnSpMk id="474" creationId="{AB4FBBC9-DB21-3526-2681-48BA35DD5E51}"/>
          </ac:cxnSpMkLst>
        </pc:cxnChg>
        <pc:cxnChg chg="mod">
          <ac:chgData name="John Flinn" userId="7e17483a2f11917b" providerId="LiveId" clId="{E34305C2-AE44-4C00-ADB6-473F6952CE75}" dt="2026-05-01T01:44:54.983" v="132" actId="14100"/>
          <ac:cxnSpMkLst>
            <pc:docMk/>
            <pc:sldMk cId="4088682695" sldId="278"/>
            <ac:cxnSpMk id="477" creationId="{272C9E48-0512-020A-5923-7BE401D28EDB}"/>
          </ac:cxnSpMkLst>
        </pc:cxnChg>
        <pc:cxnChg chg="mod">
          <ac:chgData name="John Flinn" userId="7e17483a2f11917b" providerId="LiveId" clId="{E34305C2-AE44-4C00-ADB6-473F6952CE75}" dt="2026-05-01T01:44:56.658" v="133" actId="14100"/>
          <ac:cxnSpMkLst>
            <pc:docMk/>
            <pc:sldMk cId="4088682695" sldId="278"/>
            <ac:cxnSpMk id="482" creationId="{FC9CA782-B28D-212F-FEB0-706EFAD93761}"/>
          </ac:cxnSpMkLst>
        </pc:cxnChg>
        <pc:cxnChg chg="mod">
          <ac:chgData name="John Flinn" userId="7e17483a2f11917b" providerId="LiveId" clId="{E34305C2-AE44-4C00-ADB6-473F6952CE75}" dt="2026-05-01T01:42:08.858" v="100" actId="1076"/>
          <ac:cxnSpMkLst>
            <pc:docMk/>
            <pc:sldMk cId="4088682695" sldId="278"/>
            <ac:cxnSpMk id="1345" creationId="{733B2134-622D-A018-27A4-D6F85EA67C31}"/>
          </ac:cxnSpMkLst>
        </pc:cxnChg>
        <pc:cxnChg chg="mod">
          <ac:chgData name="John Flinn" userId="7e17483a2f11917b" providerId="LiveId" clId="{E34305C2-AE44-4C00-ADB6-473F6952CE75}" dt="2026-05-01T01:42:07.005" v="99" actId="1076"/>
          <ac:cxnSpMkLst>
            <pc:docMk/>
            <pc:sldMk cId="4088682695" sldId="278"/>
            <ac:cxnSpMk id="1346" creationId="{C2643318-CD01-83CF-BC32-E7CC6EB2E4B0}"/>
          </ac:cxnSpMkLst>
        </pc:cxnChg>
        <pc:cxnChg chg="mod">
          <ac:chgData name="John Flinn" userId="7e17483a2f11917b" providerId="LiveId" clId="{E34305C2-AE44-4C00-ADB6-473F6952CE75}" dt="2026-05-01T01:42:45.487" v="118" actId="14100"/>
          <ac:cxnSpMkLst>
            <pc:docMk/>
            <pc:sldMk cId="4088682695" sldId="278"/>
            <ac:cxnSpMk id="1347" creationId="{57E5432B-1100-F69D-2D7F-0A0DCD2D0196}"/>
          </ac:cxnSpMkLst>
        </pc:cxnChg>
        <pc:cxnChg chg="mod">
          <ac:chgData name="John Flinn" userId="7e17483a2f11917b" providerId="LiveId" clId="{E34305C2-AE44-4C00-ADB6-473F6952CE75}" dt="2026-05-01T01:46:38.623" v="152" actId="1076"/>
          <ac:cxnSpMkLst>
            <pc:docMk/>
            <pc:sldMk cId="4088682695" sldId="278"/>
            <ac:cxnSpMk id="1377" creationId="{2A9F9340-BE37-45FA-2472-0160E1049F1E}"/>
          </ac:cxnSpMkLst>
        </pc:cxnChg>
        <pc:cxnChg chg="mod">
          <ac:chgData name="John Flinn" userId="7e17483a2f11917b" providerId="LiveId" clId="{E34305C2-AE44-4C00-ADB6-473F6952CE75}" dt="2026-05-01T01:41:54.212" v="94" actId="14100"/>
          <ac:cxnSpMkLst>
            <pc:docMk/>
            <pc:sldMk cId="4088682695" sldId="278"/>
            <ac:cxnSpMk id="1378" creationId="{79C81E65-0F5B-51AB-7B58-5E1E55630D1E}"/>
          </ac:cxnSpMkLst>
        </pc:cxnChg>
        <pc:cxnChg chg="mod">
          <ac:chgData name="John Flinn" userId="7e17483a2f11917b" providerId="LiveId" clId="{E34305C2-AE44-4C00-ADB6-473F6952CE75}" dt="2026-05-01T01:41:59.751" v="96" actId="14100"/>
          <ac:cxnSpMkLst>
            <pc:docMk/>
            <pc:sldMk cId="4088682695" sldId="278"/>
            <ac:cxnSpMk id="1382" creationId="{D8926289-6543-BE49-E347-F00CCCF885EA}"/>
          </ac:cxnSpMkLst>
        </pc:cxnChg>
        <pc:cxnChg chg="mod">
          <ac:chgData name="John Flinn" userId="7e17483a2f11917b" providerId="LiveId" clId="{E34305C2-AE44-4C00-ADB6-473F6952CE75}" dt="2026-05-01T01:46:38.623" v="152" actId="1076"/>
          <ac:cxnSpMkLst>
            <pc:docMk/>
            <pc:sldMk cId="4088682695" sldId="278"/>
            <ac:cxnSpMk id="1399" creationId="{9101964B-E9A6-6366-5AF5-29B3CDD6310D}"/>
          </ac:cxnSpMkLst>
        </pc:cxnChg>
        <pc:cxnChg chg="mod">
          <ac:chgData name="John Flinn" userId="7e17483a2f11917b" providerId="LiveId" clId="{E34305C2-AE44-4C00-ADB6-473F6952CE75}" dt="2026-05-01T01:42:03.435" v="98" actId="14100"/>
          <ac:cxnSpMkLst>
            <pc:docMk/>
            <pc:sldMk cId="4088682695" sldId="278"/>
            <ac:cxnSpMk id="1405" creationId="{49C2C684-01C2-222E-CB61-F90D0C7BD688}"/>
          </ac:cxnSpMkLst>
        </pc:cxnChg>
        <pc:cxnChg chg="mod">
          <ac:chgData name="John Flinn" userId="7e17483a2f11917b" providerId="LiveId" clId="{E34305C2-AE44-4C00-ADB6-473F6952CE75}" dt="2026-05-01T01:45:36.732" v="145" actId="14100"/>
          <ac:cxnSpMkLst>
            <pc:docMk/>
            <pc:sldMk cId="4088682695" sldId="278"/>
            <ac:cxnSpMk id="1422" creationId="{9DACE4C4-45AE-92BE-0E43-600D89DAF12F}"/>
          </ac:cxnSpMkLst>
        </pc:cxnChg>
        <pc:cxnChg chg="del">
          <ac:chgData name="John Flinn" userId="7e17483a2f11917b" providerId="LiveId" clId="{E34305C2-AE44-4C00-ADB6-473F6952CE75}" dt="2026-05-01T01:39:55.756" v="67" actId="478"/>
          <ac:cxnSpMkLst>
            <pc:docMk/>
            <pc:sldMk cId="4088682695" sldId="278"/>
            <ac:cxnSpMk id="1432" creationId="{557FA5A1-9548-4480-2A98-026E82D174B9}"/>
          </ac:cxnSpMkLst>
        </pc:cxnChg>
        <pc:cxnChg chg="del">
          <ac:chgData name="John Flinn" userId="7e17483a2f11917b" providerId="LiveId" clId="{E34305C2-AE44-4C00-ADB6-473F6952CE75}" dt="2026-05-01T01:39:55.756" v="67" actId="478"/>
          <ac:cxnSpMkLst>
            <pc:docMk/>
            <pc:sldMk cId="4088682695" sldId="278"/>
            <ac:cxnSpMk id="1433" creationId="{EBCD0370-986C-B4C8-1B9B-2E6FA4E029D8}"/>
          </ac:cxnSpMkLst>
        </pc:cxnChg>
        <pc:cxnChg chg="mod">
          <ac:chgData name="John Flinn" userId="7e17483a2f11917b" providerId="LiveId" clId="{E34305C2-AE44-4C00-ADB6-473F6952CE75}" dt="2026-05-01T01:45:39.142" v="146" actId="14100"/>
          <ac:cxnSpMkLst>
            <pc:docMk/>
            <pc:sldMk cId="4088682695" sldId="278"/>
            <ac:cxnSpMk id="1440" creationId="{736566F8-2010-24F1-DB82-4E80D9EEA3D0}"/>
          </ac:cxnSpMkLst>
        </pc:cxnChg>
        <pc:cxnChg chg="del">
          <ac:chgData name="John Flinn" userId="7e17483a2f11917b" providerId="LiveId" clId="{E34305C2-AE44-4C00-ADB6-473F6952CE75}" dt="2026-05-01T01:39:55.756" v="67" actId="478"/>
          <ac:cxnSpMkLst>
            <pc:docMk/>
            <pc:sldMk cId="4088682695" sldId="278"/>
            <ac:cxnSpMk id="1451" creationId="{BEAF2B68-73FA-B893-93E8-50F750D34A12}"/>
          </ac:cxnSpMkLst>
        </pc:cxnChg>
        <pc:cxnChg chg="del">
          <ac:chgData name="John Flinn" userId="7e17483a2f11917b" providerId="LiveId" clId="{E34305C2-AE44-4C00-ADB6-473F6952CE75}" dt="2026-05-01T01:39:55.756" v="67" actId="478"/>
          <ac:cxnSpMkLst>
            <pc:docMk/>
            <pc:sldMk cId="4088682695" sldId="278"/>
            <ac:cxnSpMk id="1452" creationId="{B90F878D-AC11-0748-66CB-C86F56F88F0F}"/>
          </ac:cxnSpMkLst>
        </pc:cxnChg>
      </pc:sldChg>
      <pc:sldChg chg="addSp delSp modSp add mod">
        <pc:chgData name="John Flinn" userId="7e17483a2f11917b" providerId="LiveId" clId="{E34305C2-AE44-4C00-ADB6-473F6952CE75}" dt="2026-05-01T02:24:53.747" v="518" actId="14100"/>
        <pc:sldMkLst>
          <pc:docMk/>
          <pc:sldMk cId="2796576648" sldId="279"/>
        </pc:sldMkLst>
        <pc:spChg chg="mod">
          <ac:chgData name="John Flinn" userId="7e17483a2f11917b" providerId="LiveId" clId="{E34305C2-AE44-4C00-ADB6-473F6952CE75}" dt="2026-05-01T02:11:45.810" v="486" actId="1076"/>
          <ac:spMkLst>
            <pc:docMk/>
            <pc:sldMk cId="2796576648" sldId="279"/>
            <ac:spMk id="3" creationId="{DEE37ADF-36B3-69DE-C541-84EFC7CCA26D}"/>
          </ac:spMkLst>
        </pc:spChg>
        <pc:spChg chg="mod">
          <ac:chgData name="John Flinn" userId="7e17483a2f11917b" providerId="LiveId" clId="{E34305C2-AE44-4C00-ADB6-473F6952CE75}" dt="2026-05-01T02:14:08.354" v="507" actId="1076"/>
          <ac:spMkLst>
            <pc:docMk/>
            <pc:sldMk cId="2796576648" sldId="279"/>
            <ac:spMk id="9" creationId="{76F713D8-A290-1002-2703-1F9DEA685167}"/>
          </ac:spMkLst>
        </pc:spChg>
        <pc:spChg chg="mod">
          <ac:chgData name="John Flinn" userId="7e17483a2f11917b" providerId="LiveId" clId="{E34305C2-AE44-4C00-ADB6-473F6952CE75}" dt="2026-05-01T02:14:11.222" v="508" actId="1076"/>
          <ac:spMkLst>
            <pc:docMk/>
            <pc:sldMk cId="2796576648" sldId="279"/>
            <ac:spMk id="11" creationId="{86BEC885-7E5D-F3CE-6CDF-CF9F58201BD2}"/>
          </ac:spMkLst>
        </pc:spChg>
        <pc:spChg chg="mod">
          <ac:chgData name="John Flinn" userId="7e17483a2f11917b" providerId="LiveId" clId="{E34305C2-AE44-4C00-ADB6-473F6952CE75}" dt="2026-05-01T02:13:57.197" v="505" actId="1076"/>
          <ac:spMkLst>
            <pc:docMk/>
            <pc:sldMk cId="2796576648" sldId="279"/>
            <ac:spMk id="12" creationId="{CB6E20D5-C56A-D8AA-63F7-D8B76DE4822D}"/>
          </ac:spMkLst>
        </pc:spChg>
        <pc:spChg chg="mod">
          <ac:chgData name="John Flinn" userId="7e17483a2f11917b" providerId="LiveId" clId="{E34305C2-AE44-4C00-ADB6-473F6952CE75}" dt="2026-05-01T02:14:00.438" v="506" actId="1076"/>
          <ac:spMkLst>
            <pc:docMk/>
            <pc:sldMk cId="2796576648" sldId="279"/>
            <ac:spMk id="13" creationId="{99874688-B8BB-37DF-15F6-6A45CB023E2D}"/>
          </ac:spMkLst>
        </pc:spChg>
        <pc:spChg chg="mod">
          <ac:chgData name="John Flinn" userId="7e17483a2f11917b" providerId="LiveId" clId="{E34305C2-AE44-4C00-ADB6-473F6952CE75}" dt="2026-05-01T02:13:27.135" v="500" actId="1076"/>
          <ac:spMkLst>
            <pc:docMk/>
            <pc:sldMk cId="2796576648" sldId="279"/>
            <ac:spMk id="14" creationId="{C1BDD4CF-E807-7F2F-E2C8-23A6D13DD0DB}"/>
          </ac:spMkLst>
        </pc:spChg>
        <pc:spChg chg="mod">
          <ac:chgData name="John Flinn" userId="7e17483a2f11917b" providerId="LiveId" clId="{E34305C2-AE44-4C00-ADB6-473F6952CE75}" dt="2026-05-01T02:13:53.477" v="504" actId="1076"/>
          <ac:spMkLst>
            <pc:docMk/>
            <pc:sldMk cId="2796576648" sldId="279"/>
            <ac:spMk id="17" creationId="{B3A31949-9505-9BCD-8668-A9B6C587CF77}"/>
          </ac:spMkLst>
        </pc:spChg>
        <pc:spChg chg="del mod">
          <ac:chgData name="John Flinn" userId="7e17483a2f11917b" providerId="LiveId" clId="{E34305C2-AE44-4C00-ADB6-473F6952CE75}" dt="2026-05-01T02:22:02.286" v="514" actId="478"/>
          <ac:spMkLst>
            <pc:docMk/>
            <pc:sldMk cId="2796576648" sldId="279"/>
            <ac:spMk id="18" creationId="{C6D790C5-FD82-C361-F89D-E8C51175878B}"/>
          </ac:spMkLst>
        </pc:spChg>
        <pc:spChg chg="del">
          <ac:chgData name="John Flinn" userId="7e17483a2f11917b" providerId="LiveId" clId="{E34305C2-AE44-4C00-ADB6-473F6952CE75}" dt="2026-05-01T02:08:43.561" v="429" actId="478"/>
          <ac:spMkLst>
            <pc:docMk/>
            <pc:sldMk cId="2796576648" sldId="279"/>
            <ac:spMk id="19" creationId="{38DAD827-D1E2-7526-DBD1-D2901DB7E9A5}"/>
          </ac:spMkLst>
        </pc:spChg>
        <pc:spChg chg="del">
          <ac:chgData name="John Flinn" userId="7e17483a2f11917b" providerId="LiveId" clId="{E34305C2-AE44-4C00-ADB6-473F6952CE75}" dt="2026-05-01T02:06:59.355" v="352" actId="21"/>
          <ac:spMkLst>
            <pc:docMk/>
            <pc:sldMk cId="2796576648" sldId="279"/>
            <ac:spMk id="24" creationId="{12DEDAB3-A4D8-19B9-4341-53BD9F4E9110}"/>
          </ac:spMkLst>
        </pc:spChg>
        <pc:spChg chg="del">
          <ac:chgData name="John Flinn" userId="7e17483a2f11917b" providerId="LiveId" clId="{E34305C2-AE44-4C00-ADB6-473F6952CE75}" dt="2026-05-01T02:06:59.355" v="352" actId="21"/>
          <ac:spMkLst>
            <pc:docMk/>
            <pc:sldMk cId="2796576648" sldId="279"/>
            <ac:spMk id="31" creationId="{FD29B675-2AD1-DF17-2F1C-DA8961EFAF9E}"/>
          </ac:spMkLst>
        </pc:spChg>
        <pc:spChg chg="mod">
          <ac:chgData name="John Flinn" userId="7e17483a2f11917b" providerId="LiveId" clId="{E34305C2-AE44-4C00-ADB6-473F6952CE75}" dt="2026-05-01T02:06:39.326" v="338" actId="1037"/>
          <ac:spMkLst>
            <pc:docMk/>
            <pc:sldMk cId="2796576648" sldId="279"/>
            <ac:spMk id="36" creationId="{5C079605-00EC-8155-2E9B-0FF643FCF29E}"/>
          </ac:spMkLst>
        </pc:spChg>
        <pc:spChg chg="mod">
          <ac:chgData name="John Flinn" userId="7e17483a2f11917b" providerId="LiveId" clId="{E34305C2-AE44-4C00-ADB6-473F6952CE75}" dt="2026-05-01T02:10:35.233" v="472" actId="1036"/>
          <ac:spMkLst>
            <pc:docMk/>
            <pc:sldMk cId="2796576648" sldId="279"/>
            <ac:spMk id="43" creationId="{246B5D21-420C-8361-905C-999071C677F9}"/>
          </ac:spMkLst>
        </pc:spChg>
        <pc:spChg chg="add del mod">
          <ac:chgData name="John Flinn" userId="7e17483a2f11917b" providerId="LiveId" clId="{E34305C2-AE44-4C00-ADB6-473F6952CE75}" dt="2026-05-01T02:08:42.429" v="428" actId="478"/>
          <ac:spMkLst>
            <pc:docMk/>
            <pc:sldMk cId="2796576648" sldId="279"/>
            <ac:spMk id="45" creationId="{12DEDAB3-A4D8-19B9-4341-53BD9F4E9110}"/>
          </ac:spMkLst>
        </pc:spChg>
        <pc:spChg chg="mod">
          <ac:chgData name="John Flinn" userId="7e17483a2f11917b" providerId="LiveId" clId="{E34305C2-AE44-4C00-ADB6-473F6952CE75}" dt="2026-05-01T02:07:00.480" v="353"/>
          <ac:spMkLst>
            <pc:docMk/>
            <pc:sldMk cId="2796576648" sldId="279"/>
            <ac:spMk id="47" creationId="{2092EFD7-C424-1D67-35B6-5FAEAAD9E35C}"/>
          </ac:spMkLst>
        </pc:spChg>
        <pc:spChg chg="mod">
          <ac:chgData name="John Flinn" userId="7e17483a2f11917b" providerId="LiveId" clId="{E34305C2-AE44-4C00-ADB6-473F6952CE75}" dt="2026-05-01T02:07:00.480" v="353"/>
          <ac:spMkLst>
            <pc:docMk/>
            <pc:sldMk cId="2796576648" sldId="279"/>
            <ac:spMk id="48" creationId="{F570B754-3A94-F8B6-8138-2499D7F7A9DB}"/>
          </ac:spMkLst>
        </pc:spChg>
        <pc:spChg chg="mod">
          <ac:chgData name="John Flinn" userId="7e17483a2f11917b" providerId="LiveId" clId="{E34305C2-AE44-4C00-ADB6-473F6952CE75}" dt="2026-05-01T02:07:00.480" v="353"/>
          <ac:spMkLst>
            <pc:docMk/>
            <pc:sldMk cId="2796576648" sldId="279"/>
            <ac:spMk id="49" creationId="{8D00129F-35BC-769E-32EF-D5E2F2737D98}"/>
          </ac:spMkLst>
        </pc:spChg>
        <pc:spChg chg="mod">
          <ac:chgData name="John Flinn" userId="7e17483a2f11917b" providerId="LiveId" clId="{E34305C2-AE44-4C00-ADB6-473F6952CE75}" dt="2026-05-01T02:06:52.565" v="351" actId="1038"/>
          <ac:spMkLst>
            <pc:docMk/>
            <pc:sldMk cId="2796576648" sldId="279"/>
            <ac:spMk id="55" creationId="{08E1C76C-7491-FEDD-AE9A-C906928E94E9}"/>
          </ac:spMkLst>
        </pc:spChg>
        <pc:spChg chg="mod">
          <ac:chgData name="John Flinn" userId="7e17483a2f11917b" providerId="LiveId" clId="{E34305C2-AE44-4C00-ADB6-473F6952CE75}" dt="2026-05-01T02:06:52.565" v="351" actId="1038"/>
          <ac:spMkLst>
            <pc:docMk/>
            <pc:sldMk cId="2796576648" sldId="279"/>
            <ac:spMk id="57" creationId="{A3E23274-A4E1-9A9D-D695-149718293029}"/>
          </ac:spMkLst>
        </pc:spChg>
        <pc:spChg chg="mod">
          <ac:chgData name="John Flinn" userId="7e17483a2f11917b" providerId="LiveId" clId="{E34305C2-AE44-4C00-ADB6-473F6952CE75}" dt="2026-05-01T02:07:00.480" v="353"/>
          <ac:spMkLst>
            <pc:docMk/>
            <pc:sldMk cId="2796576648" sldId="279"/>
            <ac:spMk id="59" creationId="{17D84732-5CE3-BF97-D103-69A8AE9638FA}"/>
          </ac:spMkLst>
        </pc:spChg>
        <pc:spChg chg="mod">
          <ac:chgData name="John Flinn" userId="7e17483a2f11917b" providerId="LiveId" clId="{E34305C2-AE44-4C00-ADB6-473F6952CE75}" dt="2026-05-01T02:11:54.979" v="487" actId="1076"/>
          <ac:spMkLst>
            <pc:docMk/>
            <pc:sldMk cId="2796576648" sldId="279"/>
            <ac:spMk id="61" creationId="{6D540051-DE6C-5624-DFE0-0713A88C5B66}"/>
          </ac:spMkLst>
        </pc:spChg>
        <pc:spChg chg="mod">
          <ac:chgData name="John Flinn" userId="7e17483a2f11917b" providerId="LiveId" clId="{E34305C2-AE44-4C00-ADB6-473F6952CE75}" dt="2026-05-01T02:07:14.634" v="368"/>
          <ac:spMkLst>
            <pc:docMk/>
            <pc:sldMk cId="2796576648" sldId="279"/>
            <ac:spMk id="448" creationId="{C14DB757-F6F0-3C20-7C46-8D6495B18ADB}"/>
          </ac:spMkLst>
        </pc:spChg>
        <pc:spChg chg="mod">
          <ac:chgData name="John Flinn" userId="7e17483a2f11917b" providerId="LiveId" clId="{E34305C2-AE44-4C00-ADB6-473F6952CE75}" dt="2026-05-01T02:07:14.634" v="368"/>
          <ac:spMkLst>
            <pc:docMk/>
            <pc:sldMk cId="2796576648" sldId="279"/>
            <ac:spMk id="449" creationId="{08759678-78C3-B35D-4BA2-233C1EE7A488}"/>
          </ac:spMkLst>
        </pc:spChg>
        <pc:spChg chg="add mod">
          <ac:chgData name="John Flinn" userId="7e17483a2f11917b" providerId="LiveId" clId="{E34305C2-AE44-4C00-ADB6-473F6952CE75}" dt="2026-05-01T02:07:20.328" v="370" actId="1076"/>
          <ac:spMkLst>
            <pc:docMk/>
            <pc:sldMk cId="2796576648" sldId="279"/>
            <ac:spMk id="450" creationId="{88C12DE2-72D8-6CA0-F07F-77EE22E9A117}"/>
          </ac:spMkLst>
        </pc:spChg>
        <pc:spChg chg="add mod">
          <ac:chgData name="John Flinn" userId="7e17483a2f11917b" providerId="LiveId" clId="{E34305C2-AE44-4C00-ADB6-473F6952CE75}" dt="2026-05-01T02:11:11.776" v="484" actId="1076"/>
          <ac:spMkLst>
            <pc:docMk/>
            <pc:sldMk cId="2796576648" sldId="279"/>
            <ac:spMk id="452" creationId="{B02A380B-16DC-22B0-71CE-3132F45A392F}"/>
          </ac:spMkLst>
        </pc:spChg>
        <pc:spChg chg="mod">
          <ac:chgData name="John Flinn" userId="7e17483a2f11917b" providerId="LiveId" clId="{E34305C2-AE44-4C00-ADB6-473F6952CE75}" dt="2026-05-01T02:07:45.730" v="411"/>
          <ac:spMkLst>
            <pc:docMk/>
            <pc:sldMk cId="2796576648" sldId="279"/>
            <ac:spMk id="454" creationId="{E340EC0F-DCA2-8B91-2ADB-1AD532A43DB1}"/>
          </ac:spMkLst>
        </pc:spChg>
        <pc:spChg chg="mod">
          <ac:chgData name="John Flinn" userId="7e17483a2f11917b" providerId="LiveId" clId="{E34305C2-AE44-4C00-ADB6-473F6952CE75}" dt="2026-05-01T02:07:45.730" v="411"/>
          <ac:spMkLst>
            <pc:docMk/>
            <pc:sldMk cId="2796576648" sldId="279"/>
            <ac:spMk id="455" creationId="{BE427273-0463-1EA1-0CC9-75A0C1A6E386}"/>
          </ac:spMkLst>
        </pc:spChg>
        <pc:spChg chg="mod">
          <ac:chgData name="John Flinn" userId="7e17483a2f11917b" providerId="LiveId" clId="{E34305C2-AE44-4C00-ADB6-473F6952CE75}" dt="2026-05-01T02:07:45.730" v="411"/>
          <ac:spMkLst>
            <pc:docMk/>
            <pc:sldMk cId="2796576648" sldId="279"/>
            <ac:spMk id="457" creationId="{64D45FA8-A8A9-C05C-F0BA-C5B01E4055E0}"/>
          </ac:spMkLst>
        </pc:spChg>
        <pc:spChg chg="mod">
          <ac:chgData name="John Flinn" userId="7e17483a2f11917b" providerId="LiveId" clId="{E34305C2-AE44-4C00-ADB6-473F6952CE75}" dt="2026-05-01T02:07:45.730" v="411"/>
          <ac:spMkLst>
            <pc:docMk/>
            <pc:sldMk cId="2796576648" sldId="279"/>
            <ac:spMk id="458" creationId="{4C7F3F63-053D-112C-628D-4C00E66D046A}"/>
          </ac:spMkLst>
        </pc:spChg>
        <pc:spChg chg="mod">
          <ac:chgData name="John Flinn" userId="7e17483a2f11917b" providerId="LiveId" clId="{E34305C2-AE44-4C00-ADB6-473F6952CE75}" dt="2026-05-01T02:07:45.730" v="411"/>
          <ac:spMkLst>
            <pc:docMk/>
            <pc:sldMk cId="2796576648" sldId="279"/>
            <ac:spMk id="463" creationId="{B45AC249-5EBE-7584-7463-8A8211F1F9C1}"/>
          </ac:spMkLst>
        </pc:spChg>
        <pc:spChg chg="mod">
          <ac:chgData name="John Flinn" userId="7e17483a2f11917b" providerId="LiveId" clId="{E34305C2-AE44-4C00-ADB6-473F6952CE75}" dt="2026-05-01T02:07:45.730" v="411"/>
          <ac:spMkLst>
            <pc:docMk/>
            <pc:sldMk cId="2796576648" sldId="279"/>
            <ac:spMk id="464" creationId="{DC781ECC-8ED8-CE8B-BAE1-13AFB7B18E7E}"/>
          </ac:spMkLst>
        </pc:spChg>
        <pc:spChg chg="mod">
          <ac:chgData name="John Flinn" userId="7e17483a2f11917b" providerId="LiveId" clId="{E34305C2-AE44-4C00-ADB6-473F6952CE75}" dt="2026-05-01T02:07:45.730" v="411"/>
          <ac:spMkLst>
            <pc:docMk/>
            <pc:sldMk cId="2796576648" sldId="279"/>
            <ac:spMk id="467" creationId="{6DC3225D-09AD-AA60-CD64-AF844B1FABC8}"/>
          </ac:spMkLst>
        </pc:spChg>
        <pc:spChg chg="add mod">
          <ac:chgData name="John Flinn" userId="7e17483a2f11917b" providerId="LiveId" clId="{E34305C2-AE44-4C00-ADB6-473F6952CE75}" dt="2026-05-01T02:11:07.540" v="483" actId="1076"/>
          <ac:spMkLst>
            <pc:docMk/>
            <pc:sldMk cId="2796576648" sldId="279"/>
            <ac:spMk id="470" creationId="{7C206663-9C0A-1E02-83C4-4D4801C1FDF3}"/>
          </ac:spMkLst>
        </pc:spChg>
        <pc:spChg chg="add del mod">
          <ac:chgData name="John Flinn" userId="7e17483a2f11917b" providerId="LiveId" clId="{E34305C2-AE44-4C00-ADB6-473F6952CE75}" dt="2026-05-01T02:19:27.610" v="509" actId="478"/>
          <ac:spMkLst>
            <pc:docMk/>
            <pc:sldMk cId="2796576648" sldId="279"/>
            <ac:spMk id="473" creationId="{CFA473D2-BF0A-D27A-AFC7-B7694FA7870F}"/>
          </ac:spMkLst>
        </pc:spChg>
        <pc:spChg chg="add mod">
          <ac:chgData name="John Flinn" userId="7e17483a2f11917b" providerId="LiveId" clId="{E34305C2-AE44-4C00-ADB6-473F6952CE75}" dt="2026-05-01T02:13:14.101" v="498" actId="1076"/>
          <ac:spMkLst>
            <pc:docMk/>
            <pc:sldMk cId="2796576648" sldId="279"/>
            <ac:spMk id="475" creationId="{4C0467C1-6C3C-8C1A-B700-A606CF1A2725}"/>
          </ac:spMkLst>
        </pc:spChg>
        <pc:spChg chg="mod">
          <ac:chgData name="John Flinn" userId="7e17483a2f11917b" providerId="LiveId" clId="{E34305C2-AE44-4C00-ADB6-473F6952CE75}" dt="2026-05-01T02:06:52.565" v="351" actId="1038"/>
          <ac:spMkLst>
            <pc:docMk/>
            <pc:sldMk cId="2796576648" sldId="279"/>
            <ac:spMk id="486" creationId="{32446598-C59E-3F4F-ECE0-4A51AF09A684}"/>
          </ac:spMkLst>
        </pc:spChg>
        <pc:spChg chg="mod">
          <ac:chgData name="John Flinn" userId="7e17483a2f11917b" providerId="LiveId" clId="{E34305C2-AE44-4C00-ADB6-473F6952CE75}" dt="2026-05-01T02:06:52.565" v="351" actId="1038"/>
          <ac:spMkLst>
            <pc:docMk/>
            <pc:sldMk cId="2796576648" sldId="279"/>
            <ac:spMk id="487" creationId="{443494F4-9207-8439-EE30-496917C81B3C}"/>
          </ac:spMkLst>
        </pc:spChg>
        <pc:spChg chg="mod">
          <ac:chgData name="John Flinn" userId="7e17483a2f11917b" providerId="LiveId" clId="{E34305C2-AE44-4C00-ADB6-473F6952CE75}" dt="2026-05-01T02:10:35.233" v="472" actId="1036"/>
          <ac:spMkLst>
            <pc:docMk/>
            <pc:sldMk cId="2796576648" sldId="279"/>
            <ac:spMk id="489" creationId="{E401166A-8A37-0E1A-E468-7034EDC62C93}"/>
          </ac:spMkLst>
        </pc:spChg>
        <pc:spChg chg="mod">
          <ac:chgData name="John Flinn" userId="7e17483a2f11917b" providerId="LiveId" clId="{E34305C2-AE44-4C00-ADB6-473F6952CE75}" dt="2026-05-01T02:10:35.233" v="472" actId="1036"/>
          <ac:spMkLst>
            <pc:docMk/>
            <pc:sldMk cId="2796576648" sldId="279"/>
            <ac:spMk id="490" creationId="{ED21B4F0-C0ED-91E9-EE7E-1A3B00D22137}"/>
          </ac:spMkLst>
        </pc:spChg>
        <pc:spChg chg="mod">
          <ac:chgData name="John Flinn" userId="7e17483a2f11917b" providerId="LiveId" clId="{E34305C2-AE44-4C00-ADB6-473F6952CE75}" dt="2026-05-01T02:06:20.792" v="323" actId="1037"/>
          <ac:spMkLst>
            <pc:docMk/>
            <pc:sldMk cId="2796576648" sldId="279"/>
            <ac:spMk id="1348" creationId="{37AF9A1A-B658-3A7E-5F4B-EABB5BA8C0EA}"/>
          </ac:spMkLst>
        </pc:spChg>
        <pc:spChg chg="mod">
          <ac:chgData name="John Flinn" userId="7e17483a2f11917b" providerId="LiveId" clId="{E34305C2-AE44-4C00-ADB6-473F6952CE75}" dt="2026-05-01T02:07:00.480" v="353"/>
          <ac:spMkLst>
            <pc:docMk/>
            <pc:sldMk cId="2796576648" sldId="279"/>
            <ac:spMk id="1355" creationId="{C1F3DE88-8509-17AB-565E-3213519B2231}"/>
          </ac:spMkLst>
        </pc:spChg>
        <pc:spChg chg="mod">
          <ac:chgData name="John Flinn" userId="7e17483a2f11917b" providerId="LiveId" clId="{E34305C2-AE44-4C00-ADB6-473F6952CE75}" dt="2026-05-01T02:07:00.480" v="353"/>
          <ac:spMkLst>
            <pc:docMk/>
            <pc:sldMk cId="2796576648" sldId="279"/>
            <ac:spMk id="1356" creationId="{D188B5CB-5214-DE87-5026-9442BDDA31C0}"/>
          </ac:spMkLst>
        </pc:spChg>
        <pc:spChg chg="mod">
          <ac:chgData name="John Flinn" userId="7e17483a2f11917b" providerId="LiveId" clId="{E34305C2-AE44-4C00-ADB6-473F6952CE75}" dt="2026-05-01T02:07:00.480" v="353"/>
          <ac:spMkLst>
            <pc:docMk/>
            <pc:sldMk cId="2796576648" sldId="279"/>
            <ac:spMk id="1360" creationId="{BC3A5B9F-7255-920C-D248-0A6DED320191}"/>
          </ac:spMkLst>
        </pc:spChg>
        <pc:spChg chg="add del mod">
          <ac:chgData name="John Flinn" userId="7e17483a2f11917b" providerId="LiveId" clId="{E34305C2-AE44-4C00-ADB6-473F6952CE75}" dt="2026-05-01T02:08:42.429" v="428" actId="478"/>
          <ac:spMkLst>
            <pc:docMk/>
            <pc:sldMk cId="2796576648" sldId="279"/>
            <ac:spMk id="1365" creationId="{8C7E9DC1-13EE-091B-387E-DE46D61E0F61}"/>
          </ac:spMkLst>
        </pc:spChg>
        <pc:spChg chg="add del mod">
          <ac:chgData name="John Flinn" userId="7e17483a2f11917b" providerId="LiveId" clId="{E34305C2-AE44-4C00-ADB6-473F6952CE75}" dt="2026-05-01T02:08:42.429" v="428" actId="478"/>
          <ac:spMkLst>
            <pc:docMk/>
            <pc:sldMk cId="2796576648" sldId="279"/>
            <ac:spMk id="1366" creationId="{FD29B675-2AD1-DF17-2F1C-DA8961EFAF9E}"/>
          </ac:spMkLst>
        </pc:spChg>
        <pc:spChg chg="add mod">
          <ac:chgData name="John Flinn" userId="7e17483a2f11917b" providerId="LiveId" clId="{E34305C2-AE44-4C00-ADB6-473F6952CE75}" dt="2026-05-01T02:07:20.328" v="370" actId="1076"/>
          <ac:spMkLst>
            <pc:docMk/>
            <pc:sldMk cId="2796576648" sldId="279"/>
            <ac:spMk id="1370" creationId="{2E18FFBF-9F28-0C59-4039-883B4EA4DED7}"/>
          </ac:spMkLst>
        </pc:spChg>
        <pc:spChg chg="mod">
          <ac:chgData name="John Flinn" userId="7e17483a2f11917b" providerId="LiveId" clId="{E34305C2-AE44-4C00-ADB6-473F6952CE75}" dt="2026-05-01T02:06:52.565" v="351" actId="1038"/>
          <ac:spMkLst>
            <pc:docMk/>
            <pc:sldMk cId="2796576648" sldId="279"/>
            <ac:spMk id="1371" creationId="{8D1209A7-3061-D19E-F5A1-34EABE4B26A5}"/>
          </ac:spMkLst>
        </pc:spChg>
        <pc:spChg chg="mod">
          <ac:chgData name="John Flinn" userId="7e17483a2f11917b" providerId="LiveId" clId="{E34305C2-AE44-4C00-ADB6-473F6952CE75}" dt="2026-05-01T02:06:52.565" v="351" actId="1038"/>
          <ac:spMkLst>
            <pc:docMk/>
            <pc:sldMk cId="2796576648" sldId="279"/>
            <ac:spMk id="1372" creationId="{0F112021-9B53-9BBA-6329-BB3A78E73E13}"/>
          </ac:spMkLst>
        </pc:spChg>
        <pc:spChg chg="mod">
          <ac:chgData name="John Flinn" userId="7e17483a2f11917b" providerId="LiveId" clId="{E34305C2-AE44-4C00-ADB6-473F6952CE75}" dt="2026-05-01T02:06:52.565" v="351" actId="1038"/>
          <ac:spMkLst>
            <pc:docMk/>
            <pc:sldMk cId="2796576648" sldId="279"/>
            <ac:spMk id="1373" creationId="{C414A73C-A783-4DFF-8CA7-5A40626711ED}"/>
          </ac:spMkLst>
        </pc:spChg>
        <pc:spChg chg="mod">
          <ac:chgData name="John Flinn" userId="7e17483a2f11917b" providerId="LiveId" clId="{E34305C2-AE44-4C00-ADB6-473F6952CE75}" dt="2026-05-01T02:06:52.565" v="351" actId="1038"/>
          <ac:spMkLst>
            <pc:docMk/>
            <pc:sldMk cId="2796576648" sldId="279"/>
            <ac:spMk id="1374" creationId="{88431FC9-BE43-12F4-3882-2D0D9D4C0558}"/>
          </ac:spMkLst>
        </pc:spChg>
        <pc:spChg chg="mod">
          <ac:chgData name="John Flinn" userId="7e17483a2f11917b" providerId="LiveId" clId="{E34305C2-AE44-4C00-ADB6-473F6952CE75}" dt="2026-05-01T02:24:53.747" v="518" actId="14100"/>
          <ac:spMkLst>
            <pc:docMk/>
            <pc:sldMk cId="2796576648" sldId="279"/>
            <ac:spMk id="1375" creationId="{6888AF21-83BF-86CC-D17A-028D96F3AE9A}"/>
          </ac:spMkLst>
        </pc:spChg>
        <pc:spChg chg="mod">
          <ac:chgData name="John Flinn" userId="7e17483a2f11917b" providerId="LiveId" clId="{E34305C2-AE44-4C00-ADB6-473F6952CE75}" dt="2026-05-01T02:06:52.565" v="351" actId="1038"/>
          <ac:spMkLst>
            <pc:docMk/>
            <pc:sldMk cId="2796576648" sldId="279"/>
            <ac:spMk id="1376" creationId="{2ECB2570-3B0C-5531-35CF-C4DD28EB928E}"/>
          </ac:spMkLst>
        </pc:spChg>
        <pc:spChg chg="mod">
          <ac:chgData name="John Flinn" userId="7e17483a2f11917b" providerId="LiveId" clId="{E34305C2-AE44-4C00-ADB6-473F6952CE75}" dt="2026-05-01T02:07:14.634" v="368"/>
          <ac:spMkLst>
            <pc:docMk/>
            <pc:sldMk cId="2796576648" sldId="279"/>
            <ac:spMk id="1381" creationId="{47D32932-4DD2-C29E-DA72-E90053BFA473}"/>
          </ac:spMkLst>
        </pc:spChg>
        <pc:spChg chg="mod">
          <ac:chgData name="John Flinn" userId="7e17483a2f11917b" providerId="LiveId" clId="{E34305C2-AE44-4C00-ADB6-473F6952CE75}" dt="2026-05-01T02:07:14.634" v="368"/>
          <ac:spMkLst>
            <pc:docMk/>
            <pc:sldMk cId="2796576648" sldId="279"/>
            <ac:spMk id="1383" creationId="{333DA767-07A6-3B5C-A837-2C65C41F9771}"/>
          </ac:spMkLst>
        </pc:spChg>
        <pc:spChg chg="mod">
          <ac:chgData name="John Flinn" userId="7e17483a2f11917b" providerId="LiveId" clId="{E34305C2-AE44-4C00-ADB6-473F6952CE75}" dt="2026-05-01T02:10:35.233" v="472" actId="1036"/>
          <ac:spMkLst>
            <pc:docMk/>
            <pc:sldMk cId="2796576648" sldId="279"/>
            <ac:spMk id="1396" creationId="{2A71879E-74F6-C9D2-5196-BDB8B2888F62}"/>
          </ac:spMkLst>
        </pc:spChg>
        <pc:spChg chg="del">
          <ac:chgData name="John Flinn" userId="7e17483a2f11917b" providerId="LiveId" clId="{E34305C2-AE44-4C00-ADB6-473F6952CE75}" dt="2026-05-01T02:06:59.355" v="352" actId="21"/>
          <ac:spMkLst>
            <pc:docMk/>
            <pc:sldMk cId="2796576648" sldId="279"/>
            <ac:spMk id="1397" creationId="{8C7E9DC1-13EE-091B-387E-DE46D61E0F61}"/>
          </ac:spMkLst>
        </pc:spChg>
        <pc:spChg chg="mod">
          <ac:chgData name="John Flinn" userId="7e17483a2f11917b" providerId="LiveId" clId="{E34305C2-AE44-4C00-ADB6-473F6952CE75}" dt="2026-05-01T02:10:35.233" v="472" actId="1036"/>
          <ac:spMkLst>
            <pc:docMk/>
            <pc:sldMk cId="2796576648" sldId="279"/>
            <ac:spMk id="1398" creationId="{6801E827-5BA4-3C59-B15A-D9B8DE9D3E3B}"/>
          </ac:spMkLst>
        </pc:spChg>
        <pc:spChg chg="mod">
          <ac:chgData name="John Flinn" userId="7e17483a2f11917b" providerId="LiveId" clId="{E34305C2-AE44-4C00-ADB6-473F6952CE75}" dt="2026-05-01T02:07:14.634" v="368"/>
          <ac:spMkLst>
            <pc:docMk/>
            <pc:sldMk cId="2796576648" sldId="279"/>
            <ac:spMk id="1400" creationId="{C21BFF36-3437-85C9-1605-626EF419E5F0}"/>
          </ac:spMkLst>
        </pc:spChg>
        <pc:spChg chg="mod">
          <ac:chgData name="John Flinn" userId="7e17483a2f11917b" providerId="LiveId" clId="{E34305C2-AE44-4C00-ADB6-473F6952CE75}" dt="2026-05-01T02:07:14.634" v="368"/>
          <ac:spMkLst>
            <pc:docMk/>
            <pc:sldMk cId="2796576648" sldId="279"/>
            <ac:spMk id="1401" creationId="{E11BF4A9-4162-A71B-98A3-33ADA6FEFD23}"/>
          </ac:spMkLst>
        </pc:spChg>
        <pc:spChg chg="mod">
          <ac:chgData name="John Flinn" userId="7e17483a2f11917b" providerId="LiveId" clId="{E34305C2-AE44-4C00-ADB6-473F6952CE75}" dt="2026-05-01T02:07:14.634" v="368"/>
          <ac:spMkLst>
            <pc:docMk/>
            <pc:sldMk cId="2796576648" sldId="279"/>
            <ac:spMk id="1406" creationId="{F5BF7EAB-6484-73D0-A6A6-C1761C83CAD0}"/>
          </ac:spMkLst>
        </pc:spChg>
        <pc:spChg chg="mod">
          <ac:chgData name="John Flinn" userId="7e17483a2f11917b" providerId="LiveId" clId="{E34305C2-AE44-4C00-ADB6-473F6952CE75}" dt="2026-05-01T02:07:14.634" v="368"/>
          <ac:spMkLst>
            <pc:docMk/>
            <pc:sldMk cId="2796576648" sldId="279"/>
            <ac:spMk id="1407" creationId="{BAA4516A-93A8-7063-34AB-7B4ECB191C8C}"/>
          </ac:spMkLst>
        </pc:spChg>
        <pc:spChg chg="mod">
          <ac:chgData name="John Flinn" userId="7e17483a2f11917b" providerId="LiveId" clId="{E34305C2-AE44-4C00-ADB6-473F6952CE75}" dt="2026-05-01T02:10:44.331" v="482" actId="1035"/>
          <ac:spMkLst>
            <pc:docMk/>
            <pc:sldMk cId="2796576648" sldId="279"/>
            <ac:spMk id="1446" creationId="{F95E5466-8166-90A5-C036-B5EFF5B3603D}"/>
          </ac:spMkLst>
        </pc:spChg>
        <pc:spChg chg="mod">
          <ac:chgData name="John Flinn" userId="7e17483a2f11917b" providerId="LiveId" clId="{E34305C2-AE44-4C00-ADB6-473F6952CE75}" dt="2026-05-01T02:10:44.331" v="482" actId="1035"/>
          <ac:spMkLst>
            <pc:docMk/>
            <pc:sldMk cId="2796576648" sldId="279"/>
            <ac:spMk id="1456" creationId="{900E12A8-FBCD-3076-DCD0-057C1137ED57}"/>
          </ac:spMkLst>
        </pc:spChg>
        <pc:spChg chg="mod">
          <ac:chgData name="John Flinn" userId="7e17483a2f11917b" providerId="LiveId" clId="{E34305C2-AE44-4C00-ADB6-473F6952CE75}" dt="2026-05-01T02:10:44.331" v="482" actId="1035"/>
          <ac:spMkLst>
            <pc:docMk/>
            <pc:sldMk cId="2796576648" sldId="279"/>
            <ac:spMk id="1463" creationId="{7431C8F1-4341-7193-EEDF-9EE65BFA0BC5}"/>
          </ac:spMkLst>
        </pc:spChg>
        <pc:spChg chg="mod">
          <ac:chgData name="John Flinn" userId="7e17483a2f11917b" providerId="LiveId" clId="{E34305C2-AE44-4C00-ADB6-473F6952CE75}" dt="2026-05-01T02:10:44.331" v="482" actId="1035"/>
          <ac:spMkLst>
            <pc:docMk/>
            <pc:sldMk cId="2796576648" sldId="279"/>
            <ac:spMk id="1471" creationId="{6F23C84E-E25F-F35E-68B4-383BE4641557}"/>
          </ac:spMkLst>
        </pc:spChg>
        <pc:grpChg chg="del">
          <ac:chgData name="John Flinn" userId="7e17483a2f11917b" providerId="LiveId" clId="{E34305C2-AE44-4C00-ADB6-473F6952CE75}" dt="2026-05-01T02:08:42.429" v="428" actId="478"/>
          <ac:grpSpMkLst>
            <pc:docMk/>
            <pc:sldMk cId="2796576648" sldId="279"/>
            <ac:grpSpMk id="46" creationId="{504ABBE3-1748-B229-E2E5-EDBBDA9479A0}"/>
          </ac:grpSpMkLst>
        </pc:grpChg>
        <pc:grpChg chg="mod">
          <ac:chgData name="John Flinn" userId="7e17483a2f11917b" providerId="LiveId" clId="{E34305C2-AE44-4C00-ADB6-473F6952CE75}" dt="2026-05-01T02:10:19.875" v="446" actId="1035"/>
          <ac:grpSpMkLst>
            <pc:docMk/>
            <pc:sldMk cId="2796576648" sldId="279"/>
            <ac:grpSpMk id="451" creationId="{6CCCB84A-35E4-89CC-1919-31BCAAA694B7}"/>
          </ac:grpSpMkLst>
        </pc:grpChg>
        <pc:grpChg chg="mod">
          <ac:chgData name="John Flinn" userId="7e17483a2f11917b" providerId="LiveId" clId="{E34305C2-AE44-4C00-ADB6-473F6952CE75}" dt="2026-05-01T02:07:54.397" v="412" actId="1076"/>
          <ac:grpSpMkLst>
            <pc:docMk/>
            <pc:sldMk cId="2796576648" sldId="279"/>
            <ac:grpSpMk id="453" creationId="{6F025AB3-1D56-2AE8-6E02-2899DF060E8A}"/>
          </ac:grpSpMkLst>
        </pc:grpChg>
        <pc:grpChg chg="mod">
          <ac:chgData name="John Flinn" userId="7e17483a2f11917b" providerId="LiveId" clId="{E34305C2-AE44-4C00-ADB6-473F6952CE75}" dt="2026-05-01T02:10:44.331" v="482" actId="1035"/>
          <ac:grpSpMkLst>
            <pc:docMk/>
            <pc:sldMk cId="2796576648" sldId="279"/>
            <ac:grpSpMk id="493" creationId="{8F354FEB-0691-594F-10BA-DB9519128CCA}"/>
          </ac:grpSpMkLst>
        </pc:grpChg>
        <pc:grpChg chg="mod">
          <ac:chgData name="John Flinn" userId="7e17483a2f11917b" providerId="LiveId" clId="{E34305C2-AE44-4C00-ADB6-473F6952CE75}" dt="2026-05-01T02:07:20.328" v="370" actId="1076"/>
          <ac:grpSpMkLst>
            <pc:docMk/>
            <pc:sldMk cId="2796576648" sldId="279"/>
            <ac:grpSpMk id="1380" creationId="{3F468F95-079F-60A5-20C9-CDBA16FB30ED}"/>
          </ac:grpSpMkLst>
        </pc:grpChg>
        <pc:grpChg chg="del">
          <ac:chgData name="John Flinn" userId="7e17483a2f11917b" providerId="LiveId" clId="{E34305C2-AE44-4C00-ADB6-473F6952CE75}" dt="2026-05-01T02:06:59.355" v="352" actId="21"/>
          <ac:grpSpMkLst>
            <pc:docMk/>
            <pc:sldMk cId="2796576648" sldId="279"/>
            <ac:grpSpMk id="1384" creationId="{504ABBE3-1748-B229-E2E5-EDBBDA9479A0}"/>
          </ac:grpSpMkLst>
        </pc:grpChg>
        <pc:picChg chg="mod">
          <ac:chgData name="John Flinn" userId="7e17483a2f11917b" providerId="LiveId" clId="{E34305C2-AE44-4C00-ADB6-473F6952CE75}" dt="2026-05-01T02:10:35.233" v="472" actId="1036"/>
          <ac:picMkLst>
            <pc:docMk/>
            <pc:sldMk cId="2796576648" sldId="279"/>
            <ac:picMk id="481" creationId="{CD04CBFF-EA85-DE4B-B157-4408726C5603}"/>
          </ac:picMkLst>
        </pc:picChg>
        <pc:picChg chg="mod">
          <ac:chgData name="John Flinn" userId="7e17483a2f11917b" providerId="LiveId" clId="{E34305C2-AE44-4C00-ADB6-473F6952CE75}" dt="2026-05-01T02:10:44.331" v="482" actId="1035"/>
          <ac:picMkLst>
            <pc:docMk/>
            <pc:sldMk cId="2796576648" sldId="279"/>
            <ac:picMk id="1464" creationId="{2882142E-C146-BCCE-82BD-A19A41F8BCA2}"/>
          </ac:picMkLst>
        </pc:picChg>
        <pc:cxnChg chg="mod">
          <ac:chgData name="John Flinn" userId="7e17483a2f11917b" providerId="LiveId" clId="{E34305C2-AE44-4C00-ADB6-473F6952CE75}" dt="2026-05-01T02:10:44.331" v="482" actId="1035"/>
          <ac:cxnSpMkLst>
            <pc:docMk/>
            <pc:sldMk cId="2796576648" sldId="279"/>
            <ac:cxnSpMk id="44" creationId="{4FCC57FC-CE4C-08C5-F3DD-1376DA892807}"/>
          </ac:cxnSpMkLst>
        </pc:cxnChg>
        <pc:cxnChg chg="mod">
          <ac:chgData name="John Flinn" userId="7e17483a2f11917b" providerId="LiveId" clId="{E34305C2-AE44-4C00-ADB6-473F6952CE75}" dt="2026-05-01T02:10:44.331" v="482" actId="1035"/>
          <ac:cxnSpMkLst>
            <pc:docMk/>
            <pc:sldMk cId="2796576648" sldId="279"/>
            <ac:cxnSpMk id="54" creationId="{54620726-8C9E-0FBA-EB87-4FA42A0389A5}"/>
          </ac:cxnSpMkLst>
        </pc:cxnChg>
        <pc:cxnChg chg="mod">
          <ac:chgData name="John Flinn" userId="7e17483a2f11917b" providerId="LiveId" clId="{E34305C2-AE44-4C00-ADB6-473F6952CE75}" dt="2026-05-01T02:08:42.429" v="428" actId="478"/>
          <ac:cxnSpMkLst>
            <pc:docMk/>
            <pc:sldMk cId="2796576648" sldId="279"/>
            <ac:cxnSpMk id="62" creationId="{25A666A4-229B-4941-0D3E-6B235B5C264A}"/>
          </ac:cxnSpMkLst>
        </pc:cxnChg>
        <pc:cxnChg chg="mod">
          <ac:chgData name="John Flinn" userId="7e17483a2f11917b" providerId="LiveId" clId="{E34305C2-AE44-4C00-ADB6-473F6952CE75}" dt="2026-05-01T02:08:42.429" v="428" actId="478"/>
          <ac:cxnSpMkLst>
            <pc:docMk/>
            <pc:sldMk cId="2796576648" sldId="279"/>
            <ac:cxnSpMk id="63" creationId="{216D0640-83F1-9BF2-0543-9BD60CC25D64}"/>
          </ac:cxnSpMkLst>
        </pc:cxnChg>
        <pc:cxnChg chg="del">
          <ac:chgData name="John Flinn" userId="7e17483a2f11917b" providerId="LiveId" clId="{E34305C2-AE44-4C00-ADB6-473F6952CE75}" dt="2026-05-01T02:03:49.123" v="212" actId="478"/>
          <ac:cxnSpMkLst>
            <pc:docMk/>
            <pc:sldMk cId="2796576648" sldId="279"/>
            <ac:cxnSpMk id="474" creationId="{79EB2970-7219-200E-8549-8258A74C49D0}"/>
          </ac:cxnSpMkLst>
        </pc:cxnChg>
        <pc:cxnChg chg="del">
          <ac:chgData name="John Flinn" userId="7e17483a2f11917b" providerId="LiveId" clId="{E34305C2-AE44-4C00-ADB6-473F6952CE75}" dt="2026-05-01T02:03:50.010" v="213" actId="478"/>
          <ac:cxnSpMkLst>
            <pc:docMk/>
            <pc:sldMk cId="2796576648" sldId="279"/>
            <ac:cxnSpMk id="477" creationId="{19863F74-B350-AF6A-072C-DD830E42BF43}"/>
          </ac:cxnSpMkLst>
        </pc:cxnChg>
        <pc:cxnChg chg="mod">
          <ac:chgData name="John Flinn" userId="7e17483a2f11917b" providerId="LiveId" clId="{E34305C2-AE44-4C00-ADB6-473F6952CE75}" dt="2026-05-01T02:10:19.875" v="446" actId="1035"/>
          <ac:cxnSpMkLst>
            <pc:docMk/>
            <pc:sldMk cId="2796576648" sldId="279"/>
            <ac:cxnSpMk id="479" creationId="{0BA45A2E-34D8-5919-0DE6-6BF3065D6EBD}"/>
          </ac:cxnSpMkLst>
        </pc:cxnChg>
        <pc:cxnChg chg="mod">
          <ac:chgData name="John Flinn" userId="7e17483a2f11917b" providerId="LiveId" clId="{E34305C2-AE44-4C00-ADB6-473F6952CE75}" dt="2026-05-01T02:10:19.875" v="446" actId="1035"/>
          <ac:cxnSpMkLst>
            <pc:docMk/>
            <pc:sldMk cId="2796576648" sldId="279"/>
            <ac:cxnSpMk id="480" creationId="{12119B0F-91A3-92FD-9796-673AC505A0F9}"/>
          </ac:cxnSpMkLst>
        </pc:cxnChg>
        <pc:cxnChg chg="del">
          <ac:chgData name="John Flinn" userId="7e17483a2f11917b" providerId="LiveId" clId="{E34305C2-AE44-4C00-ADB6-473F6952CE75}" dt="2026-05-01T02:03:48.591" v="211" actId="478"/>
          <ac:cxnSpMkLst>
            <pc:docMk/>
            <pc:sldMk cId="2796576648" sldId="279"/>
            <ac:cxnSpMk id="482" creationId="{B69AA2DC-0BFC-E94B-A0C9-368C2CADE47F}"/>
          </ac:cxnSpMkLst>
        </pc:cxnChg>
        <pc:cxnChg chg="mod">
          <ac:chgData name="John Flinn" userId="7e17483a2f11917b" providerId="LiveId" clId="{E34305C2-AE44-4C00-ADB6-473F6952CE75}" dt="2026-05-01T02:08:42.429" v="428" actId="478"/>
          <ac:cxnSpMkLst>
            <pc:docMk/>
            <pc:sldMk cId="2796576648" sldId="279"/>
            <ac:cxnSpMk id="1344" creationId="{10B58082-C522-4033-6447-C3032592FDEB}"/>
          </ac:cxnSpMkLst>
        </pc:cxnChg>
        <pc:cxnChg chg="mod">
          <ac:chgData name="John Flinn" userId="7e17483a2f11917b" providerId="LiveId" clId="{E34305C2-AE44-4C00-ADB6-473F6952CE75}" dt="2026-05-01T02:10:44.331" v="482" actId="1035"/>
          <ac:cxnSpMkLst>
            <pc:docMk/>
            <pc:sldMk cId="2796576648" sldId="279"/>
            <ac:cxnSpMk id="1347" creationId="{CF4680DA-0786-185E-5FC9-F7B349F20C98}"/>
          </ac:cxnSpMkLst>
        </pc:cxnChg>
        <pc:cxnChg chg="mod">
          <ac:chgData name="John Flinn" userId="7e17483a2f11917b" providerId="LiveId" clId="{E34305C2-AE44-4C00-ADB6-473F6952CE75}" dt="2026-05-01T02:10:44.331" v="482" actId="1035"/>
          <ac:cxnSpMkLst>
            <pc:docMk/>
            <pc:sldMk cId="2796576648" sldId="279"/>
            <ac:cxnSpMk id="1382" creationId="{41A0D861-F0B2-868E-9343-9694F6A53CE8}"/>
          </ac:cxnSpMkLst>
        </pc:cxnChg>
        <pc:cxnChg chg="mod">
          <ac:chgData name="John Flinn" userId="7e17483a2f11917b" providerId="LiveId" clId="{E34305C2-AE44-4C00-ADB6-473F6952CE75}" dt="2026-05-01T02:06:59.355" v="352" actId="21"/>
          <ac:cxnSpMkLst>
            <pc:docMk/>
            <pc:sldMk cId="2796576648" sldId="279"/>
            <ac:cxnSpMk id="1389" creationId="{25A666A4-229B-4941-0D3E-6B235B5C264A}"/>
          </ac:cxnSpMkLst>
        </pc:cxnChg>
        <pc:cxnChg chg="mod">
          <ac:chgData name="John Flinn" userId="7e17483a2f11917b" providerId="LiveId" clId="{E34305C2-AE44-4C00-ADB6-473F6952CE75}" dt="2026-05-01T02:06:59.355" v="352" actId="21"/>
          <ac:cxnSpMkLst>
            <pc:docMk/>
            <pc:sldMk cId="2796576648" sldId="279"/>
            <ac:cxnSpMk id="1390" creationId="{216D0640-83F1-9BF2-0543-9BD60CC25D64}"/>
          </ac:cxnSpMkLst>
        </pc:cxnChg>
        <pc:cxnChg chg="mod">
          <ac:chgData name="John Flinn" userId="7e17483a2f11917b" providerId="LiveId" clId="{E34305C2-AE44-4C00-ADB6-473F6952CE75}" dt="2026-05-01T02:06:59.355" v="352" actId="21"/>
          <ac:cxnSpMkLst>
            <pc:docMk/>
            <pc:sldMk cId="2796576648" sldId="279"/>
            <ac:cxnSpMk id="1391" creationId="{10B58082-C522-4033-6447-C3032592FDEB}"/>
          </ac:cxnSpMkLst>
        </pc:cxnChg>
        <pc:cxnChg chg="del">
          <ac:chgData name="John Flinn" userId="7e17483a2f11917b" providerId="LiveId" clId="{E34305C2-AE44-4C00-ADB6-473F6952CE75}" dt="2026-05-01T02:03:51.835" v="215" actId="478"/>
          <ac:cxnSpMkLst>
            <pc:docMk/>
            <pc:sldMk cId="2796576648" sldId="279"/>
            <ac:cxnSpMk id="1422" creationId="{43DB0637-7C36-5B72-DC91-E562E47F3277}"/>
          </ac:cxnSpMkLst>
        </pc:cxnChg>
        <pc:cxnChg chg="del">
          <ac:chgData name="John Flinn" userId="7e17483a2f11917b" providerId="LiveId" clId="{E34305C2-AE44-4C00-ADB6-473F6952CE75}" dt="2026-05-01T02:03:50.893" v="214" actId="478"/>
          <ac:cxnSpMkLst>
            <pc:docMk/>
            <pc:sldMk cId="2796576648" sldId="279"/>
            <ac:cxnSpMk id="1440" creationId="{0DC797B2-9175-8FA1-56F4-211C4CDAA33F}"/>
          </ac:cxnSpMkLst>
        </pc:cxnChg>
      </pc:sldChg>
      <pc:sldChg chg="delSp modSp add mod ord">
        <pc:chgData name="John Flinn" userId="7e17483a2f11917b" providerId="LiveId" clId="{E34305C2-AE44-4C00-ADB6-473F6952CE75}" dt="2026-05-01T05:19:29.464" v="526"/>
        <pc:sldMkLst>
          <pc:docMk/>
          <pc:sldMk cId="454673935" sldId="280"/>
        </pc:sldMkLst>
        <pc:spChg chg="mod">
          <ac:chgData name="John Flinn" userId="7e17483a2f11917b" providerId="LiveId" clId="{E34305C2-AE44-4C00-ADB6-473F6952CE75}" dt="2026-05-01T02:21:46.766" v="513" actId="1076"/>
          <ac:spMkLst>
            <pc:docMk/>
            <pc:sldMk cId="454673935" sldId="280"/>
            <ac:spMk id="3" creationId="{92DD09B6-FE2E-91E9-7612-84E4E8082FB8}"/>
          </ac:spMkLst>
        </pc:spChg>
        <pc:spChg chg="mod">
          <ac:chgData name="John Flinn" userId="7e17483a2f11917b" providerId="LiveId" clId="{E34305C2-AE44-4C00-ADB6-473F6952CE75}" dt="2026-05-01T02:21:35.665" v="511" actId="1076"/>
          <ac:spMkLst>
            <pc:docMk/>
            <pc:sldMk cId="454673935" sldId="280"/>
            <ac:spMk id="9" creationId="{6106C531-4431-33E8-36D6-391005C9AB85}"/>
          </ac:spMkLst>
        </pc:spChg>
        <pc:spChg chg="mod">
          <ac:chgData name="John Flinn" userId="7e17483a2f11917b" providerId="LiveId" clId="{E34305C2-AE44-4C00-ADB6-473F6952CE75}" dt="2026-05-01T02:21:35.665" v="511" actId="1076"/>
          <ac:spMkLst>
            <pc:docMk/>
            <pc:sldMk cId="454673935" sldId="280"/>
            <ac:spMk id="11" creationId="{0E3757A4-0ADE-BFE7-70CF-B3BB99DD4AFB}"/>
          </ac:spMkLst>
        </pc:spChg>
        <pc:spChg chg="del">
          <ac:chgData name="John Flinn" userId="7e17483a2f11917b" providerId="LiveId" clId="{E34305C2-AE44-4C00-ADB6-473F6952CE75}" dt="2026-05-01T02:21:42.451" v="512" actId="478"/>
          <ac:spMkLst>
            <pc:docMk/>
            <pc:sldMk cId="454673935" sldId="280"/>
            <ac:spMk id="18" creationId="{D965C5C6-5185-93B5-7A3C-E0C92B0BB34F}"/>
          </ac:spMkLst>
        </pc:spChg>
        <pc:spChg chg="mod">
          <ac:chgData name="John Flinn" userId="7e17483a2f11917b" providerId="LiveId" clId="{E34305C2-AE44-4C00-ADB6-473F6952CE75}" dt="2026-05-01T02:21:46.766" v="513" actId="1076"/>
          <ac:spMkLst>
            <pc:docMk/>
            <pc:sldMk cId="454673935" sldId="280"/>
            <ac:spMk id="61" creationId="{178DA570-1ADD-3060-0838-8058A06CEB3B}"/>
          </ac:spMkLst>
        </pc:spChg>
        <pc:spChg chg="mod">
          <ac:chgData name="John Flinn" userId="7e17483a2f11917b" providerId="LiveId" clId="{E34305C2-AE44-4C00-ADB6-473F6952CE75}" dt="2026-05-01T05:18:55.346" v="523"/>
          <ac:spMkLst>
            <pc:docMk/>
            <pc:sldMk cId="454673935" sldId="280"/>
            <ac:spMk id="501" creationId="{269EF6F4-88D6-BE61-DF14-2F34854698C8}"/>
          </ac:spMkLst>
        </pc:spChg>
        <pc:spChg chg="mod">
          <ac:chgData name="John Flinn" userId="7e17483a2f11917b" providerId="LiveId" clId="{E34305C2-AE44-4C00-ADB6-473F6952CE75}" dt="2026-05-01T02:24:41.559" v="516" actId="14100"/>
          <ac:spMkLst>
            <pc:docMk/>
            <pc:sldMk cId="454673935" sldId="280"/>
            <ac:spMk id="1374" creationId="{DF37B74D-EE08-9236-EABC-5285A7DDFD3E}"/>
          </ac:spMkLst>
        </pc:spChg>
        <pc:spChg chg="mod">
          <ac:chgData name="John Flinn" userId="7e17483a2f11917b" providerId="LiveId" clId="{E34305C2-AE44-4C00-ADB6-473F6952CE75}" dt="2026-05-01T02:24:37.102" v="515" actId="14100"/>
          <ac:spMkLst>
            <pc:docMk/>
            <pc:sldMk cId="454673935" sldId="280"/>
            <ac:spMk id="1375" creationId="{6CE2E68C-1FEF-CE69-5D9A-DD6E2E11A2F7}"/>
          </ac:spMkLst>
        </pc:spChg>
      </pc:sldChg>
      <pc:sldChg chg="addSp modSp add mod">
        <pc:chgData name="John Flinn" userId="7e17483a2f11917b" providerId="LiveId" clId="{E34305C2-AE44-4C00-ADB6-473F6952CE75}" dt="2026-05-01T07:23:24.883" v="2513" actId="2711"/>
        <pc:sldMkLst>
          <pc:docMk/>
          <pc:sldMk cId="1083632021" sldId="281"/>
        </pc:sldMkLst>
        <pc:spChg chg="mod">
          <ac:chgData name="John Flinn" userId="7e17483a2f11917b" providerId="LiveId" clId="{E34305C2-AE44-4C00-ADB6-473F6952CE75}" dt="2026-05-01T07:21:52.427" v="2504" actId="1076"/>
          <ac:spMkLst>
            <pc:docMk/>
            <pc:sldMk cId="1083632021" sldId="281"/>
            <ac:spMk id="3" creationId="{FB119454-0F10-661F-B72A-2D28DFB373C1}"/>
          </ac:spMkLst>
        </pc:spChg>
        <pc:spChg chg="mod">
          <ac:chgData name="John Flinn" userId="7e17483a2f11917b" providerId="LiveId" clId="{E34305C2-AE44-4C00-ADB6-473F6952CE75}" dt="2026-05-01T07:22:26.114" v="2506" actId="1076"/>
          <ac:spMkLst>
            <pc:docMk/>
            <pc:sldMk cId="1083632021" sldId="281"/>
            <ac:spMk id="5" creationId="{13CCAB06-D895-0868-FBDD-9DF22CB44668}"/>
          </ac:spMkLst>
        </pc:spChg>
        <pc:spChg chg="mod">
          <ac:chgData name="John Flinn" userId="7e17483a2f11917b" providerId="LiveId" clId="{E34305C2-AE44-4C00-ADB6-473F6952CE75}" dt="2026-05-01T07:21:18.484" v="2501" actId="1076"/>
          <ac:spMkLst>
            <pc:docMk/>
            <pc:sldMk cId="1083632021" sldId="281"/>
            <ac:spMk id="9" creationId="{6753CACD-B02D-D872-86F7-609507C2B277}"/>
          </ac:spMkLst>
        </pc:spChg>
        <pc:spChg chg="mod">
          <ac:chgData name="John Flinn" userId="7e17483a2f11917b" providerId="LiveId" clId="{E34305C2-AE44-4C00-ADB6-473F6952CE75}" dt="2026-05-01T07:23:19.584" v="2511" actId="2711"/>
          <ac:spMkLst>
            <pc:docMk/>
            <pc:sldMk cId="1083632021" sldId="281"/>
            <ac:spMk id="11" creationId="{3CC3418E-599E-29A0-36D0-97F620BBA82B}"/>
          </ac:spMkLst>
        </pc:spChg>
        <pc:spChg chg="mod">
          <ac:chgData name="John Flinn" userId="7e17483a2f11917b" providerId="LiveId" clId="{E34305C2-AE44-4C00-ADB6-473F6952CE75}" dt="2026-05-01T07:20:48.724" v="2498" actId="1076"/>
          <ac:spMkLst>
            <pc:docMk/>
            <pc:sldMk cId="1083632021" sldId="281"/>
            <ac:spMk id="12" creationId="{EC715535-AD5D-134B-DBAB-3A873BC45A84}"/>
          </ac:spMkLst>
        </pc:spChg>
        <pc:spChg chg="mod">
          <ac:chgData name="John Flinn" userId="7e17483a2f11917b" providerId="LiveId" clId="{E34305C2-AE44-4C00-ADB6-473F6952CE75}" dt="2026-05-01T07:23:22.147" v="2512" actId="2711"/>
          <ac:spMkLst>
            <pc:docMk/>
            <pc:sldMk cId="1083632021" sldId="281"/>
            <ac:spMk id="13" creationId="{69D03C37-EEC9-872E-73B1-125A739D4B6E}"/>
          </ac:spMkLst>
        </pc:spChg>
        <pc:spChg chg="mod">
          <ac:chgData name="John Flinn" userId="7e17483a2f11917b" providerId="LiveId" clId="{E34305C2-AE44-4C00-ADB6-473F6952CE75}" dt="2026-05-01T07:03:32.204" v="2444" actId="207"/>
          <ac:spMkLst>
            <pc:docMk/>
            <pc:sldMk cId="1083632021" sldId="281"/>
            <ac:spMk id="14" creationId="{CD2D6B8C-F737-68CE-4CE0-125BCF808559}"/>
          </ac:spMkLst>
        </pc:spChg>
        <pc:spChg chg="mod">
          <ac:chgData name="John Flinn" userId="7e17483a2f11917b" providerId="LiveId" clId="{E34305C2-AE44-4C00-ADB6-473F6952CE75}" dt="2026-05-01T07:23:24.883" v="2513" actId="2711"/>
          <ac:spMkLst>
            <pc:docMk/>
            <pc:sldMk cId="1083632021" sldId="281"/>
            <ac:spMk id="17" creationId="{6FA47697-AECB-F5A5-46C0-55B370991E66}"/>
          </ac:spMkLst>
        </pc:spChg>
        <pc:spChg chg="add mod">
          <ac:chgData name="John Flinn" userId="7e17483a2f11917b" providerId="LiveId" clId="{E34305C2-AE44-4C00-ADB6-473F6952CE75}" dt="2026-05-01T06:01:36.816" v="1950"/>
          <ac:spMkLst>
            <pc:docMk/>
            <pc:sldMk cId="1083632021" sldId="281"/>
            <ac:spMk id="18" creationId="{6B491148-65FB-AC11-9631-CE8E037FD7FD}"/>
          </ac:spMkLst>
        </pc:spChg>
        <pc:spChg chg="mod">
          <ac:chgData name="John Flinn" userId="7e17483a2f11917b" providerId="LiveId" clId="{E34305C2-AE44-4C00-ADB6-473F6952CE75}" dt="2026-05-01T06:23:47.671" v="2274" actId="1076"/>
          <ac:spMkLst>
            <pc:docMk/>
            <pc:sldMk cId="1083632021" sldId="281"/>
            <ac:spMk id="22" creationId="{E78D35D0-0111-568F-2B4A-C77B04A1AF1E}"/>
          </ac:spMkLst>
        </pc:spChg>
        <pc:spChg chg="mod">
          <ac:chgData name="John Flinn" userId="7e17483a2f11917b" providerId="LiveId" clId="{E34305C2-AE44-4C00-ADB6-473F6952CE75}" dt="2026-05-01T06:23:39.351" v="2273" actId="1035"/>
          <ac:spMkLst>
            <pc:docMk/>
            <pc:sldMk cId="1083632021" sldId="281"/>
            <ac:spMk id="23" creationId="{9F25AE69-E51B-3992-E1E8-F4E252C32F27}"/>
          </ac:spMkLst>
        </pc:spChg>
        <pc:spChg chg="mod">
          <ac:chgData name="John Flinn" userId="7e17483a2f11917b" providerId="LiveId" clId="{E34305C2-AE44-4C00-ADB6-473F6952CE75}" dt="2026-05-01T06:24:01.372" v="2279" actId="1037"/>
          <ac:spMkLst>
            <pc:docMk/>
            <pc:sldMk cId="1083632021" sldId="281"/>
            <ac:spMk id="29" creationId="{96C1B2B4-FB09-97D8-0462-AE75F635C553}"/>
          </ac:spMkLst>
        </pc:spChg>
        <pc:spChg chg="mod">
          <ac:chgData name="John Flinn" userId="7e17483a2f11917b" providerId="LiveId" clId="{E34305C2-AE44-4C00-ADB6-473F6952CE75}" dt="2026-05-01T06:11:49.407" v="2153" actId="1037"/>
          <ac:spMkLst>
            <pc:docMk/>
            <pc:sldMk cId="1083632021" sldId="281"/>
            <ac:spMk id="36" creationId="{12D95821-E651-3441-5164-7253F1D45F4C}"/>
          </ac:spMkLst>
        </pc:spChg>
        <pc:spChg chg="mod">
          <ac:chgData name="John Flinn" userId="7e17483a2f11917b" providerId="LiveId" clId="{E34305C2-AE44-4C00-ADB6-473F6952CE75}" dt="2026-05-01T06:13:51.726" v="2215" actId="14100"/>
          <ac:spMkLst>
            <pc:docMk/>
            <pc:sldMk cId="1083632021" sldId="281"/>
            <ac:spMk id="42" creationId="{667046C8-ED3F-1962-AA82-9A7609183F93}"/>
          </ac:spMkLst>
        </pc:spChg>
        <pc:spChg chg="mod">
          <ac:chgData name="John Flinn" userId="7e17483a2f11917b" providerId="LiveId" clId="{E34305C2-AE44-4C00-ADB6-473F6952CE75}" dt="2026-05-01T06:25:54.474" v="2295" actId="1076"/>
          <ac:spMkLst>
            <pc:docMk/>
            <pc:sldMk cId="1083632021" sldId="281"/>
            <ac:spMk id="43" creationId="{BB314421-2F16-042B-F3C1-E6CCB0528088}"/>
          </ac:spMkLst>
        </pc:spChg>
        <pc:spChg chg="mod">
          <ac:chgData name="John Flinn" userId="7e17483a2f11917b" providerId="LiveId" clId="{E34305C2-AE44-4C00-ADB6-473F6952CE75}" dt="2026-05-01T06:22:17.004" v="2253" actId="1076"/>
          <ac:spMkLst>
            <pc:docMk/>
            <pc:sldMk cId="1083632021" sldId="281"/>
            <ac:spMk id="51" creationId="{4A9A6EF7-2C72-EAC9-BB20-850737053047}"/>
          </ac:spMkLst>
        </pc:spChg>
        <pc:spChg chg="mod">
          <ac:chgData name="John Flinn" userId="7e17483a2f11917b" providerId="LiveId" clId="{E34305C2-AE44-4C00-ADB6-473F6952CE75}" dt="2026-05-01T06:28:38.249" v="2342" actId="1036"/>
          <ac:spMkLst>
            <pc:docMk/>
            <pc:sldMk cId="1083632021" sldId="281"/>
            <ac:spMk id="52" creationId="{0AD57B4E-1C1B-834A-7624-27F9760E66D3}"/>
          </ac:spMkLst>
        </pc:spChg>
        <pc:spChg chg="mod">
          <ac:chgData name="John Flinn" userId="7e17483a2f11917b" providerId="LiveId" clId="{E34305C2-AE44-4C00-ADB6-473F6952CE75}" dt="2026-05-01T06:28:38.805" v="2343" actId="1076"/>
          <ac:spMkLst>
            <pc:docMk/>
            <pc:sldMk cId="1083632021" sldId="281"/>
            <ac:spMk id="53" creationId="{81AF3A67-3696-ED31-84CA-E6D419926C47}"/>
          </ac:spMkLst>
        </pc:spChg>
        <pc:spChg chg="mod">
          <ac:chgData name="John Flinn" userId="7e17483a2f11917b" providerId="LiveId" clId="{E34305C2-AE44-4C00-ADB6-473F6952CE75}" dt="2026-05-01T06:11:49.407" v="2153" actId="1037"/>
          <ac:spMkLst>
            <pc:docMk/>
            <pc:sldMk cId="1083632021" sldId="281"/>
            <ac:spMk id="55" creationId="{A1DF5F96-C87B-E935-5E6A-C2B0FADD7DB6}"/>
          </ac:spMkLst>
        </pc:spChg>
        <pc:spChg chg="mod">
          <ac:chgData name="John Flinn" userId="7e17483a2f11917b" providerId="LiveId" clId="{E34305C2-AE44-4C00-ADB6-473F6952CE75}" dt="2026-05-01T07:17:17.039" v="2475" actId="14100"/>
          <ac:spMkLst>
            <pc:docMk/>
            <pc:sldMk cId="1083632021" sldId="281"/>
            <ac:spMk id="57" creationId="{FE5C4B44-4A40-19B5-BBFB-DD5B374FA558}"/>
          </ac:spMkLst>
        </pc:spChg>
        <pc:spChg chg="mod">
          <ac:chgData name="John Flinn" userId="7e17483a2f11917b" providerId="LiveId" clId="{E34305C2-AE44-4C00-ADB6-473F6952CE75}" dt="2026-05-01T06:12:01.216" v="2162" actId="1037"/>
          <ac:spMkLst>
            <pc:docMk/>
            <pc:sldMk cId="1083632021" sldId="281"/>
            <ac:spMk id="58" creationId="{01A2370E-AA40-78EC-671D-D7DF3D96B87D}"/>
          </ac:spMkLst>
        </pc:spChg>
        <pc:spChg chg="mod">
          <ac:chgData name="John Flinn" userId="7e17483a2f11917b" providerId="LiveId" clId="{E34305C2-AE44-4C00-ADB6-473F6952CE75}" dt="2026-05-01T07:21:25.560" v="2502" actId="1076"/>
          <ac:spMkLst>
            <pc:docMk/>
            <pc:sldMk cId="1083632021" sldId="281"/>
            <ac:spMk id="61" creationId="{79693020-50B0-D478-6F9E-1E284F383C17}"/>
          </ac:spMkLst>
        </pc:spChg>
        <pc:spChg chg="mod">
          <ac:chgData name="John Flinn" userId="7e17483a2f11917b" providerId="LiveId" clId="{E34305C2-AE44-4C00-ADB6-473F6952CE75}" dt="2026-05-01T07:02:46.944" v="2436" actId="207"/>
          <ac:spMkLst>
            <pc:docMk/>
            <pc:sldMk cId="1083632021" sldId="281"/>
            <ac:spMk id="384" creationId="{EBBC2BA8-3EAE-CD5F-4D5D-AF78BF33A7F3}"/>
          </ac:spMkLst>
        </pc:spChg>
        <pc:spChg chg="mod">
          <ac:chgData name="John Flinn" userId="7e17483a2f11917b" providerId="LiveId" clId="{E34305C2-AE44-4C00-ADB6-473F6952CE75}" dt="2026-05-01T07:22:51.523" v="2508" actId="1076"/>
          <ac:spMkLst>
            <pc:docMk/>
            <pc:sldMk cId="1083632021" sldId="281"/>
            <ac:spMk id="452" creationId="{C1855E44-740E-DE04-64FF-97B6619AC041}"/>
          </ac:spMkLst>
        </pc:spChg>
        <pc:spChg chg="mod">
          <ac:chgData name="John Flinn" userId="7e17483a2f11917b" providerId="LiveId" clId="{E34305C2-AE44-4C00-ADB6-473F6952CE75}" dt="2026-05-01T07:18:02.595" v="2478" actId="207"/>
          <ac:spMkLst>
            <pc:docMk/>
            <pc:sldMk cId="1083632021" sldId="281"/>
            <ac:spMk id="470" creationId="{CC43754D-02C8-D567-0C70-3F5A442ABD7D}"/>
          </ac:spMkLst>
        </pc:spChg>
        <pc:spChg chg="mod">
          <ac:chgData name="John Flinn" userId="7e17483a2f11917b" providerId="LiveId" clId="{E34305C2-AE44-4C00-ADB6-473F6952CE75}" dt="2026-05-01T06:25:26.556" v="2291" actId="1038"/>
          <ac:spMkLst>
            <pc:docMk/>
            <pc:sldMk cId="1083632021" sldId="281"/>
            <ac:spMk id="472" creationId="{633D6EF2-4226-910C-1E3F-6F9E4940EBAB}"/>
          </ac:spMkLst>
        </pc:spChg>
        <pc:spChg chg="mod">
          <ac:chgData name="John Flinn" userId="7e17483a2f11917b" providerId="LiveId" clId="{E34305C2-AE44-4C00-ADB6-473F6952CE75}" dt="2026-05-01T06:11:49.407" v="2153" actId="1037"/>
          <ac:spMkLst>
            <pc:docMk/>
            <pc:sldMk cId="1083632021" sldId="281"/>
            <ac:spMk id="475" creationId="{9F65BB6B-5F20-7C6E-4F04-CB225F8C278E}"/>
          </ac:spMkLst>
        </pc:spChg>
        <pc:spChg chg="mod">
          <ac:chgData name="John Flinn" userId="7e17483a2f11917b" providerId="LiveId" clId="{E34305C2-AE44-4C00-ADB6-473F6952CE75}" dt="2026-05-01T07:02:50.113" v="2437" actId="207"/>
          <ac:spMkLst>
            <pc:docMk/>
            <pc:sldMk cId="1083632021" sldId="281"/>
            <ac:spMk id="486" creationId="{8B42680A-5C7C-FEE2-DBAF-4FF030F6E188}"/>
          </ac:spMkLst>
        </pc:spChg>
        <pc:spChg chg="mod">
          <ac:chgData name="John Flinn" userId="7e17483a2f11917b" providerId="LiveId" clId="{E34305C2-AE44-4C00-ADB6-473F6952CE75}" dt="2026-05-01T06:06:23.602" v="2090" actId="1038"/>
          <ac:spMkLst>
            <pc:docMk/>
            <pc:sldMk cId="1083632021" sldId="281"/>
            <ac:spMk id="487" creationId="{2533525F-5E52-3D56-F16D-662BB08279C4}"/>
          </ac:spMkLst>
        </pc:spChg>
        <pc:spChg chg="mod">
          <ac:chgData name="John Flinn" userId="7e17483a2f11917b" providerId="LiveId" clId="{E34305C2-AE44-4C00-ADB6-473F6952CE75}" dt="2026-05-01T06:21:31.567" v="2244" actId="1076"/>
          <ac:spMkLst>
            <pc:docMk/>
            <pc:sldMk cId="1083632021" sldId="281"/>
            <ac:spMk id="489" creationId="{B931AC5E-B355-C720-507D-03CB98BD1F0A}"/>
          </ac:spMkLst>
        </pc:spChg>
        <pc:spChg chg="mod">
          <ac:chgData name="John Flinn" userId="7e17483a2f11917b" providerId="LiveId" clId="{E34305C2-AE44-4C00-ADB6-473F6952CE75}" dt="2026-05-01T07:18:17.327" v="2483" actId="2711"/>
          <ac:spMkLst>
            <pc:docMk/>
            <pc:sldMk cId="1083632021" sldId="281"/>
            <ac:spMk id="490" creationId="{780FD560-5368-1D29-9368-F6837C7B99CB}"/>
          </ac:spMkLst>
        </pc:spChg>
        <pc:spChg chg="mod">
          <ac:chgData name="John Flinn" userId="7e17483a2f11917b" providerId="LiveId" clId="{E34305C2-AE44-4C00-ADB6-473F6952CE75}" dt="2026-05-01T06:27:39.911" v="2332" actId="1037"/>
          <ac:spMkLst>
            <pc:docMk/>
            <pc:sldMk cId="1083632021" sldId="281"/>
            <ac:spMk id="495" creationId="{F401CC7D-60D9-8C25-5B12-B729B90C72F3}"/>
          </ac:spMkLst>
        </pc:spChg>
        <pc:spChg chg="mod">
          <ac:chgData name="John Flinn" userId="7e17483a2f11917b" providerId="LiveId" clId="{E34305C2-AE44-4C00-ADB6-473F6952CE75}" dt="2026-05-01T07:18:12.326" v="2482" actId="207"/>
          <ac:spMkLst>
            <pc:docMk/>
            <pc:sldMk cId="1083632021" sldId="281"/>
            <ac:spMk id="501" creationId="{6585222A-1E0C-5845-AC2F-814E2F692F63}"/>
          </ac:spMkLst>
        </pc:spChg>
        <pc:spChg chg="mod">
          <ac:chgData name="John Flinn" userId="7e17483a2f11917b" providerId="LiveId" clId="{E34305C2-AE44-4C00-ADB6-473F6952CE75}" dt="2026-05-01T06:23:02.373" v="2266" actId="1038"/>
          <ac:spMkLst>
            <pc:docMk/>
            <pc:sldMk cId="1083632021" sldId="281"/>
            <ac:spMk id="507" creationId="{96428F07-E282-66CC-DC34-1B45CFAC7043}"/>
          </ac:spMkLst>
        </pc:spChg>
        <pc:spChg chg="mod">
          <ac:chgData name="John Flinn" userId="7e17483a2f11917b" providerId="LiveId" clId="{E34305C2-AE44-4C00-ADB6-473F6952CE75}" dt="2026-05-01T06:06:23.602" v="2090" actId="1038"/>
          <ac:spMkLst>
            <pc:docMk/>
            <pc:sldMk cId="1083632021" sldId="281"/>
            <ac:spMk id="1348" creationId="{7F3B0159-E99E-4DC1-759D-FDE179BCB39D}"/>
          </ac:spMkLst>
        </pc:spChg>
        <pc:spChg chg="mod">
          <ac:chgData name="John Flinn" userId="7e17483a2f11917b" providerId="LiveId" clId="{E34305C2-AE44-4C00-ADB6-473F6952CE75}" dt="2026-05-01T06:06:23.602" v="2090" actId="1038"/>
          <ac:spMkLst>
            <pc:docMk/>
            <pc:sldMk cId="1083632021" sldId="281"/>
            <ac:spMk id="1371" creationId="{47B95659-4604-CCA7-08E3-9A2A21877238}"/>
          </ac:spMkLst>
        </pc:spChg>
        <pc:spChg chg="mod">
          <ac:chgData name="John Flinn" userId="7e17483a2f11917b" providerId="LiveId" clId="{E34305C2-AE44-4C00-ADB6-473F6952CE75}" dt="2026-05-01T06:06:23.602" v="2090" actId="1038"/>
          <ac:spMkLst>
            <pc:docMk/>
            <pc:sldMk cId="1083632021" sldId="281"/>
            <ac:spMk id="1372" creationId="{0F5FCBAD-F033-FEF8-1F77-E6F28E480768}"/>
          </ac:spMkLst>
        </pc:spChg>
        <pc:spChg chg="mod">
          <ac:chgData name="John Flinn" userId="7e17483a2f11917b" providerId="LiveId" clId="{E34305C2-AE44-4C00-ADB6-473F6952CE75}" dt="2026-05-01T07:17:04.397" v="2473" actId="14100"/>
          <ac:spMkLst>
            <pc:docMk/>
            <pc:sldMk cId="1083632021" sldId="281"/>
            <ac:spMk id="1373" creationId="{0DAA620B-3624-A17D-F66A-F32994547B87}"/>
          </ac:spMkLst>
        </pc:spChg>
        <pc:spChg chg="mod">
          <ac:chgData name="John Flinn" userId="7e17483a2f11917b" providerId="LiveId" clId="{E34305C2-AE44-4C00-ADB6-473F6952CE75}" dt="2026-05-01T07:16:50.070" v="2471" actId="14100"/>
          <ac:spMkLst>
            <pc:docMk/>
            <pc:sldMk cId="1083632021" sldId="281"/>
            <ac:spMk id="1374" creationId="{FF14C292-E96E-514C-BD1C-5CCE3B8ECCA3}"/>
          </ac:spMkLst>
        </pc:spChg>
        <pc:spChg chg="mod">
          <ac:chgData name="John Flinn" userId="7e17483a2f11917b" providerId="LiveId" clId="{E34305C2-AE44-4C00-ADB6-473F6952CE75}" dt="2026-05-01T07:17:30.347" v="2476" actId="1076"/>
          <ac:spMkLst>
            <pc:docMk/>
            <pc:sldMk cId="1083632021" sldId="281"/>
            <ac:spMk id="1375" creationId="{380A91A4-9C3E-D043-3B60-387961C6E9BF}"/>
          </ac:spMkLst>
        </pc:spChg>
        <pc:spChg chg="mod">
          <ac:chgData name="John Flinn" userId="7e17483a2f11917b" providerId="LiveId" clId="{E34305C2-AE44-4C00-ADB6-473F6952CE75}" dt="2026-05-01T06:11:49.407" v="2153" actId="1037"/>
          <ac:spMkLst>
            <pc:docMk/>
            <pc:sldMk cId="1083632021" sldId="281"/>
            <ac:spMk id="1376" creationId="{A070828E-FB82-6616-F8E8-4505D4A9DB33}"/>
          </ac:spMkLst>
        </pc:spChg>
        <pc:spChg chg="mod">
          <ac:chgData name="John Flinn" userId="7e17483a2f11917b" providerId="LiveId" clId="{E34305C2-AE44-4C00-ADB6-473F6952CE75}" dt="2026-05-01T07:18:20.277" v="2484" actId="2711"/>
          <ac:spMkLst>
            <pc:docMk/>
            <pc:sldMk cId="1083632021" sldId="281"/>
            <ac:spMk id="1396" creationId="{3BC8810C-4C3B-1975-AF30-2AFEE118863B}"/>
          </ac:spMkLst>
        </pc:spChg>
        <pc:spChg chg="mod">
          <ac:chgData name="John Flinn" userId="7e17483a2f11917b" providerId="LiveId" clId="{E34305C2-AE44-4C00-ADB6-473F6952CE75}" dt="2026-05-01T07:17:59.896" v="2477" actId="207"/>
          <ac:spMkLst>
            <pc:docMk/>
            <pc:sldMk cId="1083632021" sldId="281"/>
            <ac:spMk id="1398" creationId="{DD9CC3F3-0203-7ECD-8D72-3EC7E9DC1EC5}"/>
          </ac:spMkLst>
        </pc:spChg>
        <pc:spChg chg="mod">
          <ac:chgData name="John Flinn" userId="7e17483a2f11917b" providerId="LiveId" clId="{E34305C2-AE44-4C00-ADB6-473F6952CE75}" dt="2026-05-01T06:34:45.945" v="2347" actId="1038"/>
          <ac:spMkLst>
            <pc:docMk/>
            <pc:sldMk cId="1083632021" sldId="281"/>
            <ac:spMk id="1434" creationId="{E6563DB8-A24B-1C99-7981-4F795B1E1B53}"/>
          </ac:spMkLst>
        </pc:spChg>
        <pc:spChg chg="mod">
          <ac:chgData name="John Flinn" userId="7e17483a2f11917b" providerId="LiveId" clId="{E34305C2-AE44-4C00-ADB6-473F6952CE75}" dt="2026-05-01T06:34:50.010" v="2348" actId="1035"/>
          <ac:spMkLst>
            <pc:docMk/>
            <pc:sldMk cId="1083632021" sldId="281"/>
            <ac:spMk id="1436" creationId="{8F38632A-8A8B-D433-13C9-0C0F42C8B7E2}"/>
          </ac:spMkLst>
        </pc:spChg>
        <pc:spChg chg="mod">
          <ac:chgData name="John Flinn" userId="7e17483a2f11917b" providerId="LiveId" clId="{E34305C2-AE44-4C00-ADB6-473F6952CE75}" dt="2026-05-01T06:23:20.807" v="2270" actId="1035"/>
          <ac:spMkLst>
            <pc:docMk/>
            <pc:sldMk cId="1083632021" sldId="281"/>
            <ac:spMk id="1438" creationId="{F936D2B6-1C98-2C5D-07B3-C1CCF762DD03}"/>
          </ac:spMkLst>
        </pc:spChg>
        <pc:spChg chg="mod">
          <ac:chgData name="John Flinn" userId="7e17483a2f11917b" providerId="LiveId" clId="{E34305C2-AE44-4C00-ADB6-473F6952CE75}" dt="2026-05-01T06:13:15.030" v="2211" actId="1038"/>
          <ac:spMkLst>
            <pc:docMk/>
            <pc:sldMk cId="1083632021" sldId="281"/>
            <ac:spMk id="1446" creationId="{5150CDE1-E4A7-13B4-FB01-9418E219610D}"/>
          </ac:spMkLst>
        </pc:spChg>
        <pc:spChg chg="mod">
          <ac:chgData name="John Flinn" userId="7e17483a2f11917b" providerId="LiveId" clId="{E34305C2-AE44-4C00-ADB6-473F6952CE75}" dt="2026-05-01T06:28:08.715" v="2339" actId="1076"/>
          <ac:spMkLst>
            <pc:docMk/>
            <pc:sldMk cId="1083632021" sldId="281"/>
            <ac:spMk id="1456" creationId="{2B9319D4-C80C-9C5F-0395-D6EC8B91AC8E}"/>
          </ac:spMkLst>
        </pc:spChg>
        <pc:spChg chg="mod">
          <ac:chgData name="John Flinn" userId="7e17483a2f11917b" providerId="LiveId" clId="{E34305C2-AE44-4C00-ADB6-473F6952CE75}" dt="2026-05-01T06:11:49.407" v="2153" actId="1037"/>
          <ac:spMkLst>
            <pc:docMk/>
            <pc:sldMk cId="1083632021" sldId="281"/>
            <ac:spMk id="1462" creationId="{C5803A10-E301-6837-2912-48D5B639785E}"/>
          </ac:spMkLst>
        </pc:spChg>
        <pc:spChg chg="mod">
          <ac:chgData name="John Flinn" userId="7e17483a2f11917b" providerId="LiveId" clId="{E34305C2-AE44-4C00-ADB6-473F6952CE75}" dt="2026-05-01T06:13:15.030" v="2211" actId="1038"/>
          <ac:spMkLst>
            <pc:docMk/>
            <pc:sldMk cId="1083632021" sldId="281"/>
            <ac:spMk id="1463" creationId="{324BEC0E-C360-6448-C96A-80A63E722844}"/>
          </ac:spMkLst>
        </pc:spChg>
        <pc:spChg chg="mod">
          <ac:chgData name="John Flinn" userId="7e17483a2f11917b" providerId="LiveId" clId="{E34305C2-AE44-4C00-ADB6-473F6952CE75}" dt="2026-05-01T06:13:15.030" v="2211" actId="1038"/>
          <ac:spMkLst>
            <pc:docMk/>
            <pc:sldMk cId="1083632021" sldId="281"/>
            <ac:spMk id="1471" creationId="{0559CFF8-7DD0-9426-1C78-2461D5D861D8}"/>
          </ac:spMkLst>
        </pc:spChg>
        <pc:grpChg chg="mod">
          <ac:chgData name="John Flinn" userId="7e17483a2f11917b" providerId="LiveId" clId="{E34305C2-AE44-4C00-ADB6-473F6952CE75}" dt="2026-05-01T07:15:58.424" v="2463" actId="1035"/>
          <ac:grpSpMkLst>
            <pc:docMk/>
            <pc:sldMk cId="1083632021" sldId="281"/>
            <ac:grpSpMk id="451" creationId="{490721D2-88C2-EB6C-F4AF-B23ADBD83631}"/>
          </ac:grpSpMkLst>
        </pc:grpChg>
        <pc:grpChg chg="mod">
          <ac:chgData name="John Flinn" userId="7e17483a2f11917b" providerId="LiveId" clId="{E34305C2-AE44-4C00-ADB6-473F6952CE75}" dt="2026-05-01T06:10:52.112" v="2134" actId="1035"/>
          <ac:grpSpMkLst>
            <pc:docMk/>
            <pc:sldMk cId="1083632021" sldId="281"/>
            <ac:grpSpMk id="453" creationId="{E44D8089-BABD-B68D-2A9C-FEA4804E01DD}"/>
          </ac:grpSpMkLst>
        </pc:grpChg>
        <pc:grpChg chg="mod">
          <ac:chgData name="John Flinn" userId="7e17483a2f11917b" providerId="LiveId" clId="{E34305C2-AE44-4C00-ADB6-473F6952CE75}" dt="2026-05-01T06:22:10.642" v="2251" actId="1076"/>
          <ac:grpSpMkLst>
            <pc:docMk/>
            <pc:sldMk cId="1083632021" sldId="281"/>
            <ac:grpSpMk id="492" creationId="{F455BD66-E7F2-9F77-AE81-ADF063FE28D8}"/>
          </ac:grpSpMkLst>
        </pc:grpChg>
        <pc:grpChg chg="mod">
          <ac:chgData name="John Flinn" userId="7e17483a2f11917b" providerId="LiveId" clId="{E34305C2-AE44-4C00-ADB6-473F6952CE75}" dt="2026-05-01T06:27:26.052" v="2323" actId="1076"/>
          <ac:grpSpMkLst>
            <pc:docMk/>
            <pc:sldMk cId="1083632021" sldId="281"/>
            <ac:grpSpMk id="493" creationId="{3172B16D-9C44-34D7-F22F-65D13B9C8A6D}"/>
          </ac:grpSpMkLst>
        </pc:grpChg>
        <pc:picChg chg="mod">
          <ac:chgData name="John Flinn" userId="7e17483a2f11917b" providerId="LiveId" clId="{E34305C2-AE44-4C00-ADB6-473F6952CE75}" dt="2026-05-01T07:15:58.424" v="2463" actId="1035"/>
          <ac:picMkLst>
            <pc:docMk/>
            <pc:sldMk cId="1083632021" sldId="281"/>
            <ac:picMk id="481" creationId="{E1521D4F-03EC-0A41-BD93-512AC43E419A}"/>
          </ac:picMkLst>
        </pc:picChg>
        <pc:picChg chg="mod">
          <ac:chgData name="John Flinn" userId="7e17483a2f11917b" providerId="LiveId" clId="{E34305C2-AE44-4C00-ADB6-473F6952CE75}" dt="2026-05-01T06:06:34.233" v="2101" actId="1038"/>
          <ac:picMkLst>
            <pc:docMk/>
            <pc:sldMk cId="1083632021" sldId="281"/>
            <ac:picMk id="1458" creationId="{7FB95138-F170-E3BF-8D2A-87E595DDCFAE}"/>
          </ac:picMkLst>
        </pc:picChg>
        <pc:picChg chg="mod">
          <ac:chgData name="John Flinn" userId="7e17483a2f11917b" providerId="LiveId" clId="{E34305C2-AE44-4C00-ADB6-473F6952CE75}" dt="2026-05-01T06:13:15.030" v="2211" actId="1038"/>
          <ac:picMkLst>
            <pc:docMk/>
            <pc:sldMk cId="1083632021" sldId="281"/>
            <ac:picMk id="1464" creationId="{A3898669-843C-DD41-5612-CA347EF4CFBB}"/>
          </ac:picMkLst>
        </pc:picChg>
        <pc:cxnChg chg="mod">
          <ac:chgData name="John Flinn" userId="7e17483a2f11917b" providerId="LiveId" clId="{E34305C2-AE44-4C00-ADB6-473F6952CE75}" dt="2026-05-01T06:22:10.642" v="2251" actId="1076"/>
          <ac:cxnSpMkLst>
            <pc:docMk/>
            <pc:sldMk cId="1083632021" sldId="281"/>
            <ac:cxnSpMk id="10" creationId="{06E34A60-398C-A2A2-E180-F573FA1547E4}"/>
          </ac:cxnSpMkLst>
        </pc:cxnChg>
        <pc:cxnChg chg="mod">
          <ac:chgData name="John Flinn" userId="7e17483a2f11917b" providerId="LiveId" clId="{E34305C2-AE44-4C00-ADB6-473F6952CE75}" dt="2026-05-01T06:28:08.715" v="2339" actId="1076"/>
          <ac:cxnSpMkLst>
            <pc:docMk/>
            <pc:sldMk cId="1083632021" sldId="281"/>
            <ac:cxnSpMk id="44" creationId="{9E41D43E-D5E9-D083-FE68-6A30DF4CC1A1}"/>
          </ac:cxnSpMkLst>
        </pc:cxnChg>
        <pc:cxnChg chg="mod">
          <ac:chgData name="John Flinn" userId="7e17483a2f11917b" providerId="LiveId" clId="{E34305C2-AE44-4C00-ADB6-473F6952CE75}" dt="2026-05-01T06:27:55.460" v="2335" actId="14100"/>
          <ac:cxnSpMkLst>
            <pc:docMk/>
            <pc:sldMk cId="1083632021" sldId="281"/>
            <ac:cxnSpMk id="54" creationId="{1C81AA3D-9443-1FC4-8CE8-CAB376800DD3}"/>
          </ac:cxnSpMkLst>
        </pc:cxnChg>
        <pc:cxnChg chg="mod">
          <ac:chgData name="John Flinn" userId="7e17483a2f11917b" providerId="LiveId" clId="{E34305C2-AE44-4C00-ADB6-473F6952CE75}" dt="2026-05-01T06:26:22.188" v="2306" actId="14100"/>
          <ac:cxnSpMkLst>
            <pc:docMk/>
            <pc:sldMk cId="1083632021" sldId="281"/>
            <ac:cxnSpMk id="456" creationId="{C3FBBB46-307D-E130-6A08-59D090C528F9}"/>
          </ac:cxnSpMkLst>
        </pc:cxnChg>
        <pc:cxnChg chg="mod">
          <ac:chgData name="John Flinn" userId="7e17483a2f11917b" providerId="LiveId" clId="{E34305C2-AE44-4C00-ADB6-473F6952CE75}" dt="2026-05-01T06:26:04.972" v="2298" actId="14100"/>
          <ac:cxnSpMkLst>
            <pc:docMk/>
            <pc:sldMk cId="1083632021" sldId="281"/>
            <ac:cxnSpMk id="459" creationId="{E93F53DA-79E4-D1A1-670D-C50A63368F98}"/>
          </ac:cxnSpMkLst>
        </pc:cxnChg>
        <pc:cxnChg chg="mod">
          <ac:chgData name="John Flinn" userId="7e17483a2f11917b" providerId="LiveId" clId="{E34305C2-AE44-4C00-ADB6-473F6952CE75}" dt="2026-05-01T06:24:51.833" v="2289" actId="14100"/>
          <ac:cxnSpMkLst>
            <pc:docMk/>
            <pc:sldMk cId="1083632021" sldId="281"/>
            <ac:cxnSpMk id="478" creationId="{E6C949DA-E257-854A-C55D-2B8453CD1076}"/>
          </ac:cxnSpMkLst>
        </pc:cxnChg>
        <pc:cxnChg chg="mod">
          <ac:chgData name="John Flinn" userId="7e17483a2f11917b" providerId="LiveId" clId="{E34305C2-AE44-4C00-ADB6-473F6952CE75}" dt="2026-05-01T07:15:58.424" v="2463" actId="1035"/>
          <ac:cxnSpMkLst>
            <pc:docMk/>
            <pc:sldMk cId="1083632021" sldId="281"/>
            <ac:cxnSpMk id="479" creationId="{71D06E1D-E81E-0870-3BBA-CB483E2DEA7A}"/>
          </ac:cxnSpMkLst>
        </pc:cxnChg>
        <pc:cxnChg chg="mod">
          <ac:chgData name="John Flinn" userId="7e17483a2f11917b" providerId="LiveId" clId="{E34305C2-AE44-4C00-ADB6-473F6952CE75}" dt="2026-05-01T07:15:58.424" v="2463" actId="1035"/>
          <ac:cxnSpMkLst>
            <pc:docMk/>
            <pc:sldMk cId="1083632021" sldId="281"/>
            <ac:cxnSpMk id="480" creationId="{4B788826-59F5-A487-596C-ACC9D1052947}"/>
          </ac:cxnSpMkLst>
        </pc:cxnChg>
        <pc:cxnChg chg="mod">
          <ac:chgData name="John Flinn" userId="7e17483a2f11917b" providerId="LiveId" clId="{E34305C2-AE44-4C00-ADB6-473F6952CE75}" dt="2026-05-01T06:14:32.604" v="2218" actId="14100"/>
          <ac:cxnSpMkLst>
            <pc:docMk/>
            <pc:sldMk cId="1083632021" sldId="281"/>
            <ac:cxnSpMk id="499" creationId="{EC531862-C7F3-C6AC-A201-5C0B32115A8A}"/>
          </ac:cxnSpMkLst>
        </pc:cxnChg>
        <pc:cxnChg chg="mod">
          <ac:chgData name="John Flinn" userId="7e17483a2f11917b" providerId="LiveId" clId="{E34305C2-AE44-4C00-ADB6-473F6952CE75}" dt="2026-05-01T06:24:40.557" v="2287" actId="14100"/>
          <ac:cxnSpMkLst>
            <pc:docMk/>
            <pc:sldMk cId="1083632021" sldId="281"/>
            <ac:cxnSpMk id="579" creationId="{5E3E43BA-106F-FDD4-FE66-69402F789D8B}"/>
          </ac:cxnSpMkLst>
        </pc:cxnChg>
        <pc:cxnChg chg="mod">
          <ac:chgData name="John Flinn" userId="7e17483a2f11917b" providerId="LiveId" clId="{E34305C2-AE44-4C00-ADB6-473F6952CE75}" dt="2026-05-01T06:24:31.104" v="2285" actId="14100"/>
          <ac:cxnSpMkLst>
            <pc:docMk/>
            <pc:sldMk cId="1083632021" sldId="281"/>
            <ac:cxnSpMk id="588" creationId="{CB7F4A58-340E-0574-AC8D-C808780CAD54}"/>
          </ac:cxnSpMkLst>
        </pc:cxnChg>
        <pc:cxnChg chg="mod">
          <ac:chgData name="John Flinn" userId="7e17483a2f11917b" providerId="LiveId" clId="{E34305C2-AE44-4C00-ADB6-473F6952CE75}" dt="2026-05-01T06:24:45.839" v="2288" actId="14100"/>
          <ac:cxnSpMkLst>
            <pc:docMk/>
            <pc:sldMk cId="1083632021" sldId="281"/>
            <ac:cxnSpMk id="611" creationId="{ACBCEB7E-91FC-F605-987C-ECD3C80689B1}"/>
          </ac:cxnSpMkLst>
        </pc:cxnChg>
        <pc:cxnChg chg="mod">
          <ac:chgData name="John Flinn" userId="7e17483a2f11917b" providerId="LiveId" clId="{E34305C2-AE44-4C00-ADB6-473F6952CE75}" dt="2026-05-01T06:24:54.523" v="2290" actId="14100"/>
          <ac:cxnSpMkLst>
            <pc:docMk/>
            <pc:sldMk cId="1083632021" sldId="281"/>
            <ac:cxnSpMk id="628" creationId="{4CDFF012-0141-0605-7411-2252D7A34401}"/>
          </ac:cxnSpMkLst>
        </pc:cxnChg>
        <pc:cxnChg chg="mod">
          <ac:chgData name="John Flinn" userId="7e17483a2f11917b" providerId="LiveId" clId="{E34305C2-AE44-4C00-ADB6-473F6952CE75}" dt="2026-05-01T06:27:57.188" v="2336" actId="14100"/>
          <ac:cxnSpMkLst>
            <pc:docMk/>
            <pc:sldMk cId="1083632021" sldId="281"/>
            <ac:cxnSpMk id="1345" creationId="{3349613F-9176-7D7E-F283-67BB48C91D5F}"/>
          </ac:cxnSpMkLst>
        </pc:cxnChg>
        <pc:cxnChg chg="mod">
          <ac:chgData name="John Flinn" userId="7e17483a2f11917b" providerId="LiveId" clId="{E34305C2-AE44-4C00-ADB6-473F6952CE75}" dt="2026-05-01T06:28:01.492" v="2338" actId="14100"/>
          <ac:cxnSpMkLst>
            <pc:docMk/>
            <pc:sldMk cId="1083632021" sldId="281"/>
            <ac:cxnSpMk id="1346" creationId="{0217FA99-D037-6B31-A150-A6CCF4CBD943}"/>
          </ac:cxnSpMkLst>
        </pc:cxnChg>
        <pc:cxnChg chg="mod">
          <ac:chgData name="John Flinn" userId="7e17483a2f11917b" providerId="LiveId" clId="{E34305C2-AE44-4C00-ADB6-473F6952CE75}" dt="2026-05-01T06:27:17.082" v="2319" actId="14100"/>
          <ac:cxnSpMkLst>
            <pc:docMk/>
            <pc:sldMk cId="1083632021" sldId="281"/>
            <ac:cxnSpMk id="1347" creationId="{7C81BB9D-391C-963A-AADF-D34BC2E66925}"/>
          </ac:cxnSpMkLst>
        </pc:cxnChg>
        <pc:cxnChg chg="mod">
          <ac:chgData name="John Flinn" userId="7e17483a2f11917b" providerId="LiveId" clId="{E34305C2-AE44-4C00-ADB6-473F6952CE75}" dt="2026-05-01T06:24:20.253" v="2282" actId="14100"/>
          <ac:cxnSpMkLst>
            <pc:docMk/>
            <pc:sldMk cId="1083632021" sldId="281"/>
            <ac:cxnSpMk id="1367" creationId="{AD27D768-4C7C-4A33-665C-87AF4DCDCD7C}"/>
          </ac:cxnSpMkLst>
        </pc:cxnChg>
        <pc:cxnChg chg="mod">
          <ac:chgData name="John Flinn" userId="7e17483a2f11917b" providerId="LiveId" clId="{E34305C2-AE44-4C00-ADB6-473F6952CE75}" dt="2026-05-01T06:24:09.121" v="2280" actId="14100"/>
          <ac:cxnSpMkLst>
            <pc:docMk/>
            <pc:sldMk cId="1083632021" sldId="281"/>
            <ac:cxnSpMk id="1368" creationId="{D735D8F1-01E9-6804-DFF8-D9C7E3F14301}"/>
          </ac:cxnSpMkLst>
        </pc:cxnChg>
        <pc:cxnChg chg="mod">
          <ac:chgData name="John Flinn" userId="7e17483a2f11917b" providerId="LiveId" clId="{E34305C2-AE44-4C00-ADB6-473F6952CE75}" dt="2026-05-01T06:26:45.111" v="2318" actId="14100"/>
          <ac:cxnSpMkLst>
            <pc:docMk/>
            <pc:sldMk cId="1083632021" sldId="281"/>
            <ac:cxnSpMk id="1377" creationId="{1238F5D0-0589-69C5-E793-F283E4ED471F}"/>
          </ac:cxnSpMkLst>
        </pc:cxnChg>
        <pc:cxnChg chg="mod">
          <ac:chgData name="John Flinn" userId="7e17483a2f11917b" providerId="LiveId" clId="{E34305C2-AE44-4C00-ADB6-473F6952CE75}" dt="2026-05-01T06:27:46.554" v="2334" actId="14100"/>
          <ac:cxnSpMkLst>
            <pc:docMk/>
            <pc:sldMk cId="1083632021" sldId="281"/>
            <ac:cxnSpMk id="1378" creationId="{0C676A12-B475-3EEC-DC32-28CC739F01F8}"/>
          </ac:cxnSpMkLst>
        </pc:cxnChg>
        <pc:cxnChg chg="mod">
          <ac:chgData name="John Flinn" userId="7e17483a2f11917b" providerId="LiveId" clId="{E34305C2-AE44-4C00-ADB6-473F6952CE75}" dt="2026-05-01T06:26:11.046" v="2301" actId="14100"/>
          <ac:cxnSpMkLst>
            <pc:docMk/>
            <pc:sldMk cId="1083632021" sldId="281"/>
            <ac:cxnSpMk id="1382" creationId="{1A0C07E5-19C1-1C0E-4933-52EB2C8B91E8}"/>
          </ac:cxnSpMkLst>
        </pc:cxnChg>
        <pc:cxnChg chg="mod">
          <ac:chgData name="John Flinn" userId="7e17483a2f11917b" providerId="LiveId" clId="{E34305C2-AE44-4C00-ADB6-473F6952CE75}" dt="2026-05-01T06:26:13.305" v="2302" actId="14100"/>
          <ac:cxnSpMkLst>
            <pc:docMk/>
            <pc:sldMk cId="1083632021" sldId="281"/>
            <ac:cxnSpMk id="1399" creationId="{F506A204-3C80-1B8A-EA8E-10E91BB2EE9D}"/>
          </ac:cxnSpMkLst>
        </pc:cxnChg>
        <pc:cxnChg chg="mod">
          <ac:chgData name="John Flinn" userId="7e17483a2f11917b" providerId="LiveId" clId="{E34305C2-AE44-4C00-ADB6-473F6952CE75}" dt="2026-05-01T06:26:07.134" v="2299" actId="14100"/>
          <ac:cxnSpMkLst>
            <pc:docMk/>
            <pc:sldMk cId="1083632021" sldId="281"/>
            <ac:cxnSpMk id="1405" creationId="{F219760B-A85F-FA24-B0C2-442C1DC78E76}"/>
          </ac:cxnSpMkLst>
        </pc:cxnChg>
        <pc:cxnChg chg="mod">
          <ac:chgData name="John Flinn" userId="7e17483a2f11917b" providerId="LiveId" clId="{E34305C2-AE44-4C00-ADB6-473F6952CE75}" dt="2026-05-01T06:22:06.571" v="2248" actId="1076"/>
          <ac:cxnSpMkLst>
            <pc:docMk/>
            <pc:sldMk cId="1083632021" sldId="281"/>
            <ac:cxnSpMk id="1418" creationId="{66804015-3096-23CB-352C-BEDA86DFA22C}"/>
          </ac:cxnSpMkLst>
        </pc:cxnChg>
        <pc:cxnChg chg="mod">
          <ac:chgData name="John Flinn" userId="7e17483a2f11917b" providerId="LiveId" clId="{E34305C2-AE44-4C00-ADB6-473F6952CE75}" dt="2026-05-01T06:22:10.642" v="2251" actId="1076"/>
          <ac:cxnSpMkLst>
            <pc:docMk/>
            <pc:sldMk cId="1083632021" sldId="281"/>
            <ac:cxnSpMk id="1419" creationId="{1557045D-084A-F1AE-E1E5-34697EE56A7C}"/>
          </ac:cxnSpMkLst>
        </pc:cxnChg>
        <pc:cxnChg chg="mod">
          <ac:chgData name="John Flinn" userId="7e17483a2f11917b" providerId="LiveId" clId="{E34305C2-AE44-4C00-ADB6-473F6952CE75}" dt="2026-05-01T06:22:13.234" v="2252" actId="14100"/>
          <ac:cxnSpMkLst>
            <pc:docMk/>
            <pc:sldMk cId="1083632021" sldId="281"/>
            <ac:cxnSpMk id="1421" creationId="{30FD3BEF-3CED-564E-620E-4946E887FEE6}"/>
          </ac:cxnSpMkLst>
        </pc:cxnChg>
        <pc:cxnChg chg="mod">
          <ac:chgData name="John Flinn" userId="7e17483a2f11917b" providerId="LiveId" clId="{E34305C2-AE44-4C00-ADB6-473F6952CE75}" dt="2026-05-01T06:24:13.984" v="2281" actId="14100"/>
          <ac:cxnSpMkLst>
            <pc:docMk/>
            <pc:sldMk cId="1083632021" sldId="281"/>
            <ac:cxnSpMk id="1448" creationId="{5588827D-59D7-21DC-1EC3-D1C6258E7764}"/>
          </ac:cxnSpMkLst>
        </pc:cxnChg>
      </pc:sldChg>
      <pc:sldChg chg="modSp add mod">
        <pc:chgData name="John Flinn" userId="7e17483a2f11917b" providerId="LiveId" clId="{E34305C2-AE44-4C00-ADB6-473F6952CE75}" dt="2026-05-01T07:59:17.959" v="2607" actId="20577"/>
        <pc:sldMkLst>
          <pc:docMk/>
          <pc:sldMk cId="3508393204" sldId="282"/>
        </pc:sldMkLst>
        <pc:spChg chg="mod">
          <ac:chgData name="John Flinn" userId="7e17483a2f11917b" providerId="LiveId" clId="{E34305C2-AE44-4C00-ADB6-473F6952CE75}" dt="2026-05-01T07:38:09.610" v="2604" actId="14100"/>
          <ac:spMkLst>
            <pc:docMk/>
            <pc:sldMk cId="3508393204" sldId="282"/>
            <ac:spMk id="42" creationId="{9D622CAA-C0BA-25D5-A3E7-83B0748EC984}"/>
          </ac:spMkLst>
        </pc:spChg>
        <pc:spChg chg="mod">
          <ac:chgData name="John Flinn" userId="7e17483a2f11917b" providerId="LiveId" clId="{E34305C2-AE44-4C00-ADB6-473F6952CE75}" dt="2026-05-01T07:31:45.858" v="2523" actId="1076"/>
          <ac:spMkLst>
            <pc:docMk/>
            <pc:sldMk cId="3508393204" sldId="282"/>
            <ac:spMk id="58" creationId="{7533E3EA-DA79-D8D4-93C9-F7D4153D4636}"/>
          </ac:spMkLst>
        </pc:spChg>
        <pc:spChg chg="mod">
          <ac:chgData name="John Flinn" userId="7e17483a2f11917b" providerId="LiveId" clId="{E34305C2-AE44-4C00-ADB6-473F6952CE75}" dt="2026-05-01T07:59:17.959" v="2607" actId="20577"/>
          <ac:spMkLst>
            <pc:docMk/>
            <pc:sldMk cId="3508393204" sldId="282"/>
            <ac:spMk id="61" creationId="{2A0947A4-1AC4-25CF-366B-0F06A77CC5C0}"/>
          </ac:spMkLst>
        </pc:spChg>
        <pc:spChg chg="mod">
          <ac:chgData name="John Flinn" userId="7e17483a2f11917b" providerId="LiveId" clId="{E34305C2-AE44-4C00-ADB6-473F6952CE75}" dt="2026-05-01T07:31:52.057" v="2524" actId="1076"/>
          <ac:spMkLst>
            <pc:docMk/>
            <pc:sldMk cId="3508393204" sldId="282"/>
            <ac:spMk id="452" creationId="{E7B98F53-FB80-5A84-95DF-15B3693AD08B}"/>
          </ac:spMkLst>
        </pc:spChg>
        <pc:spChg chg="mod">
          <ac:chgData name="John Flinn" userId="7e17483a2f11917b" providerId="LiveId" clId="{E34305C2-AE44-4C00-ADB6-473F6952CE75}" dt="2026-05-01T07:31:45.858" v="2523" actId="1076"/>
          <ac:spMkLst>
            <pc:docMk/>
            <pc:sldMk cId="3508393204" sldId="282"/>
            <ac:spMk id="470" creationId="{EF16421C-1B59-E7D8-B428-AB74EEBC778A}"/>
          </ac:spMkLst>
        </pc:spChg>
        <pc:spChg chg="mod">
          <ac:chgData name="John Flinn" userId="7e17483a2f11917b" providerId="LiveId" clId="{E34305C2-AE44-4C00-ADB6-473F6952CE75}" dt="2026-05-01T07:38:18.633" v="2606" actId="14100"/>
          <ac:spMkLst>
            <pc:docMk/>
            <pc:sldMk cId="3508393204" sldId="282"/>
            <ac:spMk id="475" creationId="{44B1A583-4704-0632-6811-65F010962505}"/>
          </ac:spMkLst>
        </pc:spChg>
        <pc:spChg chg="mod">
          <ac:chgData name="John Flinn" userId="7e17483a2f11917b" providerId="LiveId" clId="{E34305C2-AE44-4C00-ADB6-473F6952CE75}" dt="2026-05-01T07:38:00.393" v="2603" actId="14100"/>
          <ac:spMkLst>
            <pc:docMk/>
            <pc:sldMk cId="3508393204" sldId="282"/>
            <ac:spMk id="487" creationId="{B0F98B28-F913-B5B7-800B-E3B93C56932D}"/>
          </ac:spMkLst>
        </pc:spChg>
        <pc:spChg chg="mod">
          <ac:chgData name="John Flinn" userId="7e17483a2f11917b" providerId="LiveId" clId="{E34305C2-AE44-4C00-ADB6-473F6952CE75}" dt="2026-05-01T07:38:15.500" v="2605" actId="14100"/>
          <ac:spMkLst>
            <pc:docMk/>
            <pc:sldMk cId="3508393204" sldId="282"/>
            <ac:spMk id="488" creationId="{168E5185-6310-132F-A6AF-AC15E2AC9432}"/>
          </ac:spMkLst>
        </pc:spChg>
        <pc:spChg chg="mod">
          <ac:chgData name="John Flinn" userId="7e17483a2f11917b" providerId="LiveId" clId="{E34305C2-AE44-4C00-ADB6-473F6952CE75}" dt="2026-05-01T07:34:25.814" v="2528" actId="1038"/>
          <ac:spMkLst>
            <pc:docMk/>
            <pc:sldMk cId="3508393204" sldId="282"/>
            <ac:spMk id="507" creationId="{50BB44D0-D6B3-873F-12E9-B9ABABC82C23}"/>
          </ac:spMkLst>
        </pc:spChg>
        <pc:spChg chg="mod">
          <ac:chgData name="John Flinn" userId="7e17483a2f11917b" providerId="LiveId" clId="{E34305C2-AE44-4C00-ADB6-473F6952CE75}" dt="2026-05-01T07:34:45.868" v="2530" actId="1036"/>
          <ac:spMkLst>
            <pc:docMk/>
            <pc:sldMk cId="3508393204" sldId="282"/>
            <ac:spMk id="1434" creationId="{00074504-E88F-A0E3-0771-14AB23383B78}"/>
          </ac:spMkLst>
        </pc:spChg>
        <pc:grpChg chg="mod">
          <ac:chgData name="John Flinn" userId="7e17483a2f11917b" providerId="LiveId" clId="{E34305C2-AE44-4C00-ADB6-473F6952CE75}" dt="2026-05-01T07:31:59.531" v="2527" actId="1035"/>
          <ac:grpSpMkLst>
            <pc:docMk/>
            <pc:sldMk cId="3508393204" sldId="282"/>
            <ac:grpSpMk id="453" creationId="{B2D4328A-538B-2586-3E64-D42D26EEC82E}"/>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6605-9D79-5B25-1D63-A8494668A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BC2D6-687D-AFA2-FC47-9406D2A7CDC5}"/>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0822113-27CC-5669-975F-F6027E484E3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3523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rPr lang="en-US"/>
              <a:t>Click to edit Master title style</a:t>
            </a:r>
            <a:endParaRP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r>
              <a:rPr lang="en-US"/>
              <a:t>Click icon to add picture</a:t>
            </a:r>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rPr lang="en-US"/>
              <a:t>Click to edit Master title style</a:t>
            </a:r>
            <a:endParaRP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rPr lang="en-US"/>
              <a:t>Click to edit Master title style</a:t>
            </a:r>
            <a:endParaRP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r>
              <a:rPr lang="en-US"/>
              <a:t>Click icon to add picture</a:t>
            </a:r>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rPr lang="en-US"/>
              <a:t>Click to edit Master title style</a:t>
            </a:r>
            <a:endParaRP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rPr lang="en-US"/>
              <a:t>Click to edit Master title style</a:t>
            </a:r>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rPr lang="en-US"/>
              <a:t>Click to edit Master title style</a:t>
            </a:r>
            <a:endParaRPr/>
          </a:p>
        </p:txBody>
      </p:sp>
      <p:sp>
        <p:nvSpPr>
          <p:cNvPr id="57" name="Body Level One…"/>
          <p:cNvSpPr txBox="1">
            <a:spLocks noGrp="1"/>
          </p:cNvSpPr>
          <p:nvPr>
            <p:ph type="body" idx="1"/>
          </p:nvPr>
        </p:nvSpPr>
        <p:spPr>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r>
              <a:rPr lang="en-US"/>
              <a:t>Click icon to add picture</a:t>
            </a:r>
            <a:endParaRPr/>
          </a:p>
        </p:txBody>
      </p:sp>
      <p:sp>
        <p:nvSpPr>
          <p:cNvPr id="66" name="Title Text"/>
          <p:cNvSpPr txBox="1">
            <a:spLocks noGrp="1"/>
          </p:cNvSpPr>
          <p:nvPr>
            <p:ph type="title"/>
          </p:nvPr>
        </p:nvSpPr>
        <p:spPr>
          <a:prstGeom prst="rect">
            <a:avLst/>
          </a:prstGeom>
        </p:spPr>
        <p:txBody>
          <a:bodyPr/>
          <a:lstStyle/>
          <a:p>
            <a:r>
              <a:rPr lang="en-US"/>
              <a:t>Click to edit Master title style</a:t>
            </a:r>
            <a:endParaRP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r>
              <a:rPr lang="en-US"/>
              <a:t>Click icon to add picture</a:t>
            </a:r>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r>
              <a:rPr lang="en-US"/>
              <a:t>Click icon to add picture</a:t>
            </a:r>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r>
              <a:rPr lang="en-US"/>
              <a:t>Click icon to add picture</a:t>
            </a:r>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pPr lvl="0"/>
            <a:r>
              <a:rPr lang="en-US"/>
              <a:t>Click to edit Master text styles</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pPr lvl="0"/>
            <a:r>
              <a:rPr lang="en-US"/>
              <a:t>Click to edit Master text styles</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r>
              <a:rPr lang="en-US"/>
              <a:t>Click icon to add picture</a:t>
            </a:r>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hyperlink" Target="https://creativecommons.org/licenses/by-sa/4.0/" TargetMode="External"/><Relationship Id="rId4" Type="http://schemas.openxmlformats.org/officeDocument/2006/relationships/image" Target="../media/image3.pn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99D3-F0F6-B1AD-A39E-AC843EC18EE4}"/>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46CF9F60-61D7-3412-D05A-85B53D8E3C33}"/>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BC6F0855-FF74-BB79-CFCC-66C112EF7A2A}"/>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F265A068-934D-D117-A81B-EB88738BCE4F}"/>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B84CEA1B-EB28-4AFB-C5F6-6E2CF9031686}"/>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B086AE53-AEF0-495E-9853-74761110A641}"/>
              </a:ext>
            </a:extLst>
          </p:cNvPr>
          <p:cNvSpPr txBox="1"/>
          <p:nvPr/>
        </p:nvSpPr>
        <p:spPr>
          <a:xfrm>
            <a:off x="119175" y="194767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solidFill>
                  <a:srgbClr val="628DB5"/>
                </a:solidFill>
              </a:rPr>
              <a:t>About</a:t>
            </a:r>
            <a:endParaRPr dirty="0">
              <a:solidFill>
                <a:srgbClr val="628DB5"/>
              </a:solidFill>
            </a:endParaRPr>
          </a:p>
        </p:txBody>
      </p:sp>
      <p:pic>
        <p:nvPicPr>
          <p:cNvPr id="8" name="Picture 7" descr="A picture containing text&#10;&#10;Description automatically generated">
            <a:extLst>
              <a:ext uri="{FF2B5EF4-FFF2-40B4-BE49-F238E27FC236}">
                <a16:creationId xmlns:a16="http://schemas.microsoft.com/office/drawing/2014/main" id="{04875906-ED79-3A41-2B06-E09E95D4F3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185BA98F-1C3D-96CE-C2CC-42C1AB09F10B}"/>
              </a:ext>
            </a:extLst>
          </p:cNvPr>
          <p:cNvSpPr txBox="1"/>
          <p:nvPr/>
        </p:nvSpPr>
        <p:spPr>
          <a:xfrm>
            <a:off x="78475" y="2439036"/>
            <a:ext cx="272491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multiple sources, such as Git, Jira, and GitHub, for analysis. This cheat sheet shows how the data schema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mwb</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for commonly used tables in Kaiāulu’s notebooks can be combined and the overall R package architecture.</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7F90F998-7D32-1450-4808-092131574181}"/>
              </a:ext>
            </a:extLst>
          </p:cNvPr>
          <p:cNvSpPr txBox="1"/>
          <p:nvPr/>
        </p:nvSpPr>
        <p:spPr>
          <a:xfrm>
            <a:off x="7739660" y="1035871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4293D8BF-8095-446B-B76E-5C831BC3FCE3}"/>
              </a:ext>
            </a:extLst>
          </p:cNvPr>
          <p:cNvSpPr txBox="1"/>
          <p:nvPr/>
        </p:nvSpPr>
        <p:spPr>
          <a:xfrm>
            <a:off x="10988902" y="1947672"/>
            <a:ext cx="2668670"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910CAC19-B3DA-8810-EAF3-5847D4DC051D}"/>
              </a:ext>
            </a:extLst>
          </p:cNvPr>
          <p:cNvSpPr txBox="1"/>
          <p:nvPr/>
        </p:nvSpPr>
        <p:spPr>
          <a:xfrm>
            <a:off x="117935" y="3756920"/>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323CF037-A7B1-3801-8A12-96B5B2D2CB56}"/>
              </a:ext>
            </a:extLst>
          </p:cNvPr>
          <p:cNvSpPr txBox="1"/>
          <p:nvPr/>
        </p:nvSpPr>
        <p:spPr>
          <a:xfrm>
            <a:off x="82518" y="8805115"/>
            <a:ext cx="2724912" cy="1395173"/>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Users can utilize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by reusing existing configuration files (conf/.*</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yml</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or creating new ones. In the configuration files, users specify the location of project data sources or analysis parameters for tools, ensuring reproducibility. Depending on data sources needs, different modules from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can be utilized. The schema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mwb</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can also be used to identify how to combine data. </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DF7C90F9-A32E-851F-9E17-5B8E86C265CA}"/>
              </a:ext>
            </a:extLst>
          </p:cNvPr>
          <p:cNvCxnSpPr>
            <a:cxnSpLocks/>
          </p:cNvCxnSpPr>
          <p:nvPr/>
        </p:nvCxnSpPr>
        <p:spPr>
          <a:xfrm>
            <a:off x="9263005"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5F056218-DF29-FF31-3A45-0A42DA8C522E}"/>
              </a:ext>
            </a:extLst>
          </p:cNvPr>
          <p:cNvSpPr/>
          <p:nvPr/>
        </p:nvSpPr>
        <p:spPr>
          <a:xfrm>
            <a:off x="8669346"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10702AE9-E32A-9D74-0BED-0E90711AE919}"/>
              </a:ext>
            </a:extLst>
          </p:cNvPr>
          <p:cNvGrpSpPr/>
          <p:nvPr/>
        </p:nvGrpSpPr>
        <p:grpSpPr>
          <a:xfrm>
            <a:off x="9646542" y="4896232"/>
            <a:ext cx="1335498" cy="782062"/>
            <a:chOff x="8698604" y="5125201"/>
            <a:chExt cx="1335498" cy="782062"/>
          </a:xfrm>
        </p:grpSpPr>
        <p:sp>
          <p:nvSpPr>
            <p:cNvPr id="52" name="Rectangle 51">
              <a:extLst>
                <a:ext uri="{FF2B5EF4-FFF2-40B4-BE49-F238E27FC236}">
                  <a16:creationId xmlns:a16="http://schemas.microsoft.com/office/drawing/2014/main" id="{7E3F12CD-C1B0-1362-0304-02C65AE0AB68}"/>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1E0D4316-6374-105D-3270-9B75C483F401}"/>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5DDDD4C3-D3B9-F95A-9CBD-6BD60FF7FD6E}"/>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703BACCA-F282-D8C4-4CAE-9581F8A7592F}"/>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225DF449-2F37-4887-8C16-783DBECE1868}"/>
              </a:ext>
            </a:extLst>
          </p:cNvPr>
          <p:cNvGrpSpPr/>
          <p:nvPr/>
        </p:nvGrpSpPr>
        <p:grpSpPr>
          <a:xfrm>
            <a:off x="9258043" y="3647884"/>
            <a:ext cx="1430682" cy="1121932"/>
            <a:chOff x="9181373" y="3681549"/>
            <a:chExt cx="1430682" cy="1121932"/>
          </a:xfrm>
        </p:grpSpPr>
        <p:sp>
          <p:nvSpPr>
            <p:cNvPr id="35" name="Rectangle 34">
              <a:extLst>
                <a:ext uri="{FF2B5EF4-FFF2-40B4-BE49-F238E27FC236}">
                  <a16:creationId xmlns:a16="http://schemas.microsoft.com/office/drawing/2014/main" id="{DE1847C9-8DA3-8331-23CA-211894E8A388}"/>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5D788DBD-5D55-01AD-DAD9-242717BF6C52}"/>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44BB8607-6306-390E-BADC-ACDBDE42C225}"/>
                </a:ext>
              </a:extLst>
            </p:cNvPr>
            <p:cNvSpPr txBox="1"/>
            <p:nvPr/>
          </p:nvSpPr>
          <p:spPr>
            <a:xfrm>
              <a:off x="9181373" y="368154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D906AD41-0091-019B-6E18-58932DEE2227}"/>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3189BC91-6BD0-31B0-0F0C-15238DEAD7EA}"/>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4EABBFFE-F8D3-C46F-B338-5FC2E74542B3}"/>
              </a:ext>
            </a:extLst>
          </p:cNvPr>
          <p:cNvCxnSpPr>
            <a:cxnSpLocks/>
          </p:cNvCxnSpPr>
          <p:nvPr/>
        </p:nvCxnSpPr>
        <p:spPr>
          <a:xfrm>
            <a:off x="10531929" y="4768799"/>
            <a:ext cx="84908" cy="14284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EEED7748-880F-6045-8EAA-22C8297C3473}"/>
              </a:ext>
            </a:extLst>
          </p:cNvPr>
          <p:cNvCxnSpPr>
            <a:cxnSpLocks/>
          </p:cNvCxnSpPr>
          <p:nvPr/>
        </p:nvCxnSpPr>
        <p:spPr>
          <a:xfrm>
            <a:off x="8684287"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C546A3A5-4B85-E07D-18EB-9483BBFE6405}"/>
              </a:ext>
            </a:extLst>
          </p:cNvPr>
          <p:cNvCxnSpPr>
            <a:cxnSpLocks/>
          </p:cNvCxnSpPr>
          <p:nvPr/>
        </p:nvCxnSpPr>
        <p:spPr>
          <a:xfrm>
            <a:off x="9813242"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A6D6A8E1-04F1-8198-2D06-6585B3B11782}"/>
              </a:ext>
            </a:extLst>
          </p:cNvPr>
          <p:cNvCxnSpPr>
            <a:cxnSpLocks/>
          </p:cNvCxnSpPr>
          <p:nvPr/>
        </p:nvCxnSpPr>
        <p:spPr>
          <a:xfrm>
            <a:off x="8677234"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7505EF43-76C1-757E-3A9A-7611E441C8A6}"/>
              </a:ext>
            </a:extLst>
          </p:cNvPr>
          <p:cNvCxnSpPr>
            <a:cxnSpLocks/>
          </p:cNvCxnSpPr>
          <p:nvPr/>
        </p:nvCxnSpPr>
        <p:spPr>
          <a:xfrm>
            <a:off x="9943868" y="241095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7A66643A-1847-008F-AB3D-8B5B297F5009}"/>
              </a:ext>
            </a:extLst>
          </p:cNvPr>
          <p:cNvCxnSpPr>
            <a:cxnSpLocks/>
          </p:cNvCxnSpPr>
          <p:nvPr/>
        </p:nvCxnSpPr>
        <p:spPr>
          <a:xfrm>
            <a:off x="10541430" y="3679802"/>
            <a:ext cx="376493" cy="1239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BA5168C3-8623-D074-C2AB-27B38362C86C}"/>
              </a:ext>
            </a:extLst>
          </p:cNvPr>
          <p:cNvCxnSpPr>
            <a:cxnSpLocks/>
          </p:cNvCxnSpPr>
          <p:nvPr/>
        </p:nvCxnSpPr>
        <p:spPr>
          <a:xfrm>
            <a:off x="9273304"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75668788-9AD4-756E-9080-1DD12DF78C30}"/>
              </a:ext>
            </a:extLst>
          </p:cNvPr>
          <p:cNvGrpSpPr/>
          <p:nvPr/>
        </p:nvGrpSpPr>
        <p:grpSpPr>
          <a:xfrm>
            <a:off x="6839858" y="2441838"/>
            <a:ext cx="1556931" cy="1007599"/>
            <a:chOff x="6630023" y="2521628"/>
            <a:chExt cx="1556931" cy="1007599"/>
          </a:xfrm>
        </p:grpSpPr>
        <p:sp>
          <p:nvSpPr>
            <p:cNvPr id="6" name="Rectangle 5">
              <a:extLst>
                <a:ext uri="{FF2B5EF4-FFF2-40B4-BE49-F238E27FC236}">
                  <a16:creationId xmlns:a16="http://schemas.microsoft.com/office/drawing/2014/main" id="{54537726-E8E4-E62F-C630-0855D6C5623C}"/>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3A77D7DD-CE8A-C0FB-FC25-563FFD8FE5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F239AC78-168C-39C9-BEB1-F0B9FACC1A06}"/>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DEC7B044-5D8F-8B79-0A3E-0EAD1F7EB70E}"/>
              </a:ext>
            </a:extLst>
          </p:cNvPr>
          <p:cNvSpPr txBox="1"/>
          <p:nvPr/>
        </p:nvSpPr>
        <p:spPr>
          <a:xfrm>
            <a:off x="8372513"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796F335A-006D-2745-BA29-7C2CE446A982}"/>
              </a:ext>
            </a:extLst>
          </p:cNvPr>
          <p:cNvGrpSpPr/>
          <p:nvPr/>
        </p:nvGrpSpPr>
        <p:grpSpPr>
          <a:xfrm>
            <a:off x="5676011" y="5019073"/>
            <a:ext cx="1844061" cy="2774296"/>
            <a:chOff x="5135152" y="5031955"/>
            <a:chExt cx="1844061" cy="2774296"/>
          </a:xfrm>
        </p:grpSpPr>
        <p:sp>
          <p:nvSpPr>
            <p:cNvPr id="21" name="Rectangle 20">
              <a:extLst>
                <a:ext uri="{FF2B5EF4-FFF2-40B4-BE49-F238E27FC236}">
                  <a16:creationId xmlns:a16="http://schemas.microsoft.com/office/drawing/2014/main" id="{52FFDDEA-306F-7460-8893-5A17BC86D999}"/>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20152252-B3AD-9E00-D05B-5FDE21A96F68}"/>
                </a:ext>
              </a:extLst>
            </p:cNvPr>
            <p:cNvSpPr txBox="1"/>
            <p:nvPr/>
          </p:nvSpPr>
          <p:spPr>
            <a:xfrm>
              <a:off x="6152692" y="503195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FBE18153-88D0-D4F4-50AA-BDB71114E2C7}"/>
                </a:ext>
              </a:extLst>
            </p:cNvPr>
            <p:cNvSpPr/>
            <p:nvPr/>
          </p:nvSpPr>
          <p:spPr>
            <a:xfrm>
              <a:off x="6137478"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E938E333-BD02-555E-59F8-A8CFFBEDD9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46A637FB-0B95-67DB-E521-9BAB7DA68639}"/>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E1C6CCD9-61F5-A2A6-3C8B-AE4DFA1CB921}"/>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72080E17-76FB-660D-6169-C5DBB3B4CAAF}"/>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36A03E2F-5CC8-F0A2-69D6-479DD5E0D9F6}"/>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R/*.R</a:t>
              </a:r>
            </a:p>
          </p:txBody>
        </p:sp>
        <p:cxnSp>
          <p:nvCxnSpPr>
            <p:cNvPr id="1350" name="Straight Arrow Connector 1349">
              <a:extLst>
                <a:ext uri="{FF2B5EF4-FFF2-40B4-BE49-F238E27FC236}">
                  <a16:creationId xmlns:a16="http://schemas.microsoft.com/office/drawing/2014/main" id="{CCEA94B6-EC7C-C21A-44F4-E4EAB3F698A3}"/>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3604C68E-B326-1373-45F1-90B88B5AEB07}"/>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4E120C1B-54C5-ABDE-F475-601093FB35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B60E2419-29DD-9C7E-1C29-1D0FDC924971}"/>
              </a:ext>
            </a:extLst>
          </p:cNvPr>
          <p:cNvGrpSpPr/>
          <p:nvPr/>
        </p:nvGrpSpPr>
        <p:grpSpPr>
          <a:xfrm>
            <a:off x="6403106" y="3710487"/>
            <a:ext cx="1916207" cy="1060748"/>
            <a:chOff x="5845051" y="3728173"/>
            <a:chExt cx="1916207" cy="1060748"/>
          </a:xfrm>
        </p:grpSpPr>
        <p:sp>
          <p:nvSpPr>
            <p:cNvPr id="2" name="Rectangle 1">
              <a:extLst>
                <a:ext uri="{FF2B5EF4-FFF2-40B4-BE49-F238E27FC236}">
                  <a16:creationId xmlns:a16="http://schemas.microsoft.com/office/drawing/2014/main" id="{631DC3B2-49AA-9DDD-444E-07019BCBDA29}"/>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81D3B98D-D7D4-E053-FB60-2310BA7CF3E6}"/>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CD9E752C-BBA4-A939-E48A-79C202A19591}"/>
                </a:ext>
              </a:extLst>
            </p:cNvPr>
            <p:cNvSpPr/>
            <p:nvPr/>
          </p:nvSpPr>
          <p:spPr>
            <a:xfrm>
              <a:off x="5907665" y="3744364"/>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F22AE270-B319-C8A3-7E88-05D71B3A8C7E}"/>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D448B4F8-EB81-B50A-71F4-F21CF6DD1E0C}"/>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F3178BF8-4F62-45FC-2DF1-95F5D3672A4F}"/>
              </a:ext>
            </a:extLst>
          </p:cNvPr>
          <p:cNvCxnSpPr>
            <a:cxnSpLocks/>
          </p:cNvCxnSpPr>
          <p:nvPr/>
        </p:nvCxnSpPr>
        <p:spPr>
          <a:xfrm flipH="1">
            <a:off x="8316699" y="2441838"/>
            <a:ext cx="80589" cy="127640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D5A90559-217C-2532-40D6-C40D1AA2B9A1}"/>
              </a:ext>
            </a:extLst>
          </p:cNvPr>
          <p:cNvCxnSpPr>
            <a:cxnSpLocks/>
          </p:cNvCxnSpPr>
          <p:nvPr/>
        </p:nvCxnSpPr>
        <p:spPr>
          <a:xfrm flipH="1">
            <a:off x="6723052" y="3452908"/>
            <a:ext cx="120727" cy="2667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C9EF92FD-7E78-1C39-DE78-23896179E9D2}"/>
              </a:ext>
            </a:extLst>
          </p:cNvPr>
          <p:cNvCxnSpPr>
            <a:cxnSpLocks/>
          </p:cNvCxnSpPr>
          <p:nvPr/>
        </p:nvCxnSpPr>
        <p:spPr>
          <a:xfrm flipV="1">
            <a:off x="6330554"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F1A7158B-6AF0-53A6-D080-4945C11234A1}"/>
              </a:ext>
            </a:extLst>
          </p:cNvPr>
          <p:cNvGrpSpPr/>
          <p:nvPr/>
        </p:nvGrpSpPr>
        <p:grpSpPr>
          <a:xfrm>
            <a:off x="8173349"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C34492FC-2E1F-DEDE-E965-4182831145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AD35CA3B-3749-6324-6B08-A2F5067F8AAB}"/>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B2B02AC3-8EE8-A909-7309-FD0E8A768A39}"/>
              </a:ext>
            </a:extLst>
          </p:cNvPr>
          <p:cNvCxnSpPr>
            <a:cxnSpLocks/>
          </p:cNvCxnSpPr>
          <p:nvPr/>
        </p:nvCxnSpPr>
        <p:spPr>
          <a:xfrm flipV="1">
            <a:off x="5714044" y="3719690"/>
            <a:ext cx="747222" cy="13214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84F02891-C651-1DD0-F8B6-BB987E2414F7}"/>
              </a:ext>
            </a:extLst>
          </p:cNvPr>
          <p:cNvCxnSpPr>
            <a:cxnSpLocks/>
            <a:stCxn id="1363" idx="2"/>
            <a:endCxn id="1431" idx="1"/>
          </p:cNvCxnSpPr>
          <p:nvPr/>
        </p:nvCxnSpPr>
        <p:spPr>
          <a:xfrm rot="16200000" flipH="1">
            <a:off x="7620483"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13EF8771-9FAC-740D-DE7A-D447012DFACB}"/>
              </a:ext>
            </a:extLst>
          </p:cNvPr>
          <p:cNvCxnSpPr>
            <a:cxnSpLocks/>
            <a:stCxn id="1364" idx="1"/>
            <a:endCxn id="1431" idx="3"/>
          </p:cNvCxnSpPr>
          <p:nvPr/>
        </p:nvCxnSpPr>
        <p:spPr>
          <a:xfrm rot="10800000" flipV="1">
            <a:off x="9124821"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DEC55501-44D8-F760-F154-35DA98B88F5F}"/>
              </a:ext>
            </a:extLst>
          </p:cNvPr>
          <p:cNvGrpSpPr/>
          <p:nvPr/>
        </p:nvGrpSpPr>
        <p:grpSpPr>
          <a:xfrm>
            <a:off x="4341909" y="2513752"/>
            <a:ext cx="1970300" cy="931124"/>
            <a:chOff x="3813695" y="2520372"/>
            <a:chExt cx="1970300" cy="931124"/>
          </a:xfrm>
        </p:grpSpPr>
        <p:sp>
          <p:nvSpPr>
            <p:cNvPr id="20" name="Rectangle 19">
              <a:extLst>
                <a:ext uri="{FF2B5EF4-FFF2-40B4-BE49-F238E27FC236}">
                  <a16:creationId xmlns:a16="http://schemas.microsoft.com/office/drawing/2014/main" id="{D151D4E4-B45A-63D2-26DE-25FFF7477405}"/>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502D2C1C-A6B9-C0CD-C111-905696618DB5}"/>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301DE8E3-2C11-EF72-D1DF-60B72E750226}"/>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1E2E23E5-1A1B-6EB2-D5D0-0BEEC5F47099}"/>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D0F5CD53-485E-304A-6844-AF59CA4488C1}"/>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F6108C7C-40B3-4162-ACFC-44CD975B265E}"/>
              </a:ext>
            </a:extLst>
          </p:cNvPr>
          <p:cNvCxnSpPr>
            <a:cxnSpLocks/>
          </p:cNvCxnSpPr>
          <p:nvPr/>
        </p:nvCxnSpPr>
        <p:spPr>
          <a:xfrm flipH="1">
            <a:off x="8043965" y="5675147"/>
            <a:ext cx="2864558" cy="44729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A4F7D4B1-DEAD-629C-FE9D-A1D727071F3C}"/>
              </a:ext>
            </a:extLst>
          </p:cNvPr>
          <p:cNvCxnSpPr>
            <a:cxnSpLocks/>
          </p:cNvCxnSpPr>
          <p:nvPr/>
        </p:nvCxnSpPr>
        <p:spPr>
          <a:xfrm flipH="1">
            <a:off x="8027789"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BB215297-7C80-8319-9F6E-EF6DD03E60BE}"/>
              </a:ext>
            </a:extLst>
          </p:cNvPr>
          <p:cNvGrpSpPr/>
          <p:nvPr/>
        </p:nvGrpSpPr>
        <p:grpSpPr>
          <a:xfrm>
            <a:off x="3960364" y="3748610"/>
            <a:ext cx="1764066" cy="931206"/>
            <a:chOff x="3243189" y="3828629"/>
            <a:chExt cx="1764066" cy="931206"/>
          </a:xfrm>
        </p:grpSpPr>
        <p:sp>
          <p:nvSpPr>
            <p:cNvPr id="34" name="Rectangle 33">
              <a:extLst>
                <a:ext uri="{FF2B5EF4-FFF2-40B4-BE49-F238E27FC236}">
                  <a16:creationId xmlns:a16="http://schemas.microsoft.com/office/drawing/2014/main" id="{E4BD0A07-11E7-029C-81C4-601267A012DF}"/>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C29B9286-4FB3-CBB7-6CCA-CA24871E1DFF}"/>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9D556354-F98C-765F-F27F-7692D9BF0418}"/>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35D72273-EA87-9E05-8B02-AA22090EE7E5}"/>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C20A8060-6880-8996-771A-D07A1F185C3F}"/>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7F6DE212-EF86-1B07-BDD6-3AB342DAB4E5}"/>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0889CA83-55BC-6C04-AE73-BCE5F6ED7014}"/>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B5EB054A-89A0-6F78-6D98-C9C01C750C33}"/>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4005F8AD-6DE3-490D-3D61-E6AE3406087F}"/>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81CE9D26-5546-90EB-D2E4-D2DF421D36C0}"/>
                </a:ext>
              </a:extLst>
            </p:cNvPr>
            <p:cNvSpPr/>
            <p:nvPr/>
          </p:nvSpPr>
          <p:spPr>
            <a:xfrm>
              <a:off x="4542684"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7EE9306A-CB51-D888-EAEC-CEE030DE12EB}"/>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56C6B215-78E7-AEA6-07E4-B5A44CC232B1}"/>
              </a:ext>
            </a:extLst>
          </p:cNvPr>
          <p:cNvGrpSpPr/>
          <p:nvPr/>
        </p:nvGrpSpPr>
        <p:grpSpPr>
          <a:xfrm>
            <a:off x="8844406" y="2589982"/>
            <a:ext cx="609170" cy="487299"/>
            <a:chOff x="8855147" y="2668516"/>
            <a:chExt cx="609170" cy="487299"/>
          </a:xfrm>
        </p:grpSpPr>
        <p:pic>
          <p:nvPicPr>
            <p:cNvPr id="509" name="Graphic 508" descr="Paper outline">
              <a:extLst>
                <a:ext uri="{FF2B5EF4-FFF2-40B4-BE49-F238E27FC236}">
                  <a16:creationId xmlns:a16="http://schemas.microsoft.com/office/drawing/2014/main" id="{EA65DD7E-41A4-26F7-1FB5-4468FDEFE8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CDEFBCCF-898A-8FC5-5610-ED213F302D86}"/>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8C1F3B4A-DDF8-9386-0ECE-E23E70DEC8C4}"/>
              </a:ext>
            </a:extLst>
          </p:cNvPr>
          <p:cNvGrpSpPr/>
          <p:nvPr/>
        </p:nvGrpSpPr>
        <p:grpSpPr>
          <a:xfrm>
            <a:off x="9375531"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413E7576-32D7-29DE-7B53-58C377946E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B8DE5ADF-1151-9435-E294-AD53D896AFB2}"/>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F00DFDC9-0F7A-8DE6-7CB5-E5752F6917A5}"/>
              </a:ext>
            </a:extLst>
          </p:cNvPr>
          <p:cNvGrpSpPr/>
          <p:nvPr/>
        </p:nvGrpSpPr>
        <p:grpSpPr>
          <a:xfrm>
            <a:off x="9117648"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FB245124-F5C4-5F83-9DF7-2277A89385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4911430A-ADB0-337D-EE3D-4361BA50B87E}"/>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32EA6E1F-AA22-30F8-25B9-35E3603B8A39}"/>
              </a:ext>
            </a:extLst>
          </p:cNvPr>
          <p:cNvCxnSpPr>
            <a:cxnSpLocks/>
            <a:endCxn id="35" idx="1"/>
          </p:cNvCxnSpPr>
          <p:nvPr/>
        </p:nvCxnSpPr>
        <p:spPr>
          <a:xfrm>
            <a:off x="8332676"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5B099DAA-FCC1-63E6-59D7-91BC08EA9649}"/>
              </a:ext>
            </a:extLst>
          </p:cNvPr>
          <p:cNvGrpSpPr/>
          <p:nvPr/>
        </p:nvGrpSpPr>
        <p:grpSpPr>
          <a:xfrm>
            <a:off x="3427338" y="5365798"/>
            <a:ext cx="532246" cy="690603"/>
            <a:chOff x="3438079" y="5444332"/>
            <a:chExt cx="532246" cy="690603"/>
          </a:xfrm>
        </p:grpSpPr>
        <p:sp>
          <p:nvSpPr>
            <p:cNvPr id="1425" name="Rectangle 1424">
              <a:extLst>
                <a:ext uri="{FF2B5EF4-FFF2-40B4-BE49-F238E27FC236}">
                  <a16:creationId xmlns:a16="http://schemas.microsoft.com/office/drawing/2014/main" id="{ABBD8BAD-35B8-5498-239C-C6D857635847}"/>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14E02067-2C19-D44D-96FE-5E29455C28FF}"/>
                </a:ext>
              </a:extLst>
            </p:cNvPr>
            <p:cNvSpPr/>
            <p:nvPr/>
          </p:nvSpPr>
          <p:spPr>
            <a:xfrm>
              <a:off x="3717850" y="544721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62BD206F-43CF-ECFB-F0AE-9D98E54445A4}"/>
              </a:ext>
            </a:extLst>
          </p:cNvPr>
          <p:cNvGrpSpPr/>
          <p:nvPr/>
        </p:nvGrpSpPr>
        <p:grpSpPr>
          <a:xfrm>
            <a:off x="4950074" y="5076897"/>
            <a:ext cx="532246" cy="691488"/>
            <a:chOff x="4884855" y="5391663"/>
            <a:chExt cx="532246" cy="691488"/>
          </a:xfrm>
        </p:grpSpPr>
        <p:sp>
          <p:nvSpPr>
            <p:cNvPr id="1426" name="Rectangle 1425">
              <a:extLst>
                <a:ext uri="{FF2B5EF4-FFF2-40B4-BE49-F238E27FC236}">
                  <a16:creationId xmlns:a16="http://schemas.microsoft.com/office/drawing/2014/main" id="{7EEC0DA7-F309-B4CB-BE60-605508763D39}"/>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11A0E92C-395C-8D88-CC0E-54A56B5AF719}"/>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AD036E4A-9CD7-C94E-CA34-D1A4C10B8689}"/>
              </a:ext>
            </a:extLst>
          </p:cNvPr>
          <p:cNvGrpSpPr/>
          <p:nvPr/>
        </p:nvGrpSpPr>
        <p:grpSpPr>
          <a:xfrm>
            <a:off x="4052864" y="5935820"/>
            <a:ext cx="532817" cy="693355"/>
            <a:chOff x="4073864" y="6249298"/>
            <a:chExt cx="532817" cy="693355"/>
          </a:xfrm>
        </p:grpSpPr>
        <p:sp>
          <p:nvSpPr>
            <p:cNvPr id="1428" name="Rectangle 1427">
              <a:extLst>
                <a:ext uri="{FF2B5EF4-FFF2-40B4-BE49-F238E27FC236}">
                  <a16:creationId xmlns:a16="http://schemas.microsoft.com/office/drawing/2014/main" id="{416E7772-DF15-41E9-95DE-43C36684DDB7}"/>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7F7910FF-43B9-D625-BC31-A560E6DFF150}"/>
                </a:ext>
              </a:extLst>
            </p:cNvPr>
            <p:cNvSpPr/>
            <p:nvPr/>
          </p:nvSpPr>
          <p:spPr>
            <a:xfrm>
              <a:off x="4357214" y="62492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B7E45C50-363B-1FC3-8590-E274481F7C49}"/>
              </a:ext>
            </a:extLst>
          </p:cNvPr>
          <p:cNvGrpSpPr/>
          <p:nvPr/>
        </p:nvGrpSpPr>
        <p:grpSpPr>
          <a:xfrm>
            <a:off x="3629911" y="6804780"/>
            <a:ext cx="532640" cy="690603"/>
            <a:chOff x="3294361" y="6407053"/>
            <a:chExt cx="532640" cy="690603"/>
          </a:xfrm>
        </p:grpSpPr>
        <p:sp>
          <p:nvSpPr>
            <p:cNvPr id="1427" name="Rectangle 1426">
              <a:extLst>
                <a:ext uri="{FF2B5EF4-FFF2-40B4-BE49-F238E27FC236}">
                  <a16:creationId xmlns:a16="http://schemas.microsoft.com/office/drawing/2014/main" id="{B604215A-E0A6-93C6-E38B-831E49DF4017}"/>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5B1C081-E67F-5C65-215A-EB3E628EEBCF}"/>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84A76892-EC72-0E3F-31B1-BD724DA2E10B}"/>
              </a:ext>
            </a:extLst>
          </p:cNvPr>
          <p:cNvGrpSpPr/>
          <p:nvPr/>
        </p:nvGrpSpPr>
        <p:grpSpPr>
          <a:xfrm>
            <a:off x="4644520" y="6976951"/>
            <a:ext cx="532246" cy="690603"/>
            <a:chOff x="4407275" y="7069836"/>
            <a:chExt cx="532246" cy="690603"/>
          </a:xfrm>
        </p:grpSpPr>
        <p:sp>
          <p:nvSpPr>
            <p:cNvPr id="1429" name="Rectangle 1428">
              <a:extLst>
                <a:ext uri="{FF2B5EF4-FFF2-40B4-BE49-F238E27FC236}">
                  <a16:creationId xmlns:a16="http://schemas.microsoft.com/office/drawing/2014/main" id="{7A487FD0-6B12-83C8-C749-3E4495E15CB9}"/>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78C6D419-C9FF-42F9-2295-2D091A66A2BC}"/>
                </a:ext>
              </a:extLst>
            </p:cNvPr>
            <p:cNvSpPr/>
            <p:nvPr/>
          </p:nvSpPr>
          <p:spPr>
            <a:xfrm>
              <a:off x="4690054" y="707095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635C940A-2BB4-E8C3-706A-142DBCB67E31}"/>
              </a:ext>
            </a:extLst>
          </p:cNvPr>
          <p:cNvCxnSpPr>
            <a:cxnSpLocks/>
            <a:stCxn id="39" idx="1"/>
            <a:endCxn id="633" idx="1"/>
          </p:cNvCxnSpPr>
          <p:nvPr/>
        </p:nvCxnSpPr>
        <p:spPr>
          <a:xfrm rot="10800000" flipH="1" flipV="1">
            <a:off x="3960705"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E26CB98C-6C6C-E0E1-F4F8-16B632D25854}"/>
              </a:ext>
            </a:extLst>
          </p:cNvPr>
          <p:cNvCxnSpPr>
            <a:cxnSpLocks/>
            <a:stCxn id="633" idx="3"/>
          </p:cNvCxnSpPr>
          <p:nvPr/>
        </p:nvCxnSpPr>
        <p:spPr>
          <a:xfrm flipV="1">
            <a:off x="4574545"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FB724B92-305C-EFC4-DC53-7CD7046BA913}"/>
              </a:ext>
            </a:extLst>
          </p:cNvPr>
          <p:cNvCxnSpPr>
            <a:cxnSpLocks/>
          </p:cNvCxnSpPr>
          <p:nvPr/>
        </p:nvCxnSpPr>
        <p:spPr>
          <a:xfrm>
            <a:off x="3771683"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3ADE18DE-B5A6-6796-4DB6-5AC32758735C}"/>
              </a:ext>
            </a:extLst>
          </p:cNvPr>
          <p:cNvCxnSpPr>
            <a:cxnSpLocks/>
          </p:cNvCxnSpPr>
          <p:nvPr/>
        </p:nvCxnSpPr>
        <p:spPr>
          <a:xfrm>
            <a:off x="5246882"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47C483B3-FEA3-0B03-E17C-75BB1299DE39}"/>
              </a:ext>
            </a:extLst>
          </p:cNvPr>
          <p:cNvCxnSpPr>
            <a:cxnSpLocks/>
          </p:cNvCxnSpPr>
          <p:nvPr/>
        </p:nvCxnSpPr>
        <p:spPr>
          <a:xfrm flipH="1">
            <a:off x="7488834" y="4780452"/>
            <a:ext cx="835090" cy="30158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109DA4D2-B708-A0D7-CC65-4569B58DFAC9}"/>
              </a:ext>
            </a:extLst>
          </p:cNvPr>
          <p:cNvCxnSpPr>
            <a:cxnSpLocks/>
          </p:cNvCxnSpPr>
          <p:nvPr/>
        </p:nvCxnSpPr>
        <p:spPr>
          <a:xfrm flipH="1">
            <a:off x="6465935"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C27CA0FD-5EC7-3C8E-AD78-21F5B05AD99C}"/>
              </a:ext>
            </a:extLst>
          </p:cNvPr>
          <p:cNvCxnSpPr>
            <a:cxnSpLocks/>
          </p:cNvCxnSpPr>
          <p:nvPr/>
        </p:nvCxnSpPr>
        <p:spPr>
          <a:xfrm flipH="1">
            <a:off x="8326816" y="3452902"/>
            <a:ext cx="77525" cy="13158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28C58E30-5355-CBBC-E60A-37E4192F6094}"/>
              </a:ext>
            </a:extLst>
          </p:cNvPr>
          <p:cNvCxnSpPr>
            <a:cxnSpLocks/>
          </p:cNvCxnSpPr>
          <p:nvPr/>
        </p:nvCxnSpPr>
        <p:spPr>
          <a:xfrm>
            <a:off x="7486490"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BBDBDFC2-F376-2912-BE24-356B5021152B}"/>
              </a:ext>
            </a:extLst>
          </p:cNvPr>
          <p:cNvCxnSpPr>
            <a:cxnSpLocks/>
          </p:cNvCxnSpPr>
          <p:nvPr/>
        </p:nvCxnSpPr>
        <p:spPr>
          <a:xfrm>
            <a:off x="5696515" y="7791170"/>
            <a:ext cx="449634" cy="594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63659CB6-0691-B890-5724-34D90B7C35C7}"/>
              </a:ext>
            </a:extLst>
          </p:cNvPr>
          <p:cNvCxnSpPr>
            <a:cxnSpLocks/>
          </p:cNvCxnSpPr>
          <p:nvPr/>
        </p:nvCxnSpPr>
        <p:spPr>
          <a:xfrm flipH="1">
            <a:off x="8043965" y="6459396"/>
            <a:ext cx="1214078" cy="36697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D7268A7A-7408-35C6-2B37-850B04C6E1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043" y="5041103"/>
            <a:ext cx="383502" cy="361633"/>
          </a:xfrm>
          <a:prstGeom prst="rect">
            <a:avLst/>
          </a:prstGeom>
        </p:spPr>
      </p:pic>
      <p:pic>
        <p:nvPicPr>
          <p:cNvPr id="637" name="Graphic 636" descr="Paper outline">
            <a:extLst>
              <a:ext uri="{FF2B5EF4-FFF2-40B4-BE49-F238E27FC236}">
                <a16:creationId xmlns:a16="http://schemas.microsoft.com/office/drawing/2014/main" id="{0E7AFCD3-5DD2-9918-482D-BFAA451721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342" y="5932727"/>
            <a:ext cx="383502" cy="361633"/>
          </a:xfrm>
          <a:prstGeom prst="rect">
            <a:avLst/>
          </a:prstGeom>
        </p:spPr>
      </p:pic>
      <p:cxnSp>
        <p:nvCxnSpPr>
          <p:cNvPr id="638" name="Elbow Connector 637">
            <a:extLst>
              <a:ext uri="{FF2B5EF4-FFF2-40B4-BE49-F238E27FC236}">
                <a16:creationId xmlns:a16="http://schemas.microsoft.com/office/drawing/2014/main" id="{492359B1-6BEF-4D93-44B4-AA7C41685C0D}"/>
              </a:ext>
            </a:extLst>
          </p:cNvPr>
          <p:cNvCxnSpPr>
            <a:cxnSpLocks/>
            <a:stCxn id="637" idx="3"/>
          </p:cNvCxnSpPr>
          <p:nvPr/>
        </p:nvCxnSpPr>
        <p:spPr>
          <a:xfrm flipV="1">
            <a:off x="5510844"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58AC7BD3-E073-7EB7-35CF-1F7C78602EA1}"/>
              </a:ext>
            </a:extLst>
          </p:cNvPr>
          <p:cNvCxnSpPr>
            <a:cxnSpLocks/>
            <a:stCxn id="637" idx="1"/>
          </p:cNvCxnSpPr>
          <p:nvPr/>
        </p:nvCxnSpPr>
        <p:spPr>
          <a:xfrm rot="10800000">
            <a:off x="4740346"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32869F43-2BD6-807E-B40E-94664F9237C2}"/>
              </a:ext>
            </a:extLst>
          </p:cNvPr>
          <p:cNvCxnSpPr>
            <a:cxnSpLocks/>
          </p:cNvCxnSpPr>
          <p:nvPr/>
        </p:nvCxnSpPr>
        <p:spPr>
          <a:xfrm flipV="1">
            <a:off x="7492988"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25E5BECC-8A68-10DE-CC46-01FE76385003}"/>
              </a:ext>
            </a:extLst>
          </p:cNvPr>
          <p:cNvSpPr txBox="1"/>
          <p:nvPr/>
        </p:nvSpPr>
        <p:spPr>
          <a:xfrm>
            <a:off x="2903215"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B1BD111C-7FE3-D188-F1A7-2AA722C97DCD}"/>
              </a:ext>
            </a:extLst>
          </p:cNvPr>
          <p:cNvSpPr/>
          <p:nvPr/>
        </p:nvSpPr>
        <p:spPr>
          <a:xfrm flipV="1">
            <a:off x="3281934" y="8376780"/>
            <a:ext cx="6577" cy="175239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7086DCAB-2C93-9F04-552D-DBAB59CEE3D5}"/>
              </a:ext>
            </a:extLst>
          </p:cNvPr>
          <p:cNvSpPr txBox="1"/>
          <p:nvPr/>
        </p:nvSpPr>
        <p:spPr>
          <a:xfrm>
            <a:off x="2710613"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31FB288A-4D3B-1B2A-9C1F-817428F1C9A0}"/>
              </a:ext>
            </a:extLst>
          </p:cNvPr>
          <p:cNvSpPr txBox="1"/>
          <p:nvPr/>
        </p:nvSpPr>
        <p:spPr>
          <a:xfrm>
            <a:off x="2737323"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6B1373DF-1DA7-540A-452E-2FC4FADC6B26}"/>
              </a:ext>
            </a:extLst>
          </p:cNvPr>
          <p:cNvSpPr/>
          <p:nvPr/>
        </p:nvSpPr>
        <p:spPr>
          <a:xfrm flipV="1">
            <a:off x="3281934" y="5058004"/>
            <a:ext cx="4795" cy="27331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9F7C2847-4035-5662-6AFE-19635C0B903B}"/>
              </a:ext>
            </a:extLst>
          </p:cNvPr>
          <p:cNvSpPr/>
          <p:nvPr/>
        </p:nvSpPr>
        <p:spPr>
          <a:xfrm flipH="1" flipV="1">
            <a:off x="3284842" y="3718244"/>
            <a:ext cx="7644" cy="105055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9631E749-CE0D-C69D-DACF-54D7088FE1D4}"/>
              </a:ext>
            </a:extLst>
          </p:cNvPr>
          <p:cNvSpPr/>
          <p:nvPr/>
        </p:nvSpPr>
        <p:spPr>
          <a:xfrm flipV="1">
            <a:off x="3282696" y="2440335"/>
            <a:ext cx="1800" cy="101254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92F49633-9FEE-1580-ABF3-62B1DDAA71A3}"/>
              </a:ext>
            </a:extLst>
          </p:cNvPr>
          <p:cNvSpPr txBox="1"/>
          <p:nvPr/>
        </p:nvSpPr>
        <p:spPr>
          <a:xfrm>
            <a:off x="2764003"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F0BFD8AE-9440-AEB5-4809-F2F4C8EDFAD6}"/>
              </a:ext>
            </a:extLst>
          </p:cNvPr>
          <p:cNvSpPr txBox="1"/>
          <p:nvPr/>
        </p:nvSpPr>
        <p:spPr>
          <a:xfrm>
            <a:off x="118872" y="8612305"/>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1C843466-2FD4-43F7-5D81-04C1C7FEFC61}"/>
              </a:ext>
            </a:extLst>
          </p:cNvPr>
          <p:cNvSpPr txBox="1"/>
          <p:nvPr/>
        </p:nvSpPr>
        <p:spPr>
          <a:xfrm>
            <a:off x="114787" y="6941334"/>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A41C6D47-CCF5-4E70-D535-1B90FD051418}"/>
              </a:ext>
            </a:extLst>
          </p:cNvPr>
          <p:cNvSpPr txBox="1"/>
          <p:nvPr/>
        </p:nvSpPr>
        <p:spPr>
          <a:xfrm>
            <a:off x="82296" y="7089515"/>
            <a:ext cx="2724912" cy="152084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Modules in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rPr>
              <a:t> encapsulate a set of functions (R/*.R), executable scripts (exec/*.R), and notebooks (vignettes/*.</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which users can use to create their own analyses, build server-side data pipelines, or learn capabilities, respectively. Each module is represented in a schema section to facilitate identifying commonly used data.</a:t>
            </a:r>
          </a:p>
        </p:txBody>
      </p:sp>
      <p:sp>
        <p:nvSpPr>
          <p:cNvPr id="12" name="Manipulate Variables">
            <a:extLst>
              <a:ext uri="{FF2B5EF4-FFF2-40B4-BE49-F238E27FC236}">
                <a16:creationId xmlns:a16="http://schemas.microsoft.com/office/drawing/2014/main" id="{F06A24E6-28DD-7823-8C1C-9D312726F516}"/>
              </a:ext>
            </a:extLst>
          </p:cNvPr>
          <p:cNvSpPr txBox="1"/>
          <p:nvPr/>
        </p:nvSpPr>
        <p:spPr>
          <a:xfrm>
            <a:off x="114321" y="5544688"/>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15D4DDDC-C533-595E-CA58-2B06EB3235E7}"/>
              </a:ext>
            </a:extLst>
          </p:cNvPr>
          <p:cNvSpPr txBox="1"/>
          <p:nvPr/>
        </p:nvSpPr>
        <p:spPr>
          <a:xfrm>
            <a:off x="82884" y="5635052"/>
            <a:ext cx="2724912"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Kaiaulu adopts a simple tabular representation of data, which standardizes column nomenclature across different data sources. A subset of these tables is captured in the schema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mwb</a:t>
            </a:r>
            <a:r>
              <a:rPr lang="en-US" sz="1000" b="0" dirty="0">
                <a:solidFill>
                  <a:schemeClr val="bg2">
                    <a:lumMod val="10000"/>
                  </a:schemeClr>
                </a:solidFill>
                <a:latin typeface="Source Sans Pro" panose="020B0503030403020204" pitchFamily="34" charset="0"/>
                <a:ea typeface="Source Sans Pro" panose="020B0503030403020204" pitchFamily="34" charset="0"/>
              </a:rPr>
              <a:t>), facilitating data exploration and connecting tables with common columns. </a:t>
            </a:r>
          </a:p>
        </p:txBody>
      </p:sp>
      <p:sp>
        <p:nvSpPr>
          <p:cNvPr id="14" name="Manipulate Variables">
            <a:extLst>
              <a:ext uri="{FF2B5EF4-FFF2-40B4-BE49-F238E27FC236}">
                <a16:creationId xmlns:a16="http://schemas.microsoft.com/office/drawing/2014/main" id="{869CA0AB-2BD2-E596-82D1-91799C8AFDBB}"/>
              </a:ext>
            </a:extLst>
          </p:cNvPr>
          <p:cNvSpPr txBox="1"/>
          <p:nvPr/>
        </p:nvSpPr>
        <p:spPr>
          <a:xfrm>
            <a:off x="117935" y="4168656"/>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5F67B91E-C148-9F06-9C89-FA91E033C00E}"/>
              </a:ext>
            </a:extLst>
          </p:cNvPr>
          <p:cNvSpPr txBox="1"/>
          <p:nvPr/>
        </p:nvSpPr>
        <p:spPr>
          <a:xfrm>
            <a:off x="86221" y="4257380"/>
            <a:ext cx="2724912"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Data Layer represents the various types of raw data associated to different software development infrastructure (Mail, JIRA, GitHub). This dataset is generally difficult to connect to other data sources or is not easily readable in table form for data exploration.</a:t>
            </a:r>
          </a:p>
        </p:txBody>
      </p:sp>
      <p:sp>
        <p:nvSpPr>
          <p:cNvPr id="1396" name="TextBox 1395">
            <a:extLst>
              <a:ext uri="{FF2B5EF4-FFF2-40B4-BE49-F238E27FC236}">
                <a16:creationId xmlns:a16="http://schemas.microsoft.com/office/drawing/2014/main" id="{974564A1-C6F5-3953-19FF-236F25620EF4}"/>
              </a:ext>
            </a:extLst>
          </p:cNvPr>
          <p:cNvSpPr txBox="1"/>
          <p:nvPr/>
        </p:nvSpPr>
        <p:spPr>
          <a:xfrm>
            <a:off x="10963656" y="5194698"/>
            <a:ext cx="2912948" cy="44363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The schema connections can be utilized to identify data sources needed for cross-module notebooks.</a:t>
            </a:r>
          </a:p>
        </p:txBody>
      </p:sp>
      <p:sp>
        <p:nvSpPr>
          <p:cNvPr id="1398" name="Manipulate Variables">
            <a:extLst>
              <a:ext uri="{FF2B5EF4-FFF2-40B4-BE49-F238E27FC236}">
                <a16:creationId xmlns:a16="http://schemas.microsoft.com/office/drawing/2014/main" id="{7974B92B-FFDE-8A24-5D3F-5B9B7A1A211B}"/>
              </a:ext>
            </a:extLst>
          </p:cNvPr>
          <p:cNvSpPr txBox="1"/>
          <p:nvPr/>
        </p:nvSpPr>
        <p:spPr>
          <a:xfrm>
            <a:off x="10991088" y="4977484"/>
            <a:ext cx="282908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External Module Connections</a:t>
            </a:r>
          </a:p>
        </p:txBody>
      </p:sp>
      <p:grpSp>
        <p:nvGrpSpPr>
          <p:cNvPr id="1393" name="Group 1392">
            <a:extLst>
              <a:ext uri="{FF2B5EF4-FFF2-40B4-BE49-F238E27FC236}">
                <a16:creationId xmlns:a16="http://schemas.microsoft.com/office/drawing/2014/main" id="{762BE999-CB0C-94C7-7708-C18C7BC60F66}"/>
              </a:ext>
            </a:extLst>
          </p:cNvPr>
          <p:cNvGrpSpPr/>
          <p:nvPr/>
        </p:nvGrpSpPr>
        <p:grpSpPr>
          <a:xfrm>
            <a:off x="11864202" y="5711553"/>
            <a:ext cx="999454" cy="1654126"/>
            <a:chOff x="11864202" y="5531438"/>
            <a:chExt cx="999454" cy="1654126"/>
          </a:xfrm>
        </p:grpSpPr>
        <p:grpSp>
          <p:nvGrpSpPr>
            <p:cNvPr id="451" name="Group 450">
              <a:extLst>
                <a:ext uri="{FF2B5EF4-FFF2-40B4-BE49-F238E27FC236}">
                  <a16:creationId xmlns:a16="http://schemas.microsoft.com/office/drawing/2014/main" id="{099AEA7F-F4B0-A322-B742-53F2B85B869D}"/>
                </a:ext>
              </a:extLst>
            </p:cNvPr>
            <p:cNvGrpSpPr/>
            <p:nvPr/>
          </p:nvGrpSpPr>
          <p:grpSpPr>
            <a:xfrm>
              <a:off x="11864202" y="5531438"/>
              <a:ext cx="999454" cy="700110"/>
              <a:chOff x="3243530" y="3828629"/>
              <a:chExt cx="1076931" cy="700110"/>
            </a:xfrm>
          </p:grpSpPr>
          <p:sp>
            <p:nvSpPr>
              <p:cNvPr id="465" name="Rectangle 464">
                <a:extLst>
                  <a:ext uri="{FF2B5EF4-FFF2-40B4-BE49-F238E27FC236}">
                    <a16:creationId xmlns:a16="http://schemas.microsoft.com/office/drawing/2014/main" id="{1D0F56D4-9799-01F9-0475-6FE794D175F6}"/>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4A01BC43-6976-54CD-C0E6-8057F64B4F87}"/>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24891DAB-04BA-EE81-2A38-8C54A19A5AA5}"/>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3E32BB1D-9F8C-0CD0-B2B2-8056A5A89345}"/>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7FA522CD-FD28-920A-FBAC-BE1465841F08}"/>
                  </a:ext>
                </a:extLst>
              </p:cNvPr>
              <p:cNvSpPr/>
              <p:nvPr/>
            </p:nvSpPr>
            <p:spPr>
              <a:xfrm>
                <a:off x="3852833"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FDDC5560-2810-59C0-E3A2-DD79DFCF84FF}"/>
                </a:ext>
              </a:extLst>
            </p:cNvPr>
            <p:cNvCxnSpPr>
              <a:cxnSpLocks/>
              <a:stCxn id="466" idx="2"/>
              <a:endCxn id="481" idx="0"/>
            </p:cNvCxnSpPr>
            <p:nvPr/>
          </p:nvCxnSpPr>
          <p:spPr>
            <a:xfrm rot="16200000" flipH="1">
              <a:off x="11700895" y="6252331"/>
              <a:ext cx="952464" cy="19073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FBF780BF-918B-9EFA-0B96-09B37C530D55}"/>
                </a:ext>
              </a:extLst>
            </p:cNvPr>
            <p:cNvCxnSpPr>
              <a:cxnSpLocks/>
              <a:stCxn id="481" idx="3"/>
              <a:endCxn id="465" idx="2"/>
            </p:cNvCxnSpPr>
            <p:nvPr/>
          </p:nvCxnSpPr>
          <p:spPr>
            <a:xfrm flipV="1">
              <a:off x="12450451" y="6231548"/>
              <a:ext cx="195649" cy="7732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38D3297C-575C-02EA-6E63-1006BA1DE2E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94539" y="6823931"/>
              <a:ext cx="355912" cy="361633"/>
            </a:xfrm>
            <a:prstGeom prst="rect">
              <a:avLst/>
            </a:prstGeom>
          </p:spPr>
        </p:pic>
      </p:grpSp>
      <p:sp>
        <p:nvSpPr>
          <p:cNvPr id="486" name="Layout Suggestions">
            <a:extLst>
              <a:ext uri="{FF2B5EF4-FFF2-40B4-BE49-F238E27FC236}">
                <a16:creationId xmlns:a16="http://schemas.microsoft.com/office/drawing/2014/main" id="{E2AB08AA-C807-44B7-ACD2-C0412E74AD58}"/>
              </a:ext>
            </a:extLst>
          </p:cNvPr>
          <p:cNvSpPr txBox="1"/>
          <p:nvPr/>
        </p:nvSpPr>
        <p:spPr>
          <a:xfrm>
            <a:off x="3292486" y="1947672"/>
            <a:ext cx="3892248" cy="377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800" b="0" dirty="0" err="1">
                <a:solidFill>
                  <a:srgbClr val="628DB5"/>
                </a:solidFill>
                <a:latin typeface="Source Sans Pro" panose="020B0503030403020204" pitchFamily="34" charset="0"/>
                <a:ea typeface="Source Sans Pro" panose="020B0503030403020204" pitchFamily="34" charset="0"/>
                <a:sym typeface="Source Sans Pro Light"/>
              </a:rPr>
              <a:t>Kaiāulu</a:t>
            </a:r>
            <a:r>
              <a:rPr lang="en-US" dirty="0">
                <a:solidFill>
                  <a:srgbClr val="628DB5"/>
                </a:solidFill>
              </a:rPr>
              <a:t> Architecture</a:t>
            </a:r>
            <a:endParaRPr dirty="0">
              <a:solidFill>
                <a:srgbClr val="628DB5"/>
              </a:solidFill>
            </a:endParaRPr>
          </a:p>
        </p:txBody>
      </p:sp>
      <p:sp>
        <p:nvSpPr>
          <p:cNvPr id="487" name="Line">
            <a:extLst>
              <a:ext uri="{FF2B5EF4-FFF2-40B4-BE49-F238E27FC236}">
                <a16:creationId xmlns:a16="http://schemas.microsoft.com/office/drawing/2014/main" id="{370781AE-614C-7E65-7ECB-BF5764FD83C3}"/>
              </a:ext>
            </a:extLst>
          </p:cNvPr>
          <p:cNvSpPr/>
          <p:nvPr/>
        </p:nvSpPr>
        <p:spPr>
          <a:xfrm>
            <a:off x="3279595" y="2304288"/>
            <a:ext cx="7569556" cy="864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B808107A-36E2-4868-7CAA-84A1A3290400}"/>
              </a:ext>
            </a:extLst>
          </p:cNvPr>
          <p:cNvSpPr/>
          <p:nvPr/>
        </p:nvSpPr>
        <p:spPr>
          <a:xfrm flipV="1">
            <a:off x="154511" y="2304288"/>
            <a:ext cx="2582812" cy="223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1D5E5B95-169E-635F-E93D-45A0820BC43B}"/>
              </a:ext>
            </a:extLst>
          </p:cNvPr>
          <p:cNvSpPr txBox="1"/>
          <p:nvPr/>
        </p:nvSpPr>
        <p:spPr>
          <a:xfrm>
            <a:off x="10991088" y="7483285"/>
            <a:ext cx="222959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E14B0FC7-E1B9-BDEC-E0C5-FDEBBB22F6B2}"/>
              </a:ext>
            </a:extLst>
          </p:cNvPr>
          <p:cNvSpPr txBox="1"/>
          <p:nvPr/>
        </p:nvSpPr>
        <p:spPr>
          <a:xfrm>
            <a:off x="10963656" y="7830753"/>
            <a:ext cx="2912948"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As the schema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is divided into sections per module, users can more easily identify what tables would allow combining different data sources, both from a data and API standpoint.</a:t>
            </a:r>
          </a:p>
        </p:txBody>
      </p:sp>
      <p:grpSp>
        <p:nvGrpSpPr>
          <p:cNvPr id="493" name="Group 492">
            <a:extLst>
              <a:ext uri="{FF2B5EF4-FFF2-40B4-BE49-F238E27FC236}">
                <a16:creationId xmlns:a16="http://schemas.microsoft.com/office/drawing/2014/main" id="{C4526D20-E7EC-3326-329E-1A17BA709A0E}"/>
              </a:ext>
            </a:extLst>
          </p:cNvPr>
          <p:cNvGrpSpPr/>
          <p:nvPr/>
        </p:nvGrpSpPr>
        <p:grpSpPr>
          <a:xfrm>
            <a:off x="12323350" y="9350329"/>
            <a:ext cx="402223" cy="555701"/>
            <a:chOff x="3294361" y="6407053"/>
            <a:chExt cx="533835" cy="690603"/>
          </a:xfrm>
        </p:grpSpPr>
        <p:sp>
          <p:nvSpPr>
            <p:cNvPr id="494" name="Rectangle 493">
              <a:extLst>
                <a:ext uri="{FF2B5EF4-FFF2-40B4-BE49-F238E27FC236}">
                  <a16:creationId xmlns:a16="http://schemas.microsoft.com/office/drawing/2014/main" id="{4FCC5543-52C7-604B-238D-F435F6EFFB3D}"/>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4DF8278E-34B4-05A0-FCF6-18C0C9300D85}"/>
                </a:ext>
              </a:extLst>
            </p:cNvPr>
            <p:cNvSpPr/>
            <p:nvPr/>
          </p:nvSpPr>
          <p:spPr>
            <a:xfrm>
              <a:off x="3578728" y="6407485"/>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2EBD11AA-3CB0-CCAB-36B8-84383EEB69B0}"/>
              </a:ext>
            </a:extLst>
          </p:cNvPr>
          <p:cNvSpPr/>
          <p:nvPr/>
        </p:nvSpPr>
        <p:spPr>
          <a:xfrm>
            <a:off x="11805995" y="9248875"/>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5514BD6A-2C8D-01F2-C4BE-52E27B51C607}"/>
              </a:ext>
            </a:extLst>
          </p:cNvPr>
          <p:cNvSpPr/>
          <p:nvPr/>
        </p:nvSpPr>
        <p:spPr>
          <a:xfrm>
            <a:off x="11805995" y="92488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7F6B8F47-2F1D-E251-0A35-257BC7C051B8}"/>
              </a:ext>
            </a:extLst>
          </p:cNvPr>
          <p:cNvSpPr/>
          <p:nvPr/>
        </p:nvSpPr>
        <p:spPr>
          <a:xfrm>
            <a:off x="11240049" y="9158014"/>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4DD18172-4B1F-0A6F-72DF-8BAD914880BE}"/>
              </a:ext>
            </a:extLst>
          </p:cNvPr>
          <p:cNvSpPr/>
          <p:nvPr/>
        </p:nvSpPr>
        <p:spPr>
          <a:xfrm flipV="1">
            <a:off x="11000867" y="2304288"/>
            <a:ext cx="2875737" cy="81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0BA59268-B4BC-0195-846C-3EAEDA35179B}"/>
              </a:ext>
            </a:extLst>
          </p:cNvPr>
          <p:cNvSpPr/>
          <p:nvPr/>
        </p:nvSpPr>
        <p:spPr>
          <a:xfrm>
            <a:off x="11003167" y="7830708"/>
            <a:ext cx="2833925" cy="2134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1ABBD32E-0B42-01FA-A0D8-9B82B567D8B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03469" y="8389823"/>
            <a:ext cx="1893472" cy="1893472"/>
          </a:xfrm>
          <a:prstGeom prst="rect">
            <a:avLst/>
          </a:prstGeom>
        </p:spPr>
      </p:pic>
      <p:sp>
        <p:nvSpPr>
          <p:cNvPr id="1462" name="Rectangle 1461">
            <a:extLst>
              <a:ext uri="{FF2B5EF4-FFF2-40B4-BE49-F238E27FC236}">
                <a16:creationId xmlns:a16="http://schemas.microsoft.com/office/drawing/2014/main" id="{E48ECCD8-1770-EDFF-79F7-917773B83566}"/>
              </a:ext>
            </a:extLst>
          </p:cNvPr>
          <p:cNvSpPr/>
          <p:nvPr/>
        </p:nvSpPr>
        <p:spPr>
          <a:xfrm>
            <a:off x="6146149"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33E1E0D0-73DD-A58A-D86E-4E7058AE8EDF}"/>
              </a:ext>
            </a:extLst>
          </p:cNvPr>
          <p:cNvSpPr/>
          <p:nvPr/>
        </p:nvSpPr>
        <p:spPr>
          <a:xfrm>
            <a:off x="12981842" y="9762623"/>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C6EAC9EE-3EE4-7BAF-DDAF-F388F509C2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985989" y="9775342"/>
            <a:ext cx="378214" cy="378214"/>
          </a:xfrm>
          <a:prstGeom prst="rect">
            <a:avLst/>
          </a:prstGeom>
        </p:spPr>
      </p:pic>
      <p:cxnSp>
        <p:nvCxnSpPr>
          <p:cNvPr id="44" name="Straight Connector 43">
            <a:extLst>
              <a:ext uri="{FF2B5EF4-FFF2-40B4-BE49-F238E27FC236}">
                <a16:creationId xmlns:a16="http://schemas.microsoft.com/office/drawing/2014/main" id="{A60A7BF0-6CFE-E5A9-5BB9-4309AB3A2061}"/>
              </a:ext>
            </a:extLst>
          </p:cNvPr>
          <p:cNvCxnSpPr>
            <a:cxnSpLocks/>
            <a:endCxn id="1456" idx="0"/>
          </p:cNvCxnSpPr>
          <p:nvPr/>
        </p:nvCxnSpPr>
        <p:spPr>
          <a:xfrm>
            <a:off x="11240049" y="91580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AB665C65-1A21-2F01-4CBB-ACB91865BF3C}"/>
              </a:ext>
            </a:extLst>
          </p:cNvPr>
          <p:cNvCxnSpPr>
            <a:cxnSpLocks/>
          </p:cNvCxnSpPr>
          <p:nvPr/>
        </p:nvCxnSpPr>
        <p:spPr>
          <a:xfrm>
            <a:off x="11593304" y="9162845"/>
            <a:ext cx="565946" cy="832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F00970AD-ED8B-B705-5980-D83D3D3AA28D}"/>
              </a:ext>
            </a:extLst>
          </p:cNvPr>
          <p:cNvCxnSpPr>
            <a:cxnSpLocks/>
          </p:cNvCxnSpPr>
          <p:nvPr/>
        </p:nvCxnSpPr>
        <p:spPr>
          <a:xfrm>
            <a:off x="11240049" y="9430253"/>
            <a:ext cx="556015" cy="8693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5E589C84-12B6-81B4-1DA6-10BF6AD914A9}"/>
              </a:ext>
            </a:extLst>
          </p:cNvPr>
          <p:cNvCxnSpPr>
            <a:cxnSpLocks/>
          </p:cNvCxnSpPr>
          <p:nvPr/>
        </p:nvCxnSpPr>
        <p:spPr>
          <a:xfrm>
            <a:off x="11593304" y="9430253"/>
            <a:ext cx="565946" cy="922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51145376-2351-A2DA-B525-19894172660E}"/>
              </a:ext>
            </a:extLst>
          </p:cNvPr>
          <p:cNvCxnSpPr>
            <a:cxnSpLocks/>
          </p:cNvCxnSpPr>
          <p:nvPr/>
        </p:nvCxnSpPr>
        <p:spPr>
          <a:xfrm>
            <a:off x="11805995" y="9246084"/>
            <a:ext cx="526408" cy="1045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8FA01EB8-FB7E-62AC-F1E4-BCC2EE060482}"/>
              </a:ext>
            </a:extLst>
          </p:cNvPr>
          <p:cNvCxnSpPr>
            <a:cxnSpLocks/>
          </p:cNvCxnSpPr>
          <p:nvPr/>
        </p:nvCxnSpPr>
        <p:spPr>
          <a:xfrm>
            <a:off x="12157844" y="9248135"/>
            <a:ext cx="579086" cy="1025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A671C3FE-ED49-C919-96A1-99C4129EE557}"/>
              </a:ext>
            </a:extLst>
          </p:cNvPr>
          <p:cNvCxnSpPr>
            <a:cxnSpLocks/>
          </p:cNvCxnSpPr>
          <p:nvPr/>
        </p:nvCxnSpPr>
        <p:spPr>
          <a:xfrm>
            <a:off x="11805995" y="9521695"/>
            <a:ext cx="523743" cy="3874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A6EE1B03-5041-9B5E-A64E-155D7D1CA60B}"/>
              </a:ext>
            </a:extLst>
          </p:cNvPr>
          <p:cNvCxnSpPr>
            <a:cxnSpLocks/>
          </p:cNvCxnSpPr>
          <p:nvPr/>
        </p:nvCxnSpPr>
        <p:spPr>
          <a:xfrm>
            <a:off x="12153189" y="9522483"/>
            <a:ext cx="583741" cy="39195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F5CE9E80-8084-76E7-3DBF-509EDDCE4675}"/>
              </a:ext>
            </a:extLst>
          </p:cNvPr>
          <p:cNvCxnSpPr>
            <a:cxnSpLocks/>
          </p:cNvCxnSpPr>
          <p:nvPr/>
        </p:nvCxnSpPr>
        <p:spPr>
          <a:xfrm>
            <a:off x="12319074" y="9350675"/>
            <a:ext cx="663313" cy="41745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8B6035E0-F81E-8406-1EE6-885815434BA7}"/>
              </a:ext>
            </a:extLst>
          </p:cNvPr>
          <p:cNvCxnSpPr>
            <a:cxnSpLocks/>
          </p:cNvCxnSpPr>
          <p:nvPr/>
        </p:nvCxnSpPr>
        <p:spPr>
          <a:xfrm>
            <a:off x="12327072" y="9909110"/>
            <a:ext cx="655808" cy="2183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04B69A55-2D7E-542B-28BA-643D415F9AD9}"/>
              </a:ext>
            </a:extLst>
          </p:cNvPr>
          <p:cNvCxnSpPr>
            <a:cxnSpLocks/>
          </p:cNvCxnSpPr>
          <p:nvPr/>
        </p:nvCxnSpPr>
        <p:spPr>
          <a:xfrm>
            <a:off x="12736930" y="9350675"/>
            <a:ext cx="605846" cy="41918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C0E0DF39-D05C-5A1B-0B2F-F4BAB67D9DAB}"/>
              </a:ext>
            </a:extLst>
          </p:cNvPr>
          <p:cNvCxnSpPr>
            <a:cxnSpLocks/>
          </p:cNvCxnSpPr>
          <p:nvPr/>
        </p:nvCxnSpPr>
        <p:spPr>
          <a:xfrm>
            <a:off x="12736930" y="9906444"/>
            <a:ext cx="602987" cy="2136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1B93CF2C-AD5F-71DC-F8AE-0BED3A47CC63}"/>
              </a:ext>
            </a:extLst>
          </p:cNvPr>
          <p:cNvSpPr txBox="1"/>
          <p:nvPr/>
        </p:nvSpPr>
        <p:spPr>
          <a:xfrm>
            <a:off x="10963656" y="2716236"/>
            <a:ext cx="2930010" cy="59751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Within the .</a:t>
            </a:r>
            <a:r>
              <a:rPr lang="en-US" sz="1000" b="0" dirty="0" err="1"/>
              <a:t>mwb</a:t>
            </a:r>
            <a:r>
              <a:rPr lang="en-US" sz="1000" b="0" dirty="0"/>
              <a:t> file, the columns used to connect tables can be located by hovering the cursor over a connection or a table to reveal columns to combine.</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grpSp>
        <p:nvGrpSpPr>
          <p:cNvPr id="453" name="Group 452">
            <a:extLst>
              <a:ext uri="{FF2B5EF4-FFF2-40B4-BE49-F238E27FC236}">
                <a16:creationId xmlns:a16="http://schemas.microsoft.com/office/drawing/2014/main" id="{20F39A0A-D717-1FD7-125B-ABCF3F20F255}"/>
              </a:ext>
            </a:extLst>
          </p:cNvPr>
          <p:cNvGrpSpPr/>
          <p:nvPr/>
        </p:nvGrpSpPr>
        <p:grpSpPr>
          <a:xfrm>
            <a:off x="11449387" y="3644175"/>
            <a:ext cx="1763725" cy="931206"/>
            <a:chOff x="3243530" y="3828629"/>
            <a:chExt cx="1763725" cy="931206"/>
          </a:xfrm>
        </p:grpSpPr>
        <p:sp>
          <p:nvSpPr>
            <p:cNvPr id="454" name="Rectangle 453">
              <a:extLst>
                <a:ext uri="{FF2B5EF4-FFF2-40B4-BE49-F238E27FC236}">
                  <a16:creationId xmlns:a16="http://schemas.microsoft.com/office/drawing/2014/main" id="{07B75E03-6309-6B87-3C7C-71280B23F418}"/>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85BDD211-0B99-7C0D-F873-F047DD302C73}"/>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E8342913-5B84-7197-880F-0A3D0561B0D5}"/>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E2BBDB92-5544-E0A7-840C-A727654960BF}"/>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2D122615-8B41-13D4-EFB3-47072087610B}"/>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BCC93D59-1AA4-5E16-84A6-5EC7F7D17436}"/>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1F4CA119-C7BF-5E43-16C6-E9AD822FFB2B}"/>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380FB8FD-7FA6-B2F8-9815-C105A71C9338}"/>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F79DE56E-0541-72F4-EC3D-6F1D3007A1C1}"/>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D931D6CC-3BA0-C760-DE72-370F3A82548E}"/>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9507A587-261C-9B69-F244-32C74E25A542}"/>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BDF68F32-753B-08FF-9925-60EA2AD631B2}"/>
              </a:ext>
            </a:extLst>
          </p:cNvPr>
          <p:cNvSpPr txBox="1"/>
          <p:nvPr/>
        </p:nvSpPr>
        <p:spPr>
          <a:xfrm>
            <a:off x="10988948" y="2493421"/>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Identifying Connections</a:t>
            </a:r>
          </a:p>
        </p:txBody>
      </p:sp>
      <p:sp>
        <p:nvSpPr>
          <p:cNvPr id="475" name="Line">
            <a:extLst>
              <a:ext uri="{FF2B5EF4-FFF2-40B4-BE49-F238E27FC236}">
                <a16:creationId xmlns:a16="http://schemas.microsoft.com/office/drawing/2014/main" id="{3FD42565-A2D1-E5B8-0363-2BDB4D030CBA}"/>
              </a:ext>
            </a:extLst>
          </p:cNvPr>
          <p:cNvSpPr/>
          <p:nvPr/>
        </p:nvSpPr>
        <p:spPr>
          <a:xfrm>
            <a:off x="132854" y="4093765"/>
            <a:ext cx="2577759" cy="3183"/>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19" name="Group 18">
            <a:extLst>
              <a:ext uri="{FF2B5EF4-FFF2-40B4-BE49-F238E27FC236}">
                <a16:creationId xmlns:a16="http://schemas.microsoft.com/office/drawing/2014/main" id="{6328D26E-7A52-2B03-B244-727E9AB03ADC}"/>
              </a:ext>
            </a:extLst>
          </p:cNvPr>
          <p:cNvGrpSpPr/>
          <p:nvPr/>
        </p:nvGrpSpPr>
        <p:grpSpPr>
          <a:xfrm>
            <a:off x="6114412" y="8497468"/>
            <a:ext cx="609170" cy="487299"/>
            <a:chOff x="8855147" y="2668516"/>
            <a:chExt cx="609170" cy="487299"/>
          </a:xfrm>
        </p:grpSpPr>
        <p:pic>
          <p:nvPicPr>
            <p:cNvPr id="24" name="Graphic 23" descr="Paper outline">
              <a:extLst>
                <a:ext uri="{FF2B5EF4-FFF2-40B4-BE49-F238E27FC236}">
                  <a16:creationId xmlns:a16="http://schemas.microsoft.com/office/drawing/2014/main" id="{8C68FD8E-8AFD-67D2-23C1-DE54778573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31" name="TextBox 30">
              <a:extLst>
                <a:ext uri="{FF2B5EF4-FFF2-40B4-BE49-F238E27FC236}">
                  <a16:creationId xmlns:a16="http://schemas.microsoft.com/office/drawing/2014/main" id="{2FE332EE-45DA-CE4C-7519-F0C24734380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proj.yml</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45" name="Group 44">
            <a:extLst>
              <a:ext uri="{FF2B5EF4-FFF2-40B4-BE49-F238E27FC236}">
                <a16:creationId xmlns:a16="http://schemas.microsoft.com/office/drawing/2014/main" id="{50DDDF66-F6B0-4BB4-E00B-CFBAD96F3B38}"/>
              </a:ext>
            </a:extLst>
          </p:cNvPr>
          <p:cNvGrpSpPr/>
          <p:nvPr/>
        </p:nvGrpSpPr>
        <p:grpSpPr>
          <a:xfrm>
            <a:off x="7440077" y="8479271"/>
            <a:ext cx="609170" cy="646017"/>
            <a:chOff x="8855147" y="2668516"/>
            <a:chExt cx="609170" cy="646017"/>
          </a:xfrm>
        </p:grpSpPr>
        <p:pic>
          <p:nvPicPr>
            <p:cNvPr id="46" name="Graphic 45" descr="Paper outline">
              <a:extLst>
                <a:ext uri="{FF2B5EF4-FFF2-40B4-BE49-F238E27FC236}">
                  <a16:creationId xmlns:a16="http://schemas.microsoft.com/office/drawing/2014/main" id="{6324343D-E699-7D94-3020-83AB117075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47" name="TextBox 46">
              <a:extLst>
                <a:ext uri="{FF2B5EF4-FFF2-40B4-BE49-F238E27FC236}">
                  <a16:creationId xmlns:a16="http://schemas.microsoft.com/office/drawing/2014/main" id="{8DB15DDC-ECAC-403A-179E-D015D7AED78A}"/>
                </a:ext>
              </a:extLst>
            </p:cNvPr>
            <p:cNvSpPr txBox="1"/>
            <p:nvPr/>
          </p:nvSpPr>
          <p:spPr>
            <a:xfrm>
              <a:off x="8855147" y="2870903"/>
              <a:ext cx="609170"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analysis.yml</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392" name="Group 1391">
            <a:extLst>
              <a:ext uri="{FF2B5EF4-FFF2-40B4-BE49-F238E27FC236}">
                <a16:creationId xmlns:a16="http://schemas.microsoft.com/office/drawing/2014/main" id="{0CA37363-462B-3F4F-0A68-F0EC2DA07C7E}"/>
              </a:ext>
            </a:extLst>
          </p:cNvPr>
          <p:cNvGrpSpPr/>
          <p:nvPr/>
        </p:nvGrpSpPr>
        <p:grpSpPr>
          <a:xfrm>
            <a:off x="6092110" y="9033416"/>
            <a:ext cx="609170" cy="480493"/>
            <a:chOff x="6092110" y="9033416"/>
            <a:chExt cx="609170" cy="480493"/>
          </a:xfrm>
        </p:grpSpPr>
        <p:grpSp>
          <p:nvGrpSpPr>
            <p:cNvPr id="59" name="Google Shape;359;p18">
              <a:extLst>
                <a:ext uri="{FF2B5EF4-FFF2-40B4-BE49-F238E27FC236}">
                  <a16:creationId xmlns:a16="http://schemas.microsoft.com/office/drawing/2014/main" id="{CF41C9C8-87F8-CEA8-FFC2-375E0DB7EE3A}"/>
                </a:ext>
              </a:extLst>
            </p:cNvPr>
            <p:cNvGrpSpPr/>
            <p:nvPr/>
          </p:nvGrpSpPr>
          <p:grpSpPr>
            <a:xfrm>
              <a:off x="6201282" y="9033416"/>
              <a:ext cx="421787" cy="249195"/>
              <a:chOff x="3007175" y="1757600"/>
              <a:chExt cx="307200" cy="189300"/>
            </a:xfrm>
          </p:grpSpPr>
          <p:sp>
            <p:nvSpPr>
              <p:cNvPr id="62" name="Google Shape;360;p18">
                <a:extLst>
                  <a:ext uri="{FF2B5EF4-FFF2-40B4-BE49-F238E27FC236}">
                    <a16:creationId xmlns:a16="http://schemas.microsoft.com/office/drawing/2014/main" id="{0A6C18F6-3483-5F71-C39E-D8C80E48B82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361;p18">
                <a:extLst>
                  <a:ext uri="{FF2B5EF4-FFF2-40B4-BE49-F238E27FC236}">
                    <a16:creationId xmlns:a16="http://schemas.microsoft.com/office/drawing/2014/main" id="{7B8EBF80-43F5-53B2-269E-43D4C43DBC7C}"/>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4" name="Google Shape;362;p18">
                <a:extLst>
                  <a:ext uri="{FF2B5EF4-FFF2-40B4-BE49-F238E27FC236}">
                    <a16:creationId xmlns:a16="http://schemas.microsoft.com/office/drawing/2014/main" id="{55414058-E126-7BD6-008F-F8D3C7E0A0B1}"/>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5" name="Google Shape;363;p18">
                <a:extLst>
                  <a:ext uri="{FF2B5EF4-FFF2-40B4-BE49-F238E27FC236}">
                    <a16:creationId xmlns:a16="http://schemas.microsoft.com/office/drawing/2014/main" id="{A95FB65C-30B9-5E0F-BE70-45A66247BB15}"/>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56" name="Google Shape;364;p18">
                <a:extLst>
                  <a:ext uri="{FF2B5EF4-FFF2-40B4-BE49-F238E27FC236}">
                    <a16:creationId xmlns:a16="http://schemas.microsoft.com/office/drawing/2014/main" id="{E9B510FF-57C7-86BC-9030-B43FA005C18C}"/>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365;p18">
                <a:extLst>
                  <a:ext uri="{FF2B5EF4-FFF2-40B4-BE49-F238E27FC236}">
                    <a16:creationId xmlns:a16="http://schemas.microsoft.com/office/drawing/2014/main" id="{EAD1D607-019C-B940-A1DC-965C4B2FE8B6}"/>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360" name="Google Shape;366;p18">
                <a:extLst>
                  <a:ext uri="{FF2B5EF4-FFF2-40B4-BE49-F238E27FC236}">
                    <a16:creationId xmlns:a16="http://schemas.microsoft.com/office/drawing/2014/main" id="{8D06675C-F8BF-79E6-1715-55DE8DAB0A0D}"/>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365" name="TextBox 1364">
              <a:extLst>
                <a:ext uri="{FF2B5EF4-FFF2-40B4-BE49-F238E27FC236}">
                  <a16:creationId xmlns:a16="http://schemas.microsoft.com/office/drawing/2014/main" id="{EB7428D8-4086-0275-7707-ECA869DF5980}"/>
                </a:ext>
              </a:extLst>
            </p:cNvPr>
            <p:cNvSpPr txBox="1"/>
            <p:nvPr/>
          </p:nvSpPr>
          <p:spPr>
            <a:xfrm>
              <a:off x="6092110" y="9224167"/>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391" name="Group 1390">
            <a:extLst>
              <a:ext uri="{FF2B5EF4-FFF2-40B4-BE49-F238E27FC236}">
                <a16:creationId xmlns:a16="http://schemas.microsoft.com/office/drawing/2014/main" id="{EE4DEE25-E902-7387-11C1-6623D9992230}"/>
              </a:ext>
            </a:extLst>
          </p:cNvPr>
          <p:cNvGrpSpPr/>
          <p:nvPr/>
        </p:nvGrpSpPr>
        <p:grpSpPr>
          <a:xfrm>
            <a:off x="6055705" y="9445572"/>
            <a:ext cx="609170" cy="471100"/>
            <a:chOff x="6055705" y="9445572"/>
            <a:chExt cx="609170" cy="471100"/>
          </a:xfrm>
        </p:grpSpPr>
        <p:grpSp>
          <p:nvGrpSpPr>
            <p:cNvPr id="1366" name="Google Shape;377;p18">
              <a:extLst>
                <a:ext uri="{FF2B5EF4-FFF2-40B4-BE49-F238E27FC236}">
                  <a16:creationId xmlns:a16="http://schemas.microsoft.com/office/drawing/2014/main" id="{CA639C91-8DC7-4EF6-3719-1E70AACBB02C}"/>
                </a:ext>
              </a:extLst>
            </p:cNvPr>
            <p:cNvGrpSpPr/>
            <p:nvPr/>
          </p:nvGrpSpPr>
          <p:grpSpPr>
            <a:xfrm>
              <a:off x="6200478" y="9445572"/>
              <a:ext cx="281140" cy="245885"/>
              <a:chOff x="3021975" y="2389850"/>
              <a:chExt cx="307200" cy="297900"/>
            </a:xfrm>
          </p:grpSpPr>
          <p:sp>
            <p:nvSpPr>
              <p:cNvPr id="1370" name="Google Shape;378;p18">
                <a:extLst>
                  <a:ext uri="{FF2B5EF4-FFF2-40B4-BE49-F238E27FC236}">
                    <a16:creationId xmlns:a16="http://schemas.microsoft.com/office/drawing/2014/main" id="{9749248D-D5A2-CB83-4500-D9C311D4C1FC}"/>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80" name="Google Shape;379;p18">
                <a:extLst>
                  <a:ext uri="{FF2B5EF4-FFF2-40B4-BE49-F238E27FC236}">
                    <a16:creationId xmlns:a16="http://schemas.microsoft.com/office/drawing/2014/main" id="{DC4E4747-5851-4C91-72EA-4C3D96F69271}"/>
                  </a:ext>
                </a:extLst>
              </p:cNvPr>
              <p:cNvGrpSpPr/>
              <p:nvPr/>
            </p:nvGrpSpPr>
            <p:grpSpPr>
              <a:xfrm>
                <a:off x="3021975" y="2389850"/>
                <a:ext cx="307200" cy="295800"/>
                <a:chOff x="3021975" y="2389850"/>
                <a:chExt cx="307200" cy="295800"/>
              </a:xfrm>
            </p:grpSpPr>
            <p:sp>
              <p:nvSpPr>
                <p:cNvPr id="1381" name="Google Shape;380;p18">
                  <a:extLst>
                    <a:ext uri="{FF2B5EF4-FFF2-40B4-BE49-F238E27FC236}">
                      <a16:creationId xmlns:a16="http://schemas.microsoft.com/office/drawing/2014/main" id="{04234A1B-BB3F-5295-514C-44FF90CD4BD2}"/>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3" name="Google Shape;381;p18">
                  <a:extLst>
                    <a:ext uri="{FF2B5EF4-FFF2-40B4-BE49-F238E27FC236}">
                      <a16:creationId xmlns:a16="http://schemas.microsoft.com/office/drawing/2014/main" id="{EDE4D0EF-E401-7572-CD6F-2BD0BB3F3408}"/>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84" name="Google Shape;382;p18">
                  <a:extLst>
                    <a:ext uri="{FF2B5EF4-FFF2-40B4-BE49-F238E27FC236}">
                      <a16:creationId xmlns:a16="http://schemas.microsoft.com/office/drawing/2014/main" id="{9B96B7CE-67E9-6CD0-29E4-B065ED879A91}"/>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385" name="Google Shape;383;p18">
                  <a:extLst>
                    <a:ext uri="{FF2B5EF4-FFF2-40B4-BE49-F238E27FC236}">
                      <a16:creationId xmlns:a16="http://schemas.microsoft.com/office/drawing/2014/main" id="{8F2BDC49-1A08-3ED4-18F2-21915096260D}"/>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386" name="Google Shape;384;p18">
                  <a:extLst>
                    <a:ext uri="{FF2B5EF4-FFF2-40B4-BE49-F238E27FC236}">
                      <a16:creationId xmlns:a16="http://schemas.microsoft.com/office/drawing/2014/main" id="{37A351F5-0786-1DCE-6FDB-27DB0B0F9692}"/>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87" name="Google Shape;385;p18">
                  <a:extLst>
                    <a:ext uri="{FF2B5EF4-FFF2-40B4-BE49-F238E27FC236}">
                      <a16:creationId xmlns:a16="http://schemas.microsoft.com/office/drawing/2014/main" id="{3DB27473-126A-74F2-5D3E-B09240F22F3D}"/>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388" name="Google Shape;386;p18">
                  <a:extLst>
                    <a:ext uri="{FF2B5EF4-FFF2-40B4-BE49-F238E27FC236}">
                      <a16:creationId xmlns:a16="http://schemas.microsoft.com/office/drawing/2014/main" id="{809EF90F-6779-0FA4-350B-BA1F78F9112D}"/>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389" name="Google Shape;387;p18">
                  <a:extLst>
                    <a:ext uri="{FF2B5EF4-FFF2-40B4-BE49-F238E27FC236}">
                      <a16:creationId xmlns:a16="http://schemas.microsoft.com/office/drawing/2014/main" id="{AD3D6D24-DDD6-F225-4873-BF1F6A33C319}"/>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390" name="TextBox 1389">
              <a:extLst>
                <a:ext uri="{FF2B5EF4-FFF2-40B4-BE49-F238E27FC236}">
                  <a16:creationId xmlns:a16="http://schemas.microsoft.com/office/drawing/2014/main" id="{92050A82-A0F0-9594-46F6-8AF325D898C4}"/>
                </a:ext>
              </a:extLst>
            </p:cNvPr>
            <p:cNvSpPr txBox="1"/>
            <p:nvPr/>
          </p:nvSpPr>
          <p:spPr>
            <a:xfrm>
              <a:off x="6055705" y="9626930"/>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Mail</a:t>
              </a:r>
              <a:endParaRPr kumimoji="0" lang="en-US" sz="1000" b="0" i="0" u="none" strike="noStrike" cap="none" spc="0" normalizeH="0" baseline="0" dirty="0">
                <a:ln>
                  <a:noFill/>
                </a:ln>
                <a:solidFill>
                  <a:srgbClr val="4C4C4C"/>
                </a:solidFill>
                <a:effectLst/>
                <a:uFillTx/>
                <a:sym typeface="Source Sans Pro"/>
              </a:endParaRPr>
            </a:p>
          </p:txBody>
        </p:sp>
      </p:grpSp>
    </p:spTree>
    <p:extLst>
      <p:ext uri="{BB962C8B-B14F-4D97-AF65-F5344CB8AC3E}">
        <p14:creationId xmlns:p14="http://schemas.microsoft.com/office/powerpoint/2010/main" val="408663978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Fake-data-cheatsheet</Template>
  <TotalTime>1857</TotalTime>
  <Words>445</Words>
  <Application>Microsoft Office PowerPoint</Application>
  <PresentationFormat>Custom</PresentationFormat>
  <Paragraphs>44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Avenir</vt:lpstr>
      <vt:lpstr>Helvetica Light</vt:lpstr>
      <vt:lpstr>Source Sans Pro</vt:lpstr>
      <vt:lpstr>Source Sans Pro Light</vt:lpstr>
      <vt:lpstr>Source Sans Pro Semibold</vt:lpstr>
      <vt:lpstr>White</vt:lpstr>
      <vt:lpstr>Data Schema: : CHEAT SHEET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Flinn</dc:creator>
  <cp:lastModifiedBy>John Flinn</cp:lastModifiedBy>
  <cp:revision>124</cp:revision>
  <cp:lastPrinted>2026-04-18T22:13:55Z</cp:lastPrinted>
  <dcterms:created xsi:type="dcterms:W3CDTF">2026-04-18T22:31:06Z</dcterms:created>
  <dcterms:modified xsi:type="dcterms:W3CDTF">2026-05-09T12:41:39Z</dcterms:modified>
</cp:coreProperties>
</file>