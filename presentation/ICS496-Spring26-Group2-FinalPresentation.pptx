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Source Sans 3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x04V7ZuH+EUnbQC4uSeWuejsw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ourceSans3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SourceSans3-bold.fntdata"/><Relationship Id="rId6" Type="http://schemas.openxmlformats.org/officeDocument/2006/relationships/slide" Target="slides/slide2.xml"/><Relationship Id="rId18" Type="http://schemas.openxmlformats.org/officeDocument/2006/relationships/font" Target="fonts/SourceSans3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For our capstone project, we worked with SAILUH, a research lab within the Shidler College of Business.</a:t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Before explaining our project, it’s helpful to understand what SAILUH 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SAILUH is the Software Analytics Insight Lab at UH Mānoa, a GitHub organization that develops tools for software analytics, allowing researchers to study developer activity and collaboration within software projects.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However, a subset of the ecosystem lacked interoperability between several of these analysis tools.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Our work focused on improving how tools in the SAILUH ecosystem work together to analyze developer behavior and understand the health of software projects.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 address this problem, we divided the project into four main components: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sentiment classification, engagement trends, network refactoring, and causal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Each member of our team focused on one of these components, and together they formed the pipeline we built.</a:t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050f16b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Samantha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mentioned, our project is broken down into 4 components t</a:t>
            </a:r>
            <a:r>
              <a:rPr lang="en-US"/>
              <a:t>o assess how developer communication affects project health and our solution does so by: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Offering the capability to measure developer sentiment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Seeing whether it effects project health and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Having a way to analyze the causality of this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 need a way to get this developer sentiment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take raw developer comments and run them through machine learning models to produce sentiment data - attaching positive, negative, or neutral labels to each comment.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sentiment data feeds into an engagement function</a:t>
            </a:r>
            <a:r>
              <a:rPr lang="en-US"/>
              <a:t> to measure engagement metrics. This could be things like people posting less commits or less comments as an indicator of poor project </a:t>
            </a:r>
            <a:r>
              <a:rPr lang="en-US"/>
              <a:t>health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Meanwhile, transform functions standardize how different data sources are represented as networks to keep our pipeline consistent.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Finally, all of this flows into Pykumu, which lets us analyze the causal relationship between developer sentiment and project health and produces a Causal Graph as the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Together, these pieces give us a complete, end-to-end pipeline for assessing how developer sentiment affects project health. </a:t>
            </a:r>
            <a:endParaRPr/>
          </a:p>
        </p:txBody>
      </p:sp>
      <p:sp>
        <p:nvSpPr>
          <p:cNvPr id="74" name="Google Shape;74;g3e050f16b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Samantha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of our major accomplishments include building an end-to-end pipeline that produces sentiment-labeled communication comments compatible with Kaiaulu, implementing new metrics that measure engagement, productivity, sentiment, and communication among developers in a project, introducing a standardized S3 graph model with typed constructors and dispatch methods for extensible downstream analysis, and implementing Pykumu API package, a Python interface to Tetrad's causal analysis library.</a:t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Phuong presenting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our quality assurance metric, to</a:t>
            </a:r>
            <a:r>
              <a:rPr lang="en-US"/>
              <a:t> ensured quality, we submit pull requests for new features and include our sponsor’s feedback to refine our code before merging. We also have a project overview tab with our weekly notes and next steps, so we could track progress and </a:t>
            </a:r>
            <a:r>
              <a:rPr lang="en-US">
                <a:solidFill>
                  <a:srgbClr val="191919"/>
                </a:solidFill>
              </a:rPr>
              <a:t>what needs to be completed each week.</a:t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We had a few methods of communication and project management. With just the 4 of us, we had internal group meetings in-person on Mondays and communication in Discord.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Our main methods of communication with the sponsor are 1) through Microsoft Teams meetings on Fridays, 2) GitHub issues where we detail a project task’s purpose, process, and TODOS, and 3) email.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Our source of delivery was through GitHub by submitting a pull request and having each other perform code reviews.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Adam</a:t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 for the development of this project include: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Cleaning up the sentiment classifier codebase to ensure the full pipeline is compatible with the data format produced by the dataset preparation.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Expanding the connection of the data pipelines to the metrics for the R notebooks.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Creating new R notebooks that document the additional functionality enabled by transform standardization.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Appling the pykumu pipeline to an engagement metrics dataset to produce a causal graph.</a:t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Phuong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would like to acknowledge our sponsor Carlos and Rick for guiding us through this project.</a:t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81dd578cb_4_129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d81dd578cb_4_129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d81dd578cb_4_12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81dd578cb_4_130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d81dd578cb_4_13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81dd578cb_4_13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d81dd578cb_4_130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d81dd578cb_4_13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81dd578cb_4_130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d81dd578cb_4_130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d81dd578cb_4_130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d81dd578cb_4_130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81dd578cb_4_13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d81dd578cb_4_13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81dd578cb_4_131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d81dd578cb_4_131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d81dd578cb_4_13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81dd578cb_4_132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d81dd578cb_4_13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81dd578cb_4_132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d81dd578cb_4_132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d81dd578cb_4_132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d81dd578cb_4_132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d81dd578cb_4_13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81dd578cb_4_133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d81dd578cb_4_13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81dd578cb_4_133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d81dd578cb_4_133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d81dd578cb_4_13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81dd578cb_4_13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1dd578cb_4_13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g3d81dd578cb_4_13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d81dd578cb_4_13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d81dd578cb_4_13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d81dd578cb_4_13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81dd578cb_4_129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d81dd578cb_4_129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d81dd578cb_4_12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http://github.com/sailu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1524000" y="3456308"/>
            <a:ext cx="91440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ource Sans 3"/>
              <a:buNone/>
            </a:pPr>
            <a:r>
              <a:rPr b="1" lang="en-US" sz="7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</a:t>
            </a:r>
            <a:endParaRPr sz="7000"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1524000" y="4726083"/>
            <a:ext cx="91440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513">
                <a:latin typeface="Source Sans 3"/>
                <a:ea typeface="Source Sans 3"/>
                <a:cs typeface="Source Sans 3"/>
                <a:sym typeface="Source Sans 3"/>
              </a:rPr>
              <a:t>Adam Graham, Samantha Limon, Jared Seto, Phuong Pham</a:t>
            </a:r>
            <a:endParaRPr sz="2513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513">
                <a:latin typeface="Source Sans 3"/>
                <a:ea typeface="Source Sans 3"/>
                <a:cs typeface="Source Sans 3"/>
                <a:sym typeface="Source Sans 3"/>
              </a:rPr>
              <a:t>Sponsored by: Carlos Paradis and Rick Kazman</a:t>
            </a:r>
            <a:endParaRPr sz="2513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2513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994917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/>
        </p:nvSpPr>
        <p:spPr>
          <a:xfrm>
            <a:off x="5028750" y="2899925"/>
            <a:ext cx="213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4"/>
              </a:rPr>
              <a:t>github.com/sailuh</a:t>
            </a:r>
            <a:endParaRPr sz="200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838200" y="26711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is SAILUH?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838200" y="1314865"/>
            <a:ext cx="105156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Software Analytics Insight Lab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G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itHub organization for a UH Mānoa research lab that builds tools to analyze software projects and developer communities.</a:t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838200" y="3806882"/>
            <a:ext cx="10515600" cy="27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subset of t</a:t>
            </a: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he SAILUH ecosystem </a:t>
            </a: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does not yet provide interoperability among its tools</a:t>
            </a: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identify how developers’ sentiment affects project health.</a:t>
            </a:r>
            <a:endParaRPr i="0" sz="2500" u="none" cap="none" strike="noStrike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•"/>
            </a:pP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Sentiment Classifier</a:t>
            </a:r>
            <a:endParaRPr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•"/>
            </a:pP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 Trends</a:t>
            </a:r>
            <a:endParaRPr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•"/>
            </a:pP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Network Refactoring</a:t>
            </a:r>
            <a:endParaRPr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•"/>
            </a:pPr>
            <a:r>
              <a:rPr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Causal Analysis</a:t>
            </a:r>
            <a:endParaRPr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838200" y="26801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50f16bc5_0_0"/>
          <p:cNvSpPr txBox="1"/>
          <p:nvPr>
            <p:ph type="title"/>
          </p:nvPr>
        </p:nvSpPr>
        <p:spPr>
          <a:xfrm>
            <a:off x="841248" y="2766150"/>
            <a:ext cx="2423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Technical Solution Overview</a:t>
            </a:r>
            <a:endParaRPr sz="4000"/>
          </a:p>
        </p:txBody>
      </p:sp>
      <p:pic>
        <p:nvPicPr>
          <p:cNvPr id="77" name="Google Shape;77;g3e050f16bc5_0_0" title="Screenshot 2026-04-21 at 11.42.4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228" y="0"/>
            <a:ext cx="751839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Major Accomplishments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838200" y="1825625"/>
            <a:ext cx="7052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Sentiment Classifier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: Built an end-to-end pipeline that produces sentiment-labeled communication comments compatible with Kaiaulu.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New Metrics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: Implemented new metrics that measure engagement, sentiment, and productivity among developers in a project.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Network Refactoring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: Introduced a standardized S3 graph model with typed constructors and dispatch methods for extensible downstream analysis.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Causal Analysis</a:t>
            </a: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: Implemented Pykumu API package, a Python interface to Tetrad's causal analysis library.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84" name="Google Shape;84;p4" title="Screenshot 2026-05-04 at 9.23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2900" y="1690700"/>
            <a:ext cx="4486698" cy="40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838200" y="2441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Quality Assurance Metrics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838200" y="1301600"/>
            <a:ext cx="5307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Submitted pull requests with new features and fixes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Incorporated sponsor feedback through PR and Issue discussions before a merge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Maintain a “Project Overview” issue tab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○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Scope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○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Requirements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○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Milestones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○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Weekly notes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Source Sans 3"/>
              <a:buChar char="○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Next steps</a:t>
            </a:r>
            <a:endParaRPr sz="33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91" name="Google Shape;91;p5" title="Screenshot 2026-04-22 at 3.00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750" y="742104"/>
            <a:ext cx="5737252" cy="3005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 title="Screenshot 2026-04-22 at 3.01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750" y="3748025"/>
            <a:ext cx="5737252" cy="2865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Management and Delivery</a:t>
            </a:r>
            <a:endParaRPr/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19491" t="0"/>
          <a:stretch/>
        </p:blipFill>
        <p:spPr>
          <a:xfrm>
            <a:off x="132550" y="1549357"/>
            <a:ext cx="6271299" cy="3164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14952" t="0"/>
          <a:stretch/>
        </p:blipFill>
        <p:spPr>
          <a:xfrm>
            <a:off x="5788150" y="2240838"/>
            <a:ext cx="6271299" cy="23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" y="5475337"/>
            <a:ext cx="12039598" cy="61726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10379025" y="5575475"/>
            <a:ext cx="480900" cy="409200"/>
          </a:xfrm>
          <a:prstGeom prst="rect">
            <a:avLst/>
          </a:prstGeom>
          <a:noFill/>
          <a:ln cap="flat" cmpd="sng" w="25700">
            <a:solidFill>
              <a:srgbClr val="FA5B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350" lIns="123350" spcFirstLastPara="1" rIns="123350" wrap="square" tIns="12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9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Reflections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838200" y="1571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learned how to contribute to open-source software while aligning with SAILUH’s architecture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discovered how to effectively extend SAILUH’s capabilities through mutually agreed upon specifications from our sponsors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Wrote maintainable code for future contributors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Source Sans 3"/>
              <a:buChar char="●"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project improved our technical skills by working on a large-scale software project, utilizing industry standard developer tools like RStudio, GitHub, and Git.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Next Steps</a:t>
            </a:r>
            <a:endParaRPr/>
          </a:p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838200" y="1825625"/>
            <a:ext cx="3929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 is ever-evolving…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096000" y="2298728"/>
            <a:ext cx="4956900" cy="1788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Source Sans 3"/>
                <a:ea typeface="Source Sans 3"/>
                <a:cs typeface="Source Sans 3"/>
                <a:sym typeface="Source Sans 3"/>
              </a:rPr>
              <a:t>Expand the connection of the data pipelines to the metrics for the R notebooks.</a:t>
            </a:r>
            <a:endParaRPr sz="16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071900" y="2298728"/>
            <a:ext cx="4956900" cy="1788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A5B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Source Sans 3"/>
                <a:ea typeface="Source Sans 3"/>
                <a:cs typeface="Source Sans 3"/>
                <a:sym typeface="Source Sans 3"/>
              </a:rPr>
              <a:t>Clean up the sentiment classifier codebase to ensure the full pipeline is compatible with the data format produced by dataset preparation.</a:t>
            </a:r>
            <a:endParaRPr sz="16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071900" y="4167500"/>
            <a:ext cx="4956900" cy="1868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Source Sans 3"/>
                <a:ea typeface="Source Sans 3"/>
                <a:cs typeface="Source Sans 3"/>
                <a:sym typeface="Source Sans 3"/>
              </a:rPr>
              <a:t>Create new R notebooks that document the additional functionality enabled by transform standardization.</a:t>
            </a:r>
            <a:endParaRPr sz="16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096000" y="4167500"/>
            <a:ext cx="4956900" cy="1868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Source Sans 3"/>
                <a:ea typeface="Source Sans 3"/>
                <a:cs typeface="Source Sans 3"/>
                <a:sym typeface="Source Sans 3"/>
              </a:rPr>
              <a:t>Apply the pykumu pipeline to an engagement metrics dataset to produce a causal graph.</a:t>
            </a:r>
            <a:endParaRPr sz="1600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980300" y="4167500"/>
            <a:ext cx="3140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Network Refactoring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356750" y="4167500"/>
            <a:ext cx="243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Causal Analysis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907100" y="2298725"/>
            <a:ext cx="133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Metrics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2099550" y="2298725"/>
            <a:ext cx="290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Sentiment Classifier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Source Sans 3"/>
              <a:buNone/>
            </a:pPr>
            <a:r>
              <a:rPr lang="en-US" sz="40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Acknowledgements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838200" y="1690675"/>
            <a:ext cx="47685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Carlos Paradis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Scientist at KBR, Inc.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5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Ph.D. in Computer Science from UH Manoa</a:t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84910"/>
            <a:ext cx="2381250" cy="238125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9"/>
          <p:cNvSpPr txBox="1"/>
          <p:nvPr/>
        </p:nvSpPr>
        <p:spPr>
          <a:xfrm>
            <a:off x="6753309" y="1690688"/>
            <a:ext cx="4265212" cy="1664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Rick Kazman</a:t>
            </a:r>
            <a:endParaRPr b="0" i="0" sz="2500" u="none" cap="none" strike="noStrike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Professor of Information Technology Management at Shidler College of Business</a:t>
            </a:r>
            <a:endParaRPr b="0" i="0" sz="2500" u="none" cap="none" strike="noStrike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302" y="3584910"/>
            <a:ext cx="3045251" cy="2381249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2026-04-20T08:44:18Z</dcterms:created>
  <dc:creator>Adam G</dc:creator>
</cp:coreProperties>
</file>