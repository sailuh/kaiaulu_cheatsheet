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43891200"/>
  <p:notesSz cx="6858000" cy="9144000"/>
  <p:embeddedFontLst>
    <p:embeddedFont>
      <p:font typeface="Helvetica Neue" panose="020B060402020202020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2utSipJ7XulNsOOLRfHGUPs8Nb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rlos Andrad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7" d="100"/>
          <a:sy n="17" d="100"/>
        </p:scale>
        <p:origin x="3075"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heme" Target="theme/theme1.xml"/><Relationship Id="rId4"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468880" y="7183123"/>
            <a:ext cx="27980640" cy="152806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1600"/>
              <a:buFont typeface="Calibri"/>
              <a:buNone/>
              <a:defRPr sz="2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114800" y="23053043"/>
            <a:ext cx="24688800" cy="1059687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600"/>
              </a:spcBef>
              <a:spcAft>
                <a:spcPts val="0"/>
              </a:spcAft>
              <a:buClr>
                <a:schemeClr val="dk1"/>
              </a:buClr>
              <a:buSzPts val="8640"/>
              <a:buNone/>
              <a:defRPr sz="8640"/>
            </a:lvl1pPr>
            <a:lvl2pPr lvl="1" algn="ctr">
              <a:lnSpc>
                <a:spcPct val="90000"/>
              </a:lnSpc>
              <a:spcBef>
                <a:spcPts val="1800"/>
              </a:spcBef>
              <a:spcAft>
                <a:spcPts val="0"/>
              </a:spcAft>
              <a:buClr>
                <a:schemeClr val="dk1"/>
              </a:buClr>
              <a:buSzPts val="7200"/>
              <a:buNone/>
              <a:defRPr sz="7200"/>
            </a:lvl2pPr>
            <a:lvl3pPr lvl="2" algn="ctr">
              <a:lnSpc>
                <a:spcPct val="90000"/>
              </a:lnSpc>
              <a:spcBef>
                <a:spcPts val="1800"/>
              </a:spcBef>
              <a:spcAft>
                <a:spcPts val="0"/>
              </a:spcAft>
              <a:buClr>
                <a:schemeClr val="dk1"/>
              </a:buClr>
              <a:buSzPts val="6480"/>
              <a:buNone/>
              <a:defRPr sz="6480"/>
            </a:lvl3pPr>
            <a:lvl4pPr lvl="3" algn="ctr">
              <a:lnSpc>
                <a:spcPct val="90000"/>
              </a:lnSpc>
              <a:spcBef>
                <a:spcPts val="1800"/>
              </a:spcBef>
              <a:spcAft>
                <a:spcPts val="0"/>
              </a:spcAft>
              <a:buClr>
                <a:schemeClr val="dk1"/>
              </a:buClr>
              <a:buSzPts val="5760"/>
              <a:buNone/>
              <a:defRPr sz="5760"/>
            </a:lvl4pPr>
            <a:lvl5pPr lvl="4" algn="ctr">
              <a:lnSpc>
                <a:spcPct val="90000"/>
              </a:lnSpc>
              <a:spcBef>
                <a:spcPts val="1800"/>
              </a:spcBef>
              <a:spcAft>
                <a:spcPts val="0"/>
              </a:spcAft>
              <a:buClr>
                <a:schemeClr val="dk1"/>
              </a:buClr>
              <a:buSzPts val="5760"/>
              <a:buNone/>
              <a:defRPr sz="5760"/>
            </a:lvl5pPr>
            <a:lvl6pPr lvl="5" algn="ctr">
              <a:lnSpc>
                <a:spcPct val="90000"/>
              </a:lnSpc>
              <a:spcBef>
                <a:spcPts val="1800"/>
              </a:spcBef>
              <a:spcAft>
                <a:spcPts val="0"/>
              </a:spcAft>
              <a:buClr>
                <a:schemeClr val="dk1"/>
              </a:buClr>
              <a:buSzPts val="5760"/>
              <a:buNone/>
              <a:defRPr sz="5760"/>
            </a:lvl6pPr>
            <a:lvl7pPr lvl="6" algn="ctr">
              <a:lnSpc>
                <a:spcPct val="90000"/>
              </a:lnSpc>
              <a:spcBef>
                <a:spcPts val="1800"/>
              </a:spcBef>
              <a:spcAft>
                <a:spcPts val="0"/>
              </a:spcAft>
              <a:buClr>
                <a:schemeClr val="dk1"/>
              </a:buClr>
              <a:buSzPts val="5760"/>
              <a:buNone/>
              <a:defRPr sz="5760"/>
            </a:lvl7pPr>
            <a:lvl8pPr lvl="7" algn="ctr">
              <a:lnSpc>
                <a:spcPct val="90000"/>
              </a:lnSpc>
              <a:spcBef>
                <a:spcPts val="1800"/>
              </a:spcBef>
              <a:spcAft>
                <a:spcPts val="0"/>
              </a:spcAft>
              <a:buClr>
                <a:schemeClr val="dk1"/>
              </a:buClr>
              <a:buSzPts val="5760"/>
              <a:buNone/>
              <a:defRPr sz="5760"/>
            </a:lvl8pPr>
            <a:lvl9pPr lvl="8" algn="ctr">
              <a:lnSpc>
                <a:spcPct val="90000"/>
              </a:lnSpc>
              <a:spcBef>
                <a:spcPts val="1800"/>
              </a:spcBef>
              <a:spcAft>
                <a:spcPts val="0"/>
              </a:spcAft>
              <a:buClr>
                <a:schemeClr val="dk1"/>
              </a:buClr>
              <a:buSzPts val="5760"/>
              <a:buNone/>
              <a:defRPr sz="5760"/>
            </a:lvl9pPr>
          </a:lstStyle>
          <a:p>
            <a:endParaRPr/>
          </a:p>
        </p:txBody>
      </p:sp>
      <p:sp>
        <p:nvSpPr>
          <p:cNvPr id="14" name="Google Shape;14;p3"/>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63140" y="11684000"/>
            <a:ext cx="283921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45997" y="10942333"/>
            <a:ext cx="28392120" cy="182575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0"/>
              <a:buFont typeface="Calibri"/>
              <a:buNone/>
              <a:defRPr sz="2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45997" y="29372573"/>
            <a:ext cx="28392120" cy="960119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8640"/>
              <a:buNone/>
              <a:defRPr sz="8640">
                <a:solidFill>
                  <a:schemeClr val="dk1"/>
                </a:solidFill>
              </a:defRPr>
            </a:lvl1pPr>
            <a:lvl2pPr marL="914400" lvl="1" indent="-228600" algn="l">
              <a:lnSpc>
                <a:spcPct val="90000"/>
              </a:lnSpc>
              <a:spcBef>
                <a:spcPts val="1800"/>
              </a:spcBef>
              <a:spcAft>
                <a:spcPts val="0"/>
              </a:spcAft>
              <a:buClr>
                <a:srgbClr val="888888"/>
              </a:buClr>
              <a:buSzPts val="7200"/>
              <a:buNone/>
              <a:defRPr sz="7200">
                <a:solidFill>
                  <a:srgbClr val="888888"/>
                </a:solidFill>
              </a:defRPr>
            </a:lvl2pPr>
            <a:lvl3pPr marL="1371600" lvl="2" indent="-228600" algn="l">
              <a:lnSpc>
                <a:spcPct val="90000"/>
              </a:lnSpc>
              <a:spcBef>
                <a:spcPts val="1800"/>
              </a:spcBef>
              <a:spcAft>
                <a:spcPts val="0"/>
              </a:spcAft>
              <a:buClr>
                <a:srgbClr val="888888"/>
              </a:buClr>
              <a:buSzPts val="6480"/>
              <a:buNone/>
              <a:defRPr sz="6480">
                <a:solidFill>
                  <a:srgbClr val="888888"/>
                </a:solidFill>
              </a:defRPr>
            </a:lvl3pPr>
            <a:lvl4pPr marL="1828800" lvl="3" indent="-228600" algn="l">
              <a:lnSpc>
                <a:spcPct val="90000"/>
              </a:lnSpc>
              <a:spcBef>
                <a:spcPts val="1800"/>
              </a:spcBef>
              <a:spcAft>
                <a:spcPts val="0"/>
              </a:spcAft>
              <a:buClr>
                <a:srgbClr val="888888"/>
              </a:buClr>
              <a:buSzPts val="5760"/>
              <a:buNone/>
              <a:defRPr sz="5760">
                <a:solidFill>
                  <a:srgbClr val="888888"/>
                </a:solidFill>
              </a:defRPr>
            </a:lvl4pPr>
            <a:lvl5pPr marL="2286000" lvl="4" indent="-228600" algn="l">
              <a:lnSpc>
                <a:spcPct val="90000"/>
              </a:lnSpc>
              <a:spcBef>
                <a:spcPts val="1800"/>
              </a:spcBef>
              <a:spcAft>
                <a:spcPts val="0"/>
              </a:spcAft>
              <a:buClr>
                <a:srgbClr val="888888"/>
              </a:buClr>
              <a:buSzPts val="5760"/>
              <a:buNone/>
              <a:defRPr sz="5760">
                <a:solidFill>
                  <a:srgbClr val="888888"/>
                </a:solidFill>
              </a:defRPr>
            </a:lvl5pPr>
            <a:lvl6pPr marL="2743200" lvl="5" indent="-228600" algn="l">
              <a:lnSpc>
                <a:spcPct val="90000"/>
              </a:lnSpc>
              <a:spcBef>
                <a:spcPts val="1800"/>
              </a:spcBef>
              <a:spcAft>
                <a:spcPts val="0"/>
              </a:spcAft>
              <a:buClr>
                <a:srgbClr val="888888"/>
              </a:buClr>
              <a:buSzPts val="5760"/>
              <a:buNone/>
              <a:defRPr sz="5760">
                <a:solidFill>
                  <a:srgbClr val="888888"/>
                </a:solidFill>
              </a:defRPr>
            </a:lvl6pPr>
            <a:lvl7pPr marL="3200400" lvl="6" indent="-228600" algn="l">
              <a:lnSpc>
                <a:spcPct val="90000"/>
              </a:lnSpc>
              <a:spcBef>
                <a:spcPts val="1800"/>
              </a:spcBef>
              <a:spcAft>
                <a:spcPts val="0"/>
              </a:spcAft>
              <a:buClr>
                <a:srgbClr val="888888"/>
              </a:buClr>
              <a:buSzPts val="5760"/>
              <a:buNone/>
              <a:defRPr sz="5760">
                <a:solidFill>
                  <a:srgbClr val="888888"/>
                </a:solidFill>
              </a:defRPr>
            </a:lvl7pPr>
            <a:lvl8pPr marL="3657600" lvl="7" indent="-228600" algn="l">
              <a:lnSpc>
                <a:spcPct val="90000"/>
              </a:lnSpc>
              <a:spcBef>
                <a:spcPts val="1800"/>
              </a:spcBef>
              <a:spcAft>
                <a:spcPts val="0"/>
              </a:spcAft>
              <a:buClr>
                <a:srgbClr val="888888"/>
              </a:buClr>
              <a:buSzPts val="5760"/>
              <a:buNone/>
              <a:defRPr sz="5760">
                <a:solidFill>
                  <a:srgbClr val="888888"/>
                </a:solidFill>
              </a:defRPr>
            </a:lvl8pPr>
            <a:lvl9pPr marL="4114800" lvl="8" indent="-228600" algn="l">
              <a:lnSpc>
                <a:spcPct val="90000"/>
              </a:lnSpc>
              <a:spcBef>
                <a:spcPts val="1800"/>
              </a:spcBef>
              <a:spcAft>
                <a:spcPts val="0"/>
              </a:spcAft>
              <a:buClr>
                <a:srgbClr val="888888"/>
              </a:buClr>
              <a:buSzPts val="5760"/>
              <a:buNone/>
              <a:defRPr sz="5760">
                <a:solidFill>
                  <a:srgbClr val="888888"/>
                </a:solidFill>
              </a:defRPr>
            </a:lvl9pPr>
          </a:lstStyle>
          <a:p>
            <a:endParaRPr/>
          </a:p>
        </p:txBody>
      </p:sp>
      <p:sp>
        <p:nvSpPr>
          <p:cNvPr id="26" name="Google Shape;26;p5"/>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63140" y="11684000"/>
            <a:ext cx="139903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664940" y="11684000"/>
            <a:ext cx="13990320" cy="278485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67428"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67431" y="10759443"/>
            <a:ext cx="13926024" cy="527303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39" name="Google Shape;39;p7"/>
          <p:cNvSpPr txBox="1">
            <a:spLocks noGrp="1"/>
          </p:cNvSpPr>
          <p:nvPr>
            <p:ph type="body" idx="2"/>
          </p:nvPr>
        </p:nvSpPr>
        <p:spPr>
          <a:xfrm>
            <a:off x="2267431" y="16032480"/>
            <a:ext cx="13926024" cy="235813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664942" y="10759443"/>
            <a:ext cx="13994608" cy="527303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600"/>
              </a:spcBef>
              <a:spcAft>
                <a:spcPts val="0"/>
              </a:spcAft>
              <a:buClr>
                <a:schemeClr val="dk1"/>
              </a:buClr>
              <a:buSzPts val="8640"/>
              <a:buNone/>
              <a:defRPr sz="8640" b="1"/>
            </a:lvl1pPr>
            <a:lvl2pPr marL="914400" lvl="1" indent="-228600" algn="l">
              <a:lnSpc>
                <a:spcPct val="90000"/>
              </a:lnSpc>
              <a:spcBef>
                <a:spcPts val="1800"/>
              </a:spcBef>
              <a:spcAft>
                <a:spcPts val="0"/>
              </a:spcAft>
              <a:buClr>
                <a:schemeClr val="dk1"/>
              </a:buClr>
              <a:buSzPts val="7200"/>
              <a:buNone/>
              <a:defRPr sz="7200" b="1"/>
            </a:lvl2pPr>
            <a:lvl3pPr marL="1371600" lvl="2" indent="-228600" algn="l">
              <a:lnSpc>
                <a:spcPct val="90000"/>
              </a:lnSpc>
              <a:spcBef>
                <a:spcPts val="1800"/>
              </a:spcBef>
              <a:spcAft>
                <a:spcPts val="0"/>
              </a:spcAft>
              <a:buClr>
                <a:schemeClr val="dk1"/>
              </a:buClr>
              <a:buSzPts val="6480"/>
              <a:buNone/>
              <a:defRPr sz="6480" b="1"/>
            </a:lvl3pPr>
            <a:lvl4pPr marL="1828800" lvl="3" indent="-228600" algn="l">
              <a:lnSpc>
                <a:spcPct val="90000"/>
              </a:lnSpc>
              <a:spcBef>
                <a:spcPts val="1800"/>
              </a:spcBef>
              <a:spcAft>
                <a:spcPts val="0"/>
              </a:spcAft>
              <a:buClr>
                <a:schemeClr val="dk1"/>
              </a:buClr>
              <a:buSzPts val="5760"/>
              <a:buNone/>
              <a:defRPr sz="5760" b="1"/>
            </a:lvl4pPr>
            <a:lvl5pPr marL="2286000" lvl="4" indent="-228600" algn="l">
              <a:lnSpc>
                <a:spcPct val="90000"/>
              </a:lnSpc>
              <a:spcBef>
                <a:spcPts val="1800"/>
              </a:spcBef>
              <a:spcAft>
                <a:spcPts val="0"/>
              </a:spcAft>
              <a:buClr>
                <a:schemeClr val="dk1"/>
              </a:buClr>
              <a:buSzPts val="5760"/>
              <a:buNone/>
              <a:defRPr sz="5760" b="1"/>
            </a:lvl5pPr>
            <a:lvl6pPr marL="2743200" lvl="5" indent="-228600" algn="l">
              <a:lnSpc>
                <a:spcPct val="90000"/>
              </a:lnSpc>
              <a:spcBef>
                <a:spcPts val="1800"/>
              </a:spcBef>
              <a:spcAft>
                <a:spcPts val="0"/>
              </a:spcAft>
              <a:buClr>
                <a:schemeClr val="dk1"/>
              </a:buClr>
              <a:buSzPts val="5760"/>
              <a:buNone/>
              <a:defRPr sz="5760" b="1"/>
            </a:lvl6pPr>
            <a:lvl7pPr marL="3200400" lvl="6" indent="-228600" algn="l">
              <a:lnSpc>
                <a:spcPct val="90000"/>
              </a:lnSpc>
              <a:spcBef>
                <a:spcPts val="1800"/>
              </a:spcBef>
              <a:spcAft>
                <a:spcPts val="0"/>
              </a:spcAft>
              <a:buClr>
                <a:schemeClr val="dk1"/>
              </a:buClr>
              <a:buSzPts val="5760"/>
              <a:buNone/>
              <a:defRPr sz="5760" b="1"/>
            </a:lvl7pPr>
            <a:lvl8pPr marL="3657600" lvl="7" indent="-228600" algn="l">
              <a:lnSpc>
                <a:spcPct val="90000"/>
              </a:lnSpc>
              <a:spcBef>
                <a:spcPts val="1800"/>
              </a:spcBef>
              <a:spcAft>
                <a:spcPts val="0"/>
              </a:spcAft>
              <a:buClr>
                <a:schemeClr val="dk1"/>
              </a:buClr>
              <a:buSzPts val="5760"/>
              <a:buNone/>
              <a:defRPr sz="5760" b="1"/>
            </a:lvl8pPr>
            <a:lvl9pPr marL="4114800" lvl="8" indent="-228600" algn="l">
              <a:lnSpc>
                <a:spcPct val="90000"/>
              </a:lnSpc>
              <a:spcBef>
                <a:spcPts val="1800"/>
              </a:spcBef>
              <a:spcAft>
                <a:spcPts val="0"/>
              </a:spcAft>
              <a:buClr>
                <a:schemeClr val="dk1"/>
              </a:buClr>
              <a:buSzPts val="5760"/>
              <a:buNone/>
              <a:defRPr sz="5760" b="1"/>
            </a:lvl9pPr>
          </a:lstStyle>
          <a:p>
            <a:endParaRPr/>
          </a:p>
        </p:txBody>
      </p:sp>
      <p:sp>
        <p:nvSpPr>
          <p:cNvPr id="41" name="Google Shape;41;p7"/>
          <p:cNvSpPr txBox="1">
            <a:spLocks noGrp="1"/>
          </p:cNvSpPr>
          <p:nvPr>
            <p:ph type="body" idx="4"/>
          </p:nvPr>
        </p:nvSpPr>
        <p:spPr>
          <a:xfrm>
            <a:off x="16664942" y="16032480"/>
            <a:ext cx="13994608" cy="235813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67428" y="2926080"/>
            <a:ext cx="10617041" cy="10241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994608" y="6319530"/>
            <a:ext cx="16664940" cy="31191200"/>
          </a:xfrm>
          <a:prstGeom prst="rect">
            <a:avLst/>
          </a:prstGeom>
          <a:noFill/>
          <a:ln>
            <a:noFill/>
          </a:ln>
        </p:spPr>
        <p:txBody>
          <a:bodyPr spcFirstLastPara="1" wrap="square" lIns="91425" tIns="45700" rIns="91425" bIns="45700" anchor="t" anchorCtr="0">
            <a:normAutofit/>
          </a:bodyPr>
          <a:lstStyle>
            <a:lvl1pPr marL="457200" lvl="0" indent="-960120" algn="l">
              <a:lnSpc>
                <a:spcPct val="90000"/>
              </a:lnSpc>
              <a:spcBef>
                <a:spcPts val="3600"/>
              </a:spcBef>
              <a:spcAft>
                <a:spcPts val="0"/>
              </a:spcAft>
              <a:buClr>
                <a:schemeClr val="dk1"/>
              </a:buClr>
              <a:buSzPts val="11520"/>
              <a:buChar char="•"/>
              <a:defRPr sz="11520"/>
            </a:lvl1pPr>
            <a:lvl2pPr marL="914400" lvl="1" indent="-868680" algn="l">
              <a:lnSpc>
                <a:spcPct val="90000"/>
              </a:lnSpc>
              <a:spcBef>
                <a:spcPts val="1800"/>
              </a:spcBef>
              <a:spcAft>
                <a:spcPts val="0"/>
              </a:spcAft>
              <a:buClr>
                <a:schemeClr val="dk1"/>
              </a:buClr>
              <a:buSzPts val="10080"/>
              <a:buChar char="•"/>
              <a:defRPr sz="10080"/>
            </a:lvl2pPr>
            <a:lvl3pPr marL="1371600" lvl="2" indent="-777240" algn="l">
              <a:lnSpc>
                <a:spcPct val="90000"/>
              </a:lnSpc>
              <a:spcBef>
                <a:spcPts val="1800"/>
              </a:spcBef>
              <a:spcAft>
                <a:spcPts val="0"/>
              </a:spcAft>
              <a:buClr>
                <a:schemeClr val="dk1"/>
              </a:buClr>
              <a:buSzPts val="8640"/>
              <a:buChar char="•"/>
              <a:defRPr sz="8640"/>
            </a:lvl3pPr>
            <a:lvl4pPr marL="1828800" lvl="3" indent="-685800" algn="l">
              <a:lnSpc>
                <a:spcPct val="90000"/>
              </a:lnSpc>
              <a:spcBef>
                <a:spcPts val="1800"/>
              </a:spcBef>
              <a:spcAft>
                <a:spcPts val="0"/>
              </a:spcAft>
              <a:buClr>
                <a:schemeClr val="dk1"/>
              </a:buClr>
              <a:buSzPts val="7200"/>
              <a:buChar char="•"/>
              <a:defRPr sz="7200"/>
            </a:lvl4pPr>
            <a:lvl5pPr marL="2286000" lvl="4" indent="-685800" algn="l">
              <a:lnSpc>
                <a:spcPct val="90000"/>
              </a:lnSpc>
              <a:spcBef>
                <a:spcPts val="1800"/>
              </a:spcBef>
              <a:spcAft>
                <a:spcPts val="0"/>
              </a:spcAft>
              <a:buClr>
                <a:schemeClr val="dk1"/>
              </a:buClr>
              <a:buSzPts val="7200"/>
              <a:buChar char="•"/>
              <a:defRPr sz="7200"/>
            </a:lvl5pPr>
            <a:lvl6pPr marL="2743200" lvl="5" indent="-685800" algn="l">
              <a:lnSpc>
                <a:spcPct val="90000"/>
              </a:lnSpc>
              <a:spcBef>
                <a:spcPts val="1800"/>
              </a:spcBef>
              <a:spcAft>
                <a:spcPts val="0"/>
              </a:spcAft>
              <a:buClr>
                <a:schemeClr val="dk1"/>
              </a:buClr>
              <a:buSzPts val="7200"/>
              <a:buChar char="•"/>
              <a:defRPr sz="7200"/>
            </a:lvl6pPr>
            <a:lvl7pPr marL="3200400" lvl="6" indent="-685800" algn="l">
              <a:lnSpc>
                <a:spcPct val="90000"/>
              </a:lnSpc>
              <a:spcBef>
                <a:spcPts val="1800"/>
              </a:spcBef>
              <a:spcAft>
                <a:spcPts val="0"/>
              </a:spcAft>
              <a:buClr>
                <a:schemeClr val="dk1"/>
              </a:buClr>
              <a:buSzPts val="7200"/>
              <a:buChar char="•"/>
              <a:defRPr sz="7200"/>
            </a:lvl7pPr>
            <a:lvl8pPr marL="3657600" lvl="7" indent="-685800" algn="l">
              <a:lnSpc>
                <a:spcPct val="90000"/>
              </a:lnSpc>
              <a:spcBef>
                <a:spcPts val="1800"/>
              </a:spcBef>
              <a:spcAft>
                <a:spcPts val="0"/>
              </a:spcAft>
              <a:buClr>
                <a:schemeClr val="dk1"/>
              </a:buClr>
              <a:buSzPts val="7200"/>
              <a:buChar char="•"/>
              <a:defRPr sz="7200"/>
            </a:lvl8pPr>
            <a:lvl9pPr marL="4114800" lvl="8" indent="-685800" algn="l">
              <a:lnSpc>
                <a:spcPct val="90000"/>
              </a:lnSpc>
              <a:spcBef>
                <a:spcPts val="1800"/>
              </a:spcBef>
              <a:spcAft>
                <a:spcPts val="0"/>
              </a:spcAft>
              <a:buClr>
                <a:schemeClr val="dk1"/>
              </a:buClr>
              <a:buSzPts val="7200"/>
              <a:buChar char="•"/>
              <a:defRPr sz="7200"/>
            </a:lvl9pPr>
          </a:lstStyle>
          <a:p>
            <a:endParaRPr/>
          </a:p>
        </p:txBody>
      </p:sp>
      <p:sp>
        <p:nvSpPr>
          <p:cNvPr id="57" name="Google Shape;57;p10"/>
          <p:cNvSpPr txBox="1">
            <a:spLocks noGrp="1"/>
          </p:cNvSpPr>
          <p:nvPr>
            <p:ph type="body" idx="2"/>
          </p:nvPr>
        </p:nvSpPr>
        <p:spPr>
          <a:xfrm>
            <a:off x="2267428" y="13167360"/>
            <a:ext cx="10617041" cy="243941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58" name="Google Shape;58;p10"/>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67428" y="2926080"/>
            <a:ext cx="10617041" cy="10241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520"/>
              <a:buFont typeface="Calibri"/>
              <a:buNone/>
              <a:defRPr sz="115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994608" y="6319530"/>
            <a:ext cx="16664940" cy="31191200"/>
          </a:xfrm>
          <a:prstGeom prst="rect">
            <a:avLst/>
          </a:prstGeom>
          <a:noFill/>
          <a:ln>
            <a:noFill/>
          </a:ln>
        </p:spPr>
      </p:sp>
      <p:sp>
        <p:nvSpPr>
          <p:cNvPr id="64" name="Google Shape;64;p11"/>
          <p:cNvSpPr txBox="1">
            <a:spLocks noGrp="1"/>
          </p:cNvSpPr>
          <p:nvPr>
            <p:ph type="body" idx="1"/>
          </p:nvPr>
        </p:nvSpPr>
        <p:spPr>
          <a:xfrm>
            <a:off x="2267428" y="13167360"/>
            <a:ext cx="10617041" cy="243941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600"/>
              </a:spcBef>
              <a:spcAft>
                <a:spcPts val="0"/>
              </a:spcAft>
              <a:buClr>
                <a:schemeClr val="dk1"/>
              </a:buClr>
              <a:buSzPts val="5760"/>
              <a:buNone/>
              <a:defRPr sz="5760"/>
            </a:lvl1pPr>
            <a:lvl2pPr marL="914400" lvl="1" indent="-228600" algn="l">
              <a:lnSpc>
                <a:spcPct val="90000"/>
              </a:lnSpc>
              <a:spcBef>
                <a:spcPts val="1800"/>
              </a:spcBef>
              <a:spcAft>
                <a:spcPts val="0"/>
              </a:spcAft>
              <a:buClr>
                <a:schemeClr val="dk1"/>
              </a:buClr>
              <a:buSzPts val="5040"/>
              <a:buNone/>
              <a:defRPr sz="5040"/>
            </a:lvl2pPr>
            <a:lvl3pPr marL="1371600" lvl="2" indent="-228600" algn="l">
              <a:lnSpc>
                <a:spcPct val="90000"/>
              </a:lnSpc>
              <a:spcBef>
                <a:spcPts val="1800"/>
              </a:spcBef>
              <a:spcAft>
                <a:spcPts val="0"/>
              </a:spcAft>
              <a:buClr>
                <a:schemeClr val="dk1"/>
              </a:buClr>
              <a:buSzPts val="4320"/>
              <a:buNone/>
              <a:defRPr sz="4320"/>
            </a:lvl3pPr>
            <a:lvl4pPr marL="1828800" lvl="3" indent="-228600" algn="l">
              <a:lnSpc>
                <a:spcPct val="90000"/>
              </a:lnSpc>
              <a:spcBef>
                <a:spcPts val="1800"/>
              </a:spcBef>
              <a:spcAft>
                <a:spcPts val="0"/>
              </a:spcAft>
              <a:buClr>
                <a:schemeClr val="dk1"/>
              </a:buClr>
              <a:buSzPts val="3600"/>
              <a:buNone/>
              <a:defRPr sz="3600"/>
            </a:lvl4pPr>
            <a:lvl5pPr marL="2286000" lvl="4" indent="-228600" algn="l">
              <a:lnSpc>
                <a:spcPct val="90000"/>
              </a:lnSpc>
              <a:spcBef>
                <a:spcPts val="1800"/>
              </a:spcBef>
              <a:spcAft>
                <a:spcPts val="0"/>
              </a:spcAft>
              <a:buClr>
                <a:schemeClr val="dk1"/>
              </a:buClr>
              <a:buSzPts val="3600"/>
              <a:buNone/>
              <a:defRPr sz="3600"/>
            </a:lvl5pPr>
            <a:lvl6pPr marL="2743200" lvl="5" indent="-228600" algn="l">
              <a:lnSpc>
                <a:spcPct val="90000"/>
              </a:lnSpc>
              <a:spcBef>
                <a:spcPts val="1800"/>
              </a:spcBef>
              <a:spcAft>
                <a:spcPts val="0"/>
              </a:spcAft>
              <a:buClr>
                <a:schemeClr val="dk1"/>
              </a:buClr>
              <a:buSzPts val="3600"/>
              <a:buNone/>
              <a:defRPr sz="3600"/>
            </a:lvl6pPr>
            <a:lvl7pPr marL="3200400" lvl="6" indent="-228600" algn="l">
              <a:lnSpc>
                <a:spcPct val="90000"/>
              </a:lnSpc>
              <a:spcBef>
                <a:spcPts val="1800"/>
              </a:spcBef>
              <a:spcAft>
                <a:spcPts val="0"/>
              </a:spcAft>
              <a:buClr>
                <a:schemeClr val="dk1"/>
              </a:buClr>
              <a:buSzPts val="3600"/>
              <a:buNone/>
              <a:defRPr sz="3600"/>
            </a:lvl7pPr>
            <a:lvl8pPr marL="3657600" lvl="7" indent="-228600" algn="l">
              <a:lnSpc>
                <a:spcPct val="90000"/>
              </a:lnSpc>
              <a:spcBef>
                <a:spcPts val="1800"/>
              </a:spcBef>
              <a:spcAft>
                <a:spcPts val="0"/>
              </a:spcAft>
              <a:buClr>
                <a:schemeClr val="dk1"/>
              </a:buClr>
              <a:buSzPts val="3600"/>
              <a:buNone/>
              <a:defRPr sz="3600"/>
            </a:lvl8pPr>
            <a:lvl9pPr marL="4114800" lvl="8" indent="-228600" algn="l">
              <a:lnSpc>
                <a:spcPct val="90000"/>
              </a:lnSpc>
              <a:spcBef>
                <a:spcPts val="1800"/>
              </a:spcBef>
              <a:spcAft>
                <a:spcPts val="0"/>
              </a:spcAft>
              <a:buClr>
                <a:schemeClr val="dk1"/>
              </a:buClr>
              <a:buSzPts val="3600"/>
              <a:buNone/>
              <a:defRPr sz="3600"/>
            </a:lvl9pPr>
          </a:lstStyle>
          <a:p>
            <a:endParaRPr/>
          </a:p>
        </p:txBody>
      </p:sp>
      <p:sp>
        <p:nvSpPr>
          <p:cNvPr id="65" name="Google Shape;65;p11"/>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534919" y="11412222"/>
            <a:ext cx="27848563" cy="283921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508365" y="17385667"/>
            <a:ext cx="37195763"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93434" y="10493377"/>
            <a:ext cx="37195763" cy="2088261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600"/>
              </a:spcBef>
              <a:spcAft>
                <a:spcPts val="0"/>
              </a:spcAft>
              <a:buClr>
                <a:schemeClr val="dk1"/>
              </a:buClr>
              <a:buSzPts val="1800"/>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1800"/>
              </a:spcBef>
              <a:spcAft>
                <a:spcPts val="0"/>
              </a:spcAft>
              <a:buClr>
                <a:schemeClr val="dk1"/>
              </a:buClr>
              <a:buSzPts val="1800"/>
              <a:buChar char="•"/>
              <a:defRPr/>
            </a:lvl3pPr>
            <a:lvl4pPr marL="1828800" lvl="3" indent="-342900" algn="l">
              <a:lnSpc>
                <a:spcPct val="90000"/>
              </a:lnSpc>
              <a:spcBef>
                <a:spcPts val="1800"/>
              </a:spcBef>
              <a:spcAft>
                <a:spcPts val="0"/>
              </a:spcAft>
              <a:buClr>
                <a:schemeClr val="dk1"/>
              </a:buClr>
              <a:buSzPts val="1800"/>
              <a:buChar char="•"/>
              <a:defRPr/>
            </a:lvl4pPr>
            <a:lvl5pPr marL="2286000" lvl="4" indent="-342900" algn="l">
              <a:lnSpc>
                <a:spcPct val="90000"/>
              </a:lnSpc>
              <a:spcBef>
                <a:spcPts val="1800"/>
              </a:spcBef>
              <a:spcAft>
                <a:spcPts val="0"/>
              </a:spcAft>
              <a:buClr>
                <a:schemeClr val="dk1"/>
              </a:buClr>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1800"/>
              </a:spcBef>
              <a:spcAft>
                <a:spcPts val="0"/>
              </a:spcAft>
              <a:buClr>
                <a:schemeClr val="dk1"/>
              </a:buClr>
              <a:buSzPts val="1800"/>
              <a:buChar char="•"/>
              <a:defRPr/>
            </a:lvl7pPr>
            <a:lvl8pPr marL="3657600" lvl="7" indent="-342900" algn="l">
              <a:lnSpc>
                <a:spcPct val="90000"/>
              </a:lnSpc>
              <a:spcBef>
                <a:spcPts val="1800"/>
              </a:spcBef>
              <a:spcAft>
                <a:spcPts val="0"/>
              </a:spcAft>
              <a:buClr>
                <a:schemeClr val="dk1"/>
              </a:buClr>
              <a:buSzPts val="1800"/>
              <a:buChar char="•"/>
              <a:defRPr/>
            </a:lvl8pPr>
            <a:lvl9pPr marL="4114800" lvl="8" indent="-342900" algn="l">
              <a:lnSpc>
                <a:spcPct val="90000"/>
              </a:lnSpc>
              <a:spcBef>
                <a:spcPts val="18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63140" y="2336810"/>
            <a:ext cx="28392120" cy="848360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5840"/>
              <a:buFont typeface="Calibri"/>
              <a:buNone/>
              <a:defRPr sz="158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63140" y="11684000"/>
            <a:ext cx="28392120" cy="27848563"/>
          </a:xfrm>
          <a:prstGeom prst="rect">
            <a:avLst/>
          </a:prstGeom>
          <a:noFill/>
          <a:ln>
            <a:noFill/>
          </a:ln>
        </p:spPr>
        <p:txBody>
          <a:bodyPr spcFirstLastPara="1" wrap="square" lIns="91425" tIns="45700" rIns="91425" bIns="45700" anchor="t" anchorCtr="0">
            <a:normAutofit/>
          </a:bodyPr>
          <a:lstStyle>
            <a:lvl1pPr marL="457200" marR="0" lvl="0" indent="-868680" algn="l" rtl="0">
              <a:lnSpc>
                <a:spcPct val="90000"/>
              </a:lnSpc>
              <a:spcBef>
                <a:spcPts val="3600"/>
              </a:spcBef>
              <a:spcAft>
                <a:spcPts val="0"/>
              </a:spcAft>
              <a:buClr>
                <a:schemeClr val="dk1"/>
              </a:buClr>
              <a:buSzPts val="10080"/>
              <a:buFont typeface="Arial"/>
              <a:buChar char="•"/>
              <a:defRPr sz="10080" b="0" i="0" u="none" strike="noStrike" cap="none">
                <a:solidFill>
                  <a:schemeClr val="dk1"/>
                </a:solidFill>
                <a:latin typeface="Calibri"/>
                <a:ea typeface="Calibri"/>
                <a:cs typeface="Calibri"/>
                <a:sym typeface="Calibri"/>
              </a:defRPr>
            </a:lvl1pPr>
            <a:lvl2pPr marL="914400" marR="0" lvl="1" indent="-777240" algn="l" rtl="0">
              <a:lnSpc>
                <a:spcPct val="90000"/>
              </a:lnSpc>
              <a:spcBef>
                <a:spcPts val="18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2pPr>
            <a:lvl3pPr marL="1371600" marR="0" lvl="2" indent="-685800" algn="l" rtl="0">
              <a:lnSpc>
                <a:spcPct val="90000"/>
              </a:lnSpc>
              <a:spcBef>
                <a:spcPts val="18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3pPr>
            <a:lvl4pPr marL="1828800" marR="0" lvl="3"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4pPr>
            <a:lvl5pPr marL="2286000" marR="0" lvl="4"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5pPr>
            <a:lvl6pPr marL="2743200" marR="0" lvl="5"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6pPr>
            <a:lvl7pPr marL="3200400" marR="0" lvl="6"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7pPr>
            <a:lvl8pPr marL="3657600" marR="0" lvl="7"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8pPr>
            <a:lvl9pPr marL="4114800" marR="0" lvl="8" indent="-640080" algn="l" rtl="0">
              <a:lnSpc>
                <a:spcPct val="90000"/>
              </a:lnSpc>
              <a:spcBef>
                <a:spcPts val="1800"/>
              </a:spcBef>
              <a:spcAft>
                <a:spcPts val="0"/>
              </a:spcAft>
              <a:buClr>
                <a:schemeClr val="dk1"/>
              </a:buClr>
              <a:buSzPts val="6480"/>
              <a:buFont typeface="Arial"/>
              <a:buChar char="•"/>
              <a:defRPr sz="648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63140" y="40680650"/>
            <a:ext cx="7406640" cy="23368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32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904220" y="40680650"/>
            <a:ext cx="11109960" cy="2336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32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248620" y="40680650"/>
            <a:ext cx="7406640" cy="23368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320" b="0" i="0" u="none" strike="noStrike" cap="none">
                <a:solidFill>
                  <a:srgbClr val="888888"/>
                </a:solidFill>
                <a:latin typeface="Calibri"/>
                <a:ea typeface="Calibri"/>
                <a:cs typeface="Calibri"/>
                <a:sym typeface="Calibri"/>
              </a:defRPr>
            </a:lvl1pPr>
            <a:lvl2pPr marL="0" marR="0" lvl="1" indent="0" algn="r" rtl="0">
              <a:spcBef>
                <a:spcPts val="0"/>
              </a:spcBef>
              <a:buNone/>
              <a:defRPr sz="4320" b="0" i="0" u="none" strike="noStrike" cap="none">
                <a:solidFill>
                  <a:srgbClr val="888888"/>
                </a:solidFill>
                <a:latin typeface="Calibri"/>
                <a:ea typeface="Calibri"/>
                <a:cs typeface="Calibri"/>
                <a:sym typeface="Calibri"/>
              </a:defRPr>
            </a:lvl2pPr>
            <a:lvl3pPr marL="0" marR="0" lvl="2" indent="0" algn="r" rtl="0">
              <a:spcBef>
                <a:spcPts val="0"/>
              </a:spcBef>
              <a:buNone/>
              <a:defRPr sz="4320" b="0" i="0" u="none" strike="noStrike" cap="none">
                <a:solidFill>
                  <a:srgbClr val="888888"/>
                </a:solidFill>
                <a:latin typeface="Calibri"/>
                <a:ea typeface="Calibri"/>
                <a:cs typeface="Calibri"/>
                <a:sym typeface="Calibri"/>
              </a:defRPr>
            </a:lvl3pPr>
            <a:lvl4pPr marL="0" marR="0" lvl="3" indent="0" algn="r" rtl="0">
              <a:spcBef>
                <a:spcPts val="0"/>
              </a:spcBef>
              <a:buNone/>
              <a:defRPr sz="4320" b="0" i="0" u="none" strike="noStrike" cap="none">
                <a:solidFill>
                  <a:srgbClr val="888888"/>
                </a:solidFill>
                <a:latin typeface="Calibri"/>
                <a:ea typeface="Calibri"/>
                <a:cs typeface="Calibri"/>
                <a:sym typeface="Calibri"/>
              </a:defRPr>
            </a:lvl4pPr>
            <a:lvl5pPr marL="0" marR="0" lvl="4" indent="0" algn="r" rtl="0">
              <a:spcBef>
                <a:spcPts val="0"/>
              </a:spcBef>
              <a:buNone/>
              <a:defRPr sz="4320" b="0" i="0" u="none" strike="noStrike" cap="none">
                <a:solidFill>
                  <a:srgbClr val="888888"/>
                </a:solidFill>
                <a:latin typeface="Calibri"/>
                <a:ea typeface="Calibri"/>
                <a:cs typeface="Calibri"/>
                <a:sym typeface="Calibri"/>
              </a:defRPr>
            </a:lvl5pPr>
            <a:lvl6pPr marL="0" marR="0" lvl="5" indent="0" algn="r" rtl="0">
              <a:spcBef>
                <a:spcPts val="0"/>
              </a:spcBef>
              <a:buNone/>
              <a:defRPr sz="4320" b="0" i="0" u="none" strike="noStrike" cap="none">
                <a:solidFill>
                  <a:srgbClr val="888888"/>
                </a:solidFill>
                <a:latin typeface="Calibri"/>
                <a:ea typeface="Calibri"/>
                <a:cs typeface="Calibri"/>
                <a:sym typeface="Calibri"/>
              </a:defRPr>
            </a:lvl6pPr>
            <a:lvl7pPr marL="0" marR="0" lvl="6" indent="0" algn="r" rtl="0">
              <a:spcBef>
                <a:spcPts val="0"/>
              </a:spcBef>
              <a:buNone/>
              <a:defRPr sz="4320" b="0" i="0" u="none" strike="noStrike" cap="none">
                <a:solidFill>
                  <a:srgbClr val="888888"/>
                </a:solidFill>
                <a:latin typeface="Calibri"/>
                <a:ea typeface="Calibri"/>
                <a:cs typeface="Calibri"/>
                <a:sym typeface="Calibri"/>
              </a:defRPr>
            </a:lvl7pPr>
            <a:lvl8pPr marL="0" marR="0" lvl="7" indent="0" algn="r" rtl="0">
              <a:spcBef>
                <a:spcPts val="0"/>
              </a:spcBef>
              <a:buNone/>
              <a:defRPr sz="4320" b="0" i="0" u="none" strike="noStrike" cap="none">
                <a:solidFill>
                  <a:srgbClr val="888888"/>
                </a:solidFill>
                <a:latin typeface="Calibri"/>
                <a:ea typeface="Calibri"/>
                <a:cs typeface="Calibri"/>
                <a:sym typeface="Calibri"/>
              </a:defRPr>
            </a:lvl8pPr>
            <a:lvl9pPr marL="0" marR="0" lvl="8" indent="0" algn="r" rtl="0">
              <a:spcBef>
                <a:spcPts val="0"/>
              </a:spcBef>
              <a:buNone/>
              <a:defRPr sz="4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4E5F5"/>
            </a:gs>
            <a:gs pos="100000">
              <a:srgbClr val="70A4D5"/>
            </a:gs>
          </a:gsLst>
          <a:lin ang="5400012" scaled="0"/>
        </a:gradFill>
        <a:effectLst/>
      </p:bgPr>
    </p:bg>
    <p:spTree>
      <p:nvGrpSpPr>
        <p:cNvPr id="1" name="Shape 83"/>
        <p:cNvGrpSpPr/>
        <p:nvPr/>
      </p:nvGrpSpPr>
      <p:grpSpPr>
        <a:xfrm>
          <a:off x="0" y="0"/>
          <a:ext cx="0" cy="0"/>
          <a:chOff x="0" y="0"/>
          <a:chExt cx="0" cy="0"/>
        </a:xfrm>
      </p:grpSpPr>
      <p:sp>
        <p:nvSpPr>
          <p:cNvPr id="84" name="Google Shape;84;p1"/>
          <p:cNvSpPr/>
          <p:nvPr/>
        </p:nvSpPr>
        <p:spPr>
          <a:xfrm>
            <a:off x="226200" y="13692250"/>
            <a:ext cx="32466000" cy="213246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85" name="Google Shape;85;p1"/>
          <p:cNvSpPr txBox="1"/>
          <p:nvPr/>
        </p:nvSpPr>
        <p:spPr>
          <a:xfrm>
            <a:off x="6896100" y="3785250"/>
            <a:ext cx="18539700" cy="37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300">
                <a:solidFill>
                  <a:schemeClr val="dk1"/>
                </a:solidFill>
                <a:latin typeface="Helvetica Neue"/>
                <a:ea typeface="Helvetica Neue"/>
                <a:cs typeface="Helvetica Neue"/>
                <a:sym typeface="Helvetica Neue"/>
              </a:rPr>
              <a:t>Adam Graham, Samantha Limon, Phuong Pham, Jared Seto</a:t>
            </a:r>
            <a:endParaRPr sz="5300">
              <a:solidFill>
                <a:schemeClr val="dk1"/>
              </a:solidFill>
              <a:latin typeface="Helvetica Neue"/>
              <a:ea typeface="Helvetica Neue"/>
              <a:cs typeface="Helvetica Neue"/>
              <a:sym typeface="Helvetica Neue"/>
            </a:endParaRPr>
          </a:p>
          <a:p>
            <a:pPr marL="0" lvl="0" indent="0" algn="ctr" rtl="0">
              <a:lnSpc>
                <a:spcPct val="115000"/>
              </a:lnSpc>
              <a:spcBef>
                <a:spcPts val="0"/>
              </a:spcBef>
              <a:spcAft>
                <a:spcPts val="0"/>
              </a:spcAft>
              <a:buClr>
                <a:schemeClr val="dk1"/>
              </a:buClr>
              <a:buSzPts val="1100"/>
              <a:buFont typeface="Arial"/>
              <a:buNone/>
            </a:pPr>
            <a:r>
              <a:rPr lang="en-US" sz="4300">
                <a:solidFill>
                  <a:schemeClr val="dk1"/>
                </a:solidFill>
                <a:latin typeface="Helvetica Neue"/>
                <a:ea typeface="Helvetica Neue"/>
                <a:cs typeface="Helvetica Neue"/>
                <a:sym typeface="Helvetica Neue"/>
              </a:rPr>
              <a:t>Sponsors: Carlos Paradis and Rick Kazman, Software Analytics Insight Lab</a:t>
            </a:r>
            <a:endParaRPr sz="4300">
              <a:solidFill>
                <a:schemeClr val="dk1"/>
              </a:solidFill>
              <a:latin typeface="Helvetica Neue"/>
              <a:ea typeface="Helvetica Neue"/>
              <a:cs typeface="Helvetica Neue"/>
              <a:sym typeface="Helvetica Neue"/>
            </a:endParaRPr>
          </a:p>
          <a:p>
            <a:pPr marL="0" lvl="0" indent="0" algn="ctr" rtl="0">
              <a:lnSpc>
                <a:spcPct val="115000"/>
              </a:lnSpc>
              <a:spcBef>
                <a:spcPts val="0"/>
              </a:spcBef>
              <a:spcAft>
                <a:spcPts val="0"/>
              </a:spcAft>
              <a:buClr>
                <a:schemeClr val="dk1"/>
              </a:buClr>
              <a:buSzPts val="1100"/>
              <a:buFont typeface="Arial"/>
              <a:buNone/>
            </a:pPr>
            <a:r>
              <a:rPr lang="en-US" sz="4300">
                <a:solidFill>
                  <a:schemeClr val="dk1"/>
                </a:solidFill>
                <a:latin typeface="Helvetica Neue"/>
                <a:ea typeface="Helvetica Neue"/>
                <a:cs typeface="Helvetica Neue"/>
                <a:sym typeface="Helvetica Neue"/>
              </a:rPr>
              <a:t>ICS 496 Capstone Project - Spring 2026</a:t>
            </a:r>
            <a:endParaRPr sz="4300">
              <a:solidFill>
                <a:schemeClr val="dk1"/>
              </a:solidFill>
              <a:latin typeface="Helvetica Neue"/>
              <a:ea typeface="Helvetica Neue"/>
              <a:cs typeface="Helvetica Neue"/>
              <a:sym typeface="Helvetica Neue"/>
            </a:endParaRPr>
          </a:p>
          <a:p>
            <a:pPr marL="0" lvl="0" indent="0" algn="ctr" rtl="0">
              <a:spcBef>
                <a:spcPts val="0"/>
              </a:spcBef>
              <a:spcAft>
                <a:spcPts val="0"/>
              </a:spcAft>
              <a:buNone/>
            </a:pPr>
            <a:endParaRPr sz="5400">
              <a:solidFill>
                <a:schemeClr val="dk1"/>
              </a:solidFill>
              <a:latin typeface="Helvetica Neue"/>
              <a:ea typeface="Helvetica Neue"/>
              <a:cs typeface="Helvetica Neue"/>
              <a:sym typeface="Helvetica Neue"/>
            </a:endParaRPr>
          </a:p>
        </p:txBody>
      </p:sp>
      <p:pic>
        <p:nvPicPr>
          <p:cNvPr id="86" name="Google Shape;86;p1"/>
          <p:cNvPicPr preferRelativeResize="0"/>
          <p:nvPr/>
        </p:nvPicPr>
        <p:blipFill>
          <a:blip r:embed="rId3">
            <a:alphaModFix/>
          </a:blip>
          <a:stretch>
            <a:fillRect/>
          </a:stretch>
        </p:blipFill>
        <p:spPr>
          <a:xfrm>
            <a:off x="444200" y="2969050"/>
            <a:ext cx="3657600" cy="3657600"/>
          </a:xfrm>
          <a:prstGeom prst="rect">
            <a:avLst/>
          </a:prstGeom>
          <a:noFill/>
          <a:ln>
            <a:noFill/>
          </a:ln>
        </p:spPr>
      </p:pic>
      <p:pic>
        <p:nvPicPr>
          <p:cNvPr id="87" name="Google Shape;87;p1"/>
          <p:cNvPicPr preferRelativeResize="0"/>
          <p:nvPr/>
        </p:nvPicPr>
        <p:blipFill>
          <a:blip r:embed="rId4">
            <a:alphaModFix/>
          </a:blip>
          <a:stretch>
            <a:fillRect/>
          </a:stretch>
        </p:blipFill>
        <p:spPr>
          <a:xfrm>
            <a:off x="28751750" y="2969050"/>
            <a:ext cx="3657600" cy="3657600"/>
          </a:xfrm>
          <a:prstGeom prst="rect">
            <a:avLst/>
          </a:prstGeom>
          <a:noFill/>
          <a:ln>
            <a:noFill/>
          </a:ln>
        </p:spPr>
      </p:pic>
      <p:pic>
        <p:nvPicPr>
          <p:cNvPr id="88" name="Google Shape;88;p1"/>
          <p:cNvPicPr preferRelativeResize="0"/>
          <p:nvPr/>
        </p:nvPicPr>
        <p:blipFill rotWithShape="1">
          <a:blip r:embed="rId5">
            <a:alphaModFix/>
          </a:blip>
          <a:srcRect/>
          <a:stretch/>
        </p:blipFill>
        <p:spPr>
          <a:xfrm>
            <a:off x="25611000" y="4537787"/>
            <a:ext cx="2971800" cy="2971800"/>
          </a:xfrm>
          <a:prstGeom prst="rect">
            <a:avLst/>
          </a:prstGeom>
          <a:noFill/>
          <a:ln>
            <a:noFill/>
          </a:ln>
        </p:spPr>
      </p:pic>
      <p:sp>
        <p:nvSpPr>
          <p:cNvPr id="89" name="Google Shape;89;p1"/>
          <p:cNvSpPr txBox="1"/>
          <p:nvPr/>
        </p:nvSpPr>
        <p:spPr>
          <a:xfrm>
            <a:off x="0" y="783475"/>
            <a:ext cx="32918400" cy="251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8000" b="1">
                <a:solidFill>
                  <a:schemeClr val="dk1"/>
                </a:solidFill>
                <a:latin typeface="Helvetica Neue"/>
                <a:ea typeface="Helvetica Neue"/>
                <a:cs typeface="Helvetica Neue"/>
                <a:sym typeface="Helvetica Neue"/>
              </a:rPr>
              <a:t>Negative Sentiment Causal Effect on Code Contribution in Open-Source Communities</a:t>
            </a:r>
            <a:endParaRPr sz="8000" b="1">
              <a:solidFill>
                <a:schemeClr val="dk1"/>
              </a:solidFill>
              <a:latin typeface="Helvetica Neue"/>
              <a:ea typeface="Helvetica Neue"/>
              <a:cs typeface="Helvetica Neue"/>
              <a:sym typeface="Helvetica Neue"/>
            </a:endParaRPr>
          </a:p>
        </p:txBody>
      </p:sp>
      <p:pic>
        <p:nvPicPr>
          <p:cNvPr id="90" name="Google Shape;90;p1" title="sailuh_qr.png"/>
          <p:cNvPicPr preferRelativeResize="0"/>
          <p:nvPr/>
        </p:nvPicPr>
        <p:blipFill>
          <a:blip r:embed="rId6">
            <a:alphaModFix/>
          </a:blip>
          <a:stretch>
            <a:fillRect/>
          </a:stretch>
        </p:blipFill>
        <p:spPr>
          <a:xfrm>
            <a:off x="4494785" y="4537830"/>
            <a:ext cx="2057400" cy="2057400"/>
          </a:xfrm>
          <a:prstGeom prst="rect">
            <a:avLst/>
          </a:prstGeom>
          <a:noFill/>
          <a:ln>
            <a:noFill/>
          </a:ln>
        </p:spPr>
      </p:pic>
      <p:sp>
        <p:nvSpPr>
          <p:cNvPr id="91" name="Google Shape;91;p1"/>
          <p:cNvSpPr txBox="1"/>
          <p:nvPr/>
        </p:nvSpPr>
        <p:spPr>
          <a:xfrm>
            <a:off x="3408900" y="6586600"/>
            <a:ext cx="4229100" cy="922800"/>
          </a:xfrm>
          <a:prstGeom prst="rect">
            <a:avLst/>
          </a:prstGeom>
          <a:noFill/>
          <a:ln>
            <a:noFill/>
          </a:ln>
        </p:spPr>
        <p:txBody>
          <a:bodyPr spcFirstLastPara="1" wrap="square" lIns="79325" tIns="79325" rIns="79325" bIns="79325" anchor="t" anchorCtr="0">
            <a:noAutofit/>
          </a:bodyPr>
          <a:lstStyle/>
          <a:p>
            <a:pPr marL="0" lvl="0" indent="0" algn="ctr" rtl="0">
              <a:spcBef>
                <a:spcPts val="0"/>
              </a:spcBef>
              <a:spcAft>
                <a:spcPts val="0"/>
              </a:spcAft>
              <a:buNone/>
            </a:pPr>
            <a:r>
              <a:rPr lang="en-US" sz="3471">
                <a:solidFill>
                  <a:schemeClr val="dk1"/>
                </a:solidFill>
                <a:latin typeface="Helvetica Neue"/>
                <a:ea typeface="Helvetica Neue"/>
                <a:cs typeface="Helvetica Neue"/>
                <a:sym typeface="Helvetica Neue"/>
              </a:rPr>
              <a:t>github.com/sailuh</a:t>
            </a:r>
            <a:endParaRPr sz="3471">
              <a:solidFill>
                <a:schemeClr val="dk1"/>
              </a:solidFill>
              <a:latin typeface="Helvetica Neue"/>
              <a:ea typeface="Helvetica Neue"/>
              <a:cs typeface="Helvetica Neue"/>
              <a:sym typeface="Helvetica Neue"/>
            </a:endParaRPr>
          </a:p>
        </p:txBody>
      </p:sp>
      <p:sp>
        <p:nvSpPr>
          <p:cNvPr id="92" name="Google Shape;92;p1"/>
          <p:cNvSpPr txBox="1"/>
          <p:nvPr/>
        </p:nvSpPr>
        <p:spPr>
          <a:xfrm>
            <a:off x="16628650" y="40472050"/>
            <a:ext cx="16040100" cy="32097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Technologies</a:t>
            </a:r>
            <a:endParaRPr sz="6000" b="1">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Developer Tools: </a:t>
            </a:r>
            <a:r>
              <a:rPr lang="en-US" sz="3000">
                <a:solidFill>
                  <a:schemeClr val="dk1"/>
                </a:solidFill>
                <a:latin typeface="Helvetica Neue"/>
                <a:ea typeface="Helvetica Neue"/>
                <a:cs typeface="Helvetica Neue"/>
                <a:sym typeface="Helvetica Neue"/>
              </a:rPr>
              <a:t>RStudio, Jupyter Notebook, Visual Studio Code, GitHub, Git</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Languages: </a:t>
            </a:r>
            <a:r>
              <a:rPr lang="en-US" sz="3000">
                <a:solidFill>
                  <a:schemeClr val="dk1"/>
                </a:solidFill>
                <a:latin typeface="Helvetica Neue"/>
                <a:ea typeface="Helvetica Neue"/>
                <a:cs typeface="Helvetica Neue"/>
                <a:sym typeface="Helvetica Neue"/>
              </a:rPr>
              <a:t>R, Python</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Third-Party Tools:</a:t>
            </a:r>
            <a:r>
              <a:rPr lang="en-US" sz="3000">
                <a:solidFill>
                  <a:schemeClr val="dk1"/>
                </a:solidFill>
                <a:latin typeface="Helvetica Neue"/>
                <a:ea typeface="Helvetica Neue"/>
                <a:cs typeface="Helvetica Neue"/>
                <a:sym typeface="Helvetica Neue"/>
              </a:rPr>
              <a:t> Perceval, Depends, Understand, Jira, SCC, OSLOM, DV8, Sentiment Classifiers, PyTetrad</a:t>
            </a:r>
            <a:endParaRPr sz="3000">
              <a:solidFill>
                <a:schemeClr val="dk1"/>
              </a:solidFill>
              <a:latin typeface="Helvetica Neue"/>
              <a:ea typeface="Helvetica Neue"/>
              <a:cs typeface="Helvetica Neue"/>
              <a:sym typeface="Helvetica Neue"/>
            </a:endParaRPr>
          </a:p>
        </p:txBody>
      </p:sp>
      <p:sp>
        <p:nvSpPr>
          <p:cNvPr id="93" name="Google Shape;93;p1"/>
          <p:cNvSpPr txBox="1"/>
          <p:nvPr/>
        </p:nvSpPr>
        <p:spPr>
          <a:xfrm>
            <a:off x="7619975" y="8047025"/>
            <a:ext cx="15441900" cy="5448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Objectives</a:t>
            </a:r>
            <a:endParaRPr sz="3600">
              <a:solidFill>
                <a:schemeClr val="dk1"/>
              </a:solidFill>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US" sz="3000">
                <a:solidFill>
                  <a:schemeClr val="dk1"/>
                </a:solidFill>
                <a:latin typeface="Helvetica Neue"/>
                <a:ea typeface="Helvetica Neue"/>
                <a:cs typeface="Helvetica Neue"/>
                <a:sym typeface="Helvetica Neue"/>
              </a:rPr>
              <a:t>Our overall objective was to build an end-to-end pipeline that integrates 4 components to gain insight on the causal effect of negative sentiment on code contribution in open-source communities.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The goals were to (1) extend a sentiment classifier to label comments according to their sentiment, (2) take those labels and provide an aggregated engagement sentiment score for a developer, (3) use the aggregated sentiment as weights for a graph representation of a developer's engagement network, and (4) integrate these sentiment variables into a causal analysis notebook to understand the cause and effect of a developer's negative sentiment on overall code contribution for an open-source project.</a:t>
            </a:r>
            <a:endParaRPr sz="3000">
              <a:solidFill>
                <a:schemeClr val="dk1"/>
              </a:solidFill>
              <a:latin typeface="Helvetica Neue"/>
              <a:ea typeface="Helvetica Neue"/>
              <a:cs typeface="Helvetica Neue"/>
              <a:sym typeface="Helvetica Neue"/>
            </a:endParaRPr>
          </a:p>
        </p:txBody>
      </p:sp>
      <p:sp>
        <p:nvSpPr>
          <p:cNvPr id="94" name="Google Shape;94;p1"/>
          <p:cNvSpPr txBox="1"/>
          <p:nvPr/>
        </p:nvSpPr>
        <p:spPr>
          <a:xfrm>
            <a:off x="202700" y="8046726"/>
            <a:ext cx="7188600" cy="5448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What is SAILUH?</a:t>
            </a:r>
            <a:endParaRPr sz="6000" b="1">
              <a:solidFill>
                <a:schemeClr val="dk1"/>
              </a:solidFill>
              <a:latin typeface="Helvetica Neue"/>
              <a:ea typeface="Helvetica Neue"/>
              <a:cs typeface="Helvetica Neue"/>
              <a:sym typeface="Helvetica Neue"/>
            </a:endParaRPr>
          </a:p>
          <a:p>
            <a:pPr marL="0" lvl="0" indent="0" algn="l" rtl="0">
              <a:lnSpc>
                <a:spcPct val="100000"/>
              </a:lnSpc>
              <a:spcBef>
                <a:spcPts val="1000"/>
              </a:spcBef>
              <a:spcAft>
                <a:spcPts val="0"/>
              </a:spcAft>
              <a:buNone/>
            </a:pPr>
            <a:endParaRPr sz="1800">
              <a:solidFill>
                <a:schemeClr val="dk1"/>
              </a:solidFill>
              <a:latin typeface="Helvetica Neue"/>
              <a:ea typeface="Helvetica Neue"/>
              <a:cs typeface="Helvetica Neue"/>
              <a:sym typeface="Helvetica Neue"/>
            </a:endParaRPr>
          </a:p>
        </p:txBody>
      </p:sp>
      <p:sp>
        <p:nvSpPr>
          <p:cNvPr id="95" name="Google Shape;95;p1"/>
          <p:cNvSpPr txBox="1"/>
          <p:nvPr/>
        </p:nvSpPr>
        <p:spPr>
          <a:xfrm>
            <a:off x="202700" y="38566750"/>
            <a:ext cx="16233000" cy="51150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Learnings and Conclusion</a:t>
            </a:r>
            <a:endParaRPr sz="6000" b="1">
              <a:solidFill>
                <a:schemeClr val="dk1"/>
              </a:solidFill>
              <a:latin typeface="Helvetica Neue"/>
              <a:ea typeface="Helvetica Neue"/>
              <a:cs typeface="Helvetica Neue"/>
              <a:sym typeface="Helvetica Neue"/>
            </a:endParaRPr>
          </a:p>
          <a:p>
            <a:pPr marL="0" lvl="0" indent="0" algn="l" rtl="0">
              <a:spcBef>
                <a:spcPts val="0"/>
              </a:spcBef>
              <a:spcAft>
                <a:spcPts val="0"/>
              </a:spcAft>
              <a:buNone/>
            </a:pPr>
            <a:r>
              <a:rPr lang="en-US" sz="3000">
                <a:solidFill>
                  <a:schemeClr val="dk1"/>
                </a:solidFill>
                <a:latin typeface="Helvetica Neue"/>
                <a:ea typeface="Helvetica Neue"/>
                <a:cs typeface="Helvetica Neue"/>
                <a:sym typeface="Helvetica Neue"/>
              </a:rPr>
              <a:t>We learned how to contribute to open-source software by expanding the SAILUH ecosystem and discovered how to effectively extend SAILUH’s capabilities through mutually agreed upon specifications from our sponsors. We were able to extend these capabilities with an improved sentiment classifier, new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developer</a:t>
            </a:r>
            <a:r>
              <a:rPr lang="en-US" sz="3000">
                <a:solidFill>
                  <a:schemeClr val="dk1"/>
                </a:solidFill>
                <a:latin typeface="Helvetica Neue"/>
                <a:ea typeface="Helvetica Neue"/>
                <a:cs typeface="Helvetica Neue"/>
                <a:sym typeface="Helvetica Neue"/>
              </a:rPr>
              <a:t> engagement metrics, an improved graph model, and causal analysis, ensuring we write maintainable code for future contributors. The project improved our technical skills by working on a large-scale software project, utilizing industry standard developer tools like RStudio, GitHub, and Git. The future consideration for this project is to completely bridge our 4 components as a unified end-to-end pipeline.</a:t>
            </a:r>
            <a:endParaRPr sz="3000">
              <a:solidFill>
                <a:schemeClr val="dk1"/>
              </a:solidFill>
              <a:highlight>
                <a:srgbClr val="FF0000"/>
              </a:highlight>
              <a:latin typeface="Helvetica Neue"/>
              <a:ea typeface="Helvetica Neue"/>
              <a:cs typeface="Helvetica Neue"/>
              <a:sym typeface="Helvetica Neue"/>
            </a:endParaRPr>
          </a:p>
        </p:txBody>
      </p:sp>
      <p:sp>
        <p:nvSpPr>
          <p:cNvPr id="96" name="Google Shape;96;p1"/>
          <p:cNvSpPr txBox="1"/>
          <p:nvPr/>
        </p:nvSpPr>
        <p:spPr>
          <a:xfrm>
            <a:off x="202700" y="35214075"/>
            <a:ext cx="16233000" cy="32097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Challenges</a:t>
            </a:r>
            <a:endParaRPr sz="6000" b="1">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Establishing an understanding of the project scope and documentation requirements.</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All team members have limited prior experience with the R programming language.</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Maintaining a consistent system architecture when implementing features within the Kaiaulu repository to align with predefined workflows and design patterns.</a:t>
            </a:r>
            <a:endParaRPr sz="30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 name="Google Shape;97;p1"/>
          <p:cNvSpPr txBox="1"/>
          <p:nvPr/>
        </p:nvSpPr>
        <p:spPr>
          <a:xfrm>
            <a:off x="16628650" y="35214075"/>
            <a:ext cx="16040100" cy="51150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Tasks Accomplished</a:t>
            </a:r>
            <a:endParaRPr sz="6000" b="1">
              <a:solidFill>
                <a:schemeClr val="dk1"/>
              </a:solidFill>
              <a:latin typeface="Helvetica Neue"/>
              <a:ea typeface="Helvetica Neue"/>
              <a:cs typeface="Helvetica Neue"/>
              <a:sym typeface="Helvetica Neue"/>
            </a:endParaRPr>
          </a:p>
          <a:p>
            <a:pPr marL="457200" lvl="0" indent="-419100" algn="l" rtl="0">
              <a:spcBef>
                <a:spcPts val="100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Sentiment Classifier: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Built an end-to-end pipeline that produces sentiment-labeled communication comments compatible with Kaiaulu.</a:t>
            </a:r>
            <a:endParaRPr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New Metrics: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Implemented new metrics that measure engagement, productivity, sentiment, and communication among developers in a project.</a:t>
            </a:r>
            <a:endParaRPr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8"/>
                  </a:ext>
                </a:extLst>
              </a:rPr>
              <a:t>Network Refactoring: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Introduced a standardized S3 graph model with typed constructors and dispatch methods for extensible downstream analysis.</a:t>
            </a:r>
            <a:endParaRPr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1"/>
                  </a:ext>
                </a:extLst>
              </a:rPr>
              <a:t>Causal Analysis: </a:t>
            </a: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2"/>
                  </a:ext>
                </a:extLst>
              </a:rPr>
              <a:t>Implemented Pykumu API package, a Python interface to Tetrad's causal analysis library.</a:t>
            </a:r>
            <a:endParaRPr sz="3000">
              <a:solidFill>
                <a:schemeClr val="dk1"/>
              </a:solidFill>
              <a:latin typeface="Helvetica Neue"/>
              <a:ea typeface="Helvetica Neue"/>
              <a:cs typeface="Helvetica Neue"/>
              <a:sym typeface="Helvetica Neue"/>
            </a:endParaRPr>
          </a:p>
        </p:txBody>
      </p:sp>
      <p:sp>
        <p:nvSpPr>
          <p:cNvPr id="98" name="Google Shape;98;p1"/>
          <p:cNvSpPr txBox="1"/>
          <p:nvPr/>
        </p:nvSpPr>
        <p:spPr>
          <a:xfrm>
            <a:off x="23290450" y="8046725"/>
            <a:ext cx="9378300" cy="5448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6000" b="1">
                <a:solidFill>
                  <a:schemeClr val="dk1"/>
                </a:solidFill>
                <a:latin typeface="Helvetica Neue"/>
                <a:ea typeface="Helvetica Neue"/>
                <a:cs typeface="Helvetica Neue"/>
                <a:sym typeface="Helvetica Neue"/>
              </a:rPr>
              <a:t>Methodology</a:t>
            </a:r>
            <a:endParaRPr sz="3000">
              <a:solidFill>
                <a:schemeClr val="dk1"/>
              </a:solidFill>
              <a:latin typeface="Helvetica Neue"/>
              <a:ea typeface="Helvetica Neue"/>
              <a:cs typeface="Helvetica Neue"/>
              <a:sym typeface="Helvetica Neue"/>
            </a:endParaRPr>
          </a:p>
        </p:txBody>
      </p:sp>
      <p:sp>
        <p:nvSpPr>
          <p:cNvPr id="99" name="Google Shape;99;p1"/>
          <p:cNvSpPr txBox="1"/>
          <p:nvPr/>
        </p:nvSpPr>
        <p:spPr>
          <a:xfrm>
            <a:off x="444200" y="9296400"/>
            <a:ext cx="6705600" cy="3771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500"/>
              <a:buFont typeface="Arial"/>
              <a:buNone/>
            </a:pPr>
            <a:r>
              <a:rPr lang="en-US" sz="3000">
                <a:solidFill>
                  <a:schemeClr val="dk1"/>
                </a:solidFill>
                <a:latin typeface="Helvetica Neue"/>
                <a:ea typeface="Helvetica Neue"/>
                <a:cs typeface="Helvetica Neue"/>
                <a:sym typeface="Helvetica Neue"/>
              </a:rPr>
              <a:t>Software Analytics Insight Lab at the University of Hawaii at Mānoa.</a:t>
            </a:r>
            <a:endParaRPr sz="3000">
              <a:solidFill>
                <a:schemeClr val="dk1"/>
              </a:solidFill>
              <a:latin typeface="Helvetica Neue"/>
              <a:ea typeface="Helvetica Neue"/>
              <a:cs typeface="Helvetica Neue"/>
              <a:sym typeface="Helvetica Neue"/>
            </a:endParaRPr>
          </a:p>
          <a:p>
            <a:pPr marL="457200" lvl="0" indent="-419100" algn="l" rtl="0">
              <a:spcBef>
                <a:spcPts val="100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GitHub organization for a UH Mānoa research lab that builds tools to analyze software projects and developer communities.</a:t>
            </a:r>
            <a:endParaRPr sz="10080">
              <a:solidFill>
                <a:schemeClr val="dk1"/>
              </a:solidFill>
              <a:latin typeface="Calibri"/>
              <a:ea typeface="Calibri"/>
              <a:cs typeface="Calibri"/>
              <a:sym typeface="Calibri"/>
            </a:endParaRPr>
          </a:p>
        </p:txBody>
      </p:sp>
      <p:sp>
        <p:nvSpPr>
          <p:cNvPr id="100" name="Google Shape;100;p1"/>
          <p:cNvSpPr txBox="1"/>
          <p:nvPr/>
        </p:nvSpPr>
        <p:spPr>
          <a:xfrm>
            <a:off x="23532050" y="9163050"/>
            <a:ext cx="8877300" cy="4038600"/>
          </a:xfrm>
          <a:prstGeom prst="rect">
            <a:avLst/>
          </a:prstGeom>
          <a:noFill/>
          <a:ln>
            <a:noFill/>
          </a:ln>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US" sz="3000" b="1">
                <a:solidFill>
                  <a:schemeClr val="dk1"/>
                </a:solidFill>
                <a:latin typeface="Helvetica Neue"/>
                <a:ea typeface="Helvetica Neue"/>
                <a:cs typeface="Helvetica Neue"/>
                <a:sym typeface="Helvetica Neue"/>
              </a:rPr>
              <a:t>Project Management</a:t>
            </a:r>
            <a:endParaRPr sz="3000" b="1">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Agile software development</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a:solidFill>
                  <a:schemeClr val="dk1"/>
                </a:solidFill>
                <a:latin typeface="Helvetica Neue"/>
                <a:ea typeface="Helvetica Neue"/>
                <a:cs typeface="Helvetica Neue"/>
                <a:sym typeface="Helvetica Neue"/>
              </a:rPr>
              <a:t>Documented GitHub Issues/PRs/Project Board</a:t>
            </a:r>
            <a:endParaRPr sz="3000">
              <a:solidFill>
                <a:schemeClr val="dk1"/>
              </a:solidFill>
              <a:latin typeface="Helvetica Neue"/>
              <a:ea typeface="Helvetica Neue"/>
              <a:cs typeface="Helvetica Neue"/>
              <a:sym typeface="Helvetica Neue"/>
            </a:endParaRPr>
          </a:p>
          <a:p>
            <a:pPr marL="0" lvl="0" indent="0" algn="l" rtl="0">
              <a:spcBef>
                <a:spcPts val="1000"/>
              </a:spcBef>
              <a:spcAft>
                <a:spcPts val="0"/>
              </a:spcAft>
              <a:buClr>
                <a:schemeClr val="dk1"/>
              </a:buClr>
              <a:buSzPts val="1100"/>
              <a:buFont typeface="Arial"/>
              <a:buNone/>
            </a:pPr>
            <a:r>
              <a:rPr lang="en-US" sz="3000" b="1">
                <a:solidFill>
                  <a:schemeClr val="dk1"/>
                </a:solidFill>
                <a:latin typeface="Helvetica Neue"/>
                <a:ea typeface="Helvetica Neue"/>
                <a:cs typeface="Helvetica Neue"/>
                <a:sym typeface="Helvetica Neue"/>
              </a:rPr>
              <a:t>Roles</a:t>
            </a:r>
            <a:endParaRPr sz="3000" b="1">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Project Manager:</a:t>
            </a:r>
            <a:r>
              <a:rPr lang="en-US" sz="3000">
                <a:solidFill>
                  <a:schemeClr val="dk1"/>
                </a:solidFill>
                <a:latin typeface="Helvetica Neue"/>
                <a:ea typeface="Helvetica Neue"/>
                <a:cs typeface="Helvetica Neue"/>
                <a:sym typeface="Helvetica Neue"/>
              </a:rPr>
              <a:t> Adam</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Liaison:</a:t>
            </a:r>
            <a:r>
              <a:rPr lang="en-US" sz="3000">
                <a:solidFill>
                  <a:schemeClr val="dk1"/>
                </a:solidFill>
                <a:latin typeface="Helvetica Neue"/>
                <a:ea typeface="Helvetica Neue"/>
                <a:cs typeface="Helvetica Neue"/>
                <a:sym typeface="Helvetica Neue"/>
              </a:rPr>
              <a:t> Samantha</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Quality Manager:</a:t>
            </a:r>
            <a:r>
              <a:rPr lang="en-US" sz="3000">
                <a:solidFill>
                  <a:schemeClr val="dk1"/>
                </a:solidFill>
                <a:latin typeface="Helvetica Neue"/>
                <a:ea typeface="Helvetica Neue"/>
                <a:cs typeface="Helvetica Neue"/>
                <a:sym typeface="Helvetica Neue"/>
              </a:rPr>
              <a:t> Phuong</a:t>
            </a:r>
            <a:endParaRPr sz="3000">
              <a:solidFill>
                <a:schemeClr val="dk1"/>
              </a:solidFill>
              <a:latin typeface="Helvetica Neue"/>
              <a:ea typeface="Helvetica Neue"/>
              <a:cs typeface="Helvetica Neue"/>
              <a:sym typeface="Helvetica Neue"/>
            </a:endParaRPr>
          </a:p>
          <a:p>
            <a:pPr marL="457200" lvl="0" indent="-419100" algn="l" rtl="0">
              <a:spcBef>
                <a:spcPts val="0"/>
              </a:spcBef>
              <a:spcAft>
                <a:spcPts val="0"/>
              </a:spcAft>
              <a:buClr>
                <a:schemeClr val="dk1"/>
              </a:buClr>
              <a:buSzPts val="3000"/>
              <a:buFont typeface="Helvetica Neue"/>
              <a:buChar char="●"/>
            </a:pPr>
            <a:r>
              <a:rPr lang="en-US" sz="3000" b="1">
                <a:solidFill>
                  <a:schemeClr val="dk1"/>
                </a:solidFill>
                <a:latin typeface="Helvetica Neue"/>
                <a:ea typeface="Helvetica Neue"/>
                <a:cs typeface="Helvetica Neue"/>
                <a:sym typeface="Helvetica Neue"/>
              </a:rPr>
              <a:t>Architect:</a:t>
            </a:r>
            <a:r>
              <a:rPr lang="en-US" sz="3000">
                <a:solidFill>
                  <a:schemeClr val="dk1"/>
                </a:solidFill>
                <a:latin typeface="Helvetica Neue"/>
                <a:ea typeface="Helvetica Neue"/>
                <a:cs typeface="Helvetica Neue"/>
                <a:sym typeface="Helvetica Neue"/>
              </a:rPr>
              <a:t> Jared</a:t>
            </a:r>
            <a:endParaRPr sz="10080">
              <a:solidFill>
                <a:schemeClr val="dk1"/>
              </a:solidFill>
              <a:latin typeface="Calibri"/>
              <a:ea typeface="Calibri"/>
              <a:cs typeface="Calibri"/>
              <a:sym typeface="Calibri"/>
            </a:endParaRPr>
          </a:p>
        </p:txBody>
      </p:sp>
      <p:pic>
        <p:nvPicPr>
          <p:cNvPr id="101" name="Google Shape;101;p1" title="sentiment-emotion-datasets-cheatsheet.png"/>
          <p:cNvPicPr preferRelativeResize="0"/>
          <p:nvPr/>
        </p:nvPicPr>
        <p:blipFill>
          <a:blip r:embed="rId7">
            <a:alphaModFix/>
          </a:blip>
          <a:stretch>
            <a:fillRect/>
          </a:stretch>
        </p:blipFill>
        <p:spPr>
          <a:xfrm>
            <a:off x="3105999" y="13985199"/>
            <a:ext cx="13247799" cy="10231599"/>
          </a:xfrm>
          <a:prstGeom prst="rect">
            <a:avLst/>
          </a:prstGeom>
          <a:noFill/>
          <a:ln>
            <a:noFill/>
          </a:ln>
        </p:spPr>
      </p:pic>
      <p:pic>
        <p:nvPicPr>
          <p:cNvPr id="102" name="Google Shape;102;p1" title="sentiment-classifier-cheatsheet.png"/>
          <p:cNvPicPr preferRelativeResize="0"/>
          <p:nvPr/>
        </p:nvPicPr>
        <p:blipFill>
          <a:blip r:embed="rId8">
            <a:alphaModFix/>
          </a:blip>
          <a:stretch>
            <a:fillRect/>
          </a:stretch>
        </p:blipFill>
        <p:spPr>
          <a:xfrm>
            <a:off x="16564575" y="13985200"/>
            <a:ext cx="13247799" cy="10231599"/>
          </a:xfrm>
          <a:prstGeom prst="rect">
            <a:avLst/>
          </a:prstGeom>
          <a:noFill/>
          <a:ln>
            <a:noFill/>
          </a:ln>
        </p:spPr>
      </p:pic>
      <p:pic>
        <p:nvPicPr>
          <p:cNvPr id="103" name="Google Shape;103;p1" title="pykumu-cheatsheet.png"/>
          <p:cNvPicPr preferRelativeResize="0"/>
          <p:nvPr/>
        </p:nvPicPr>
        <p:blipFill>
          <a:blip r:embed="rId9">
            <a:alphaModFix/>
          </a:blip>
          <a:stretch>
            <a:fillRect/>
          </a:stretch>
        </p:blipFill>
        <p:spPr>
          <a:xfrm>
            <a:off x="16564574" y="24319525"/>
            <a:ext cx="13247799" cy="10231599"/>
          </a:xfrm>
          <a:prstGeom prst="rect">
            <a:avLst/>
          </a:prstGeom>
          <a:noFill/>
          <a:ln>
            <a:noFill/>
          </a:ln>
        </p:spPr>
      </p:pic>
      <p:pic>
        <p:nvPicPr>
          <p:cNvPr id="104" name="Google Shape;104;p1" title="network-cheatsheet.png"/>
          <p:cNvPicPr preferRelativeResize="0"/>
          <p:nvPr/>
        </p:nvPicPr>
        <p:blipFill>
          <a:blip r:embed="rId10">
            <a:alphaModFix/>
          </a:blip>
          <a:stretch>
            <a:fillRect/>
          </a:stretch>
        </p:blipFill>
        <p:spPr>
          <a:xfrm>
            <a:off x="3105999" y="24319524"/>
            <a:ext cx="13247799" cy="102315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Adam G</dc:creator>
  <cp:lastModifiedBy>Adam G</cp:lastModifiedBy>
  <cp:revision>1</cp:revision>
  <dcterms:created xsi:type="dcterms:W3CDTF">2026-04-20T19:43:25Z</dcterms:created>
  <dcterms:modified xsi:type="dcterms:W3CDTF">2026-05-03T22:44:04Z</dcterms:modified>
</cp:coreProperties>
</file>