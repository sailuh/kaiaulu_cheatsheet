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9" r:id="rId4"/>
    <p:sldId id="258" r:id="rId5"/>
    <p:sldId id="260" r:id="rId6"/>
    <p:sldId id="261" r:id="rId7"/>
    <p:sldId id="262" r:id="rId8"/>
    <p:sldId id="263" r:id="rId9"/>
    <p:sldId id="264" r:id="rId10"/>
    <p:sldId id="265" r:id="rId11"/>
    <p:sldId id="266" r:id="rId1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46"/>
    <p:restoredTop sz="94589"/>
  </p:normalViewPr>
  <p:slideViewPr>
    <p:cSldViewPr snapToGrid="0" snapToObjects="1">
      <p:cViewPr varScale="1">
        <p:scale>
          <a:sx n="76" d="100"/>
          <a:sy n="76" d="100"/>
        </p:scale>
        <p:origin x="103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table under “weight integration example” would be the data table obtained from the engagement metrics with a blurb explaining it.</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dd312726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9" name="Google Shape;99;g3dd312726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table under “weight integration example” would be the data table obtained from the engagement metrics with a blurb explaining it.</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7E74-D850-6ABD-BF13-3EA3D641B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C507D-F805-670A-4A47-6A6C390FF198}"/>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4E9534F0-920B-6323-512A-5462E92DD53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1223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4968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B5399-1C82-8297-FC0C-108E4BCC2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F04F6-88EA-3CE0-C32C-706D177E579B}"/>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D284ADFE-97B4-724F-81EB-9615E93AAFB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999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C559-2731-DE47-C728-C168F2204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6B09C-155A-EB79-CD24-0D003087AED6}"/>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F8F30A74-2BAF-8D7F-30F4-CB527996BE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8334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C73C-D961-59A8-653C-FD1B41495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27989-13CA-2661-E63A-022EB3E8BD8D}"/>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24CC2506-7156-0D76-A3E6-7FEF7C00CBB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5375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D321-A92B-63F8-D75B-F54390243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E87AF-175F-0586-C6A8-2F44C356C466}"/>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24D7ED30-3193-A9F3-96DA-3F4C3A08D6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2171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F41F0-B138-816A-3E29-1FB8CEC4B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E236A-A0F9-4DCE-FD17-9074D667B603}"/>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5EEFCB9C-6BDF-14C3-313D-C6E3B2BF8C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1853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dirty="0"/>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dirty="0"/>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dirty="0"/>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dirty="0"/>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dirty="0"/>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dirty="0"/>
          </a:p>
        </p:txBody>
      </p:sp>
      <p:sp>
        <p:nvSpPr>
          <p:cNvPr id="8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dirty="0"/>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11.sv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5.png"/><Relationship Id="rId4" Type="http://schemas.openxmlformats.org/officeDocument/2006/relationships/hyperlink" Target="https://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93340"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About</a:t>
            </a:r>
            <a:endParaRPr sz="2750" dirty="0">
              <a:solidFill>
                <a:schemeClr val="dk2"/>
              </a:solidFill>
            </a:endParaRPr>
          </a:p>
        </p:txBody>
      </p:sp>
      <p:sp>
        <p:nvSpPr>
          <p:cNvPr id="55" name="Google Shape;55;p13"/>
          <p:cNvSpPr/>
          <p:nvPr/>
        </p:nvSpPr>
        <p:spPr>
          <a:xfrm>
            <a:off x="206976"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6" name="Google Shape;56;p13"/>
          <p:cNvSpPr/>
          <p:nvPr/>
        </p:nvSpPr>
        <p:spPr>
          <a:xfrm>
            <a:off x="193323"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7" name="Google Shape;57;p13"/>
          <p:cNvSpPr/>
          <p:nvPr/>
        </p:nvSpPr>
        <p:spPr>
          <a:xfrm>
            <a:off x="193323"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8" name="Google Shape;58;p13"/>
          <p:cNvSpPr txBox="1"/>
          <p:nvPr/>
        </p:nvSpPr>
        <p:spPr>
          <a:xfrm>
            <a:off x="193340" y="3863114"/>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Project Config</a:t>
            </a:r>
            <a:endParaRPr sz="2750" dirty="0">
              <a:solidFill>
                <a:schemeClr val="dk2"/>
              </a:solidFill>
            </a:endParaRPr>
          </a:p>
        </p:txBody>
      </p:sp>
      <p:sp>
        <p:nvSpPr>
          <p:cNvPr id="59" name="Google Shape;59;p13"/>
          <p:cNvSpPr/>
          <p:nvPr/>
        </p:nvSpPr>
        <p:spPr>
          <a:xfrm>
            <a:off x="206958" y="451658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0" name="Google Shape;60;p13"/>
          <p:cNvSpPr/>
          <p:nvPr/>
        </p:nvSpPr>
        <p:spPr>
          <a:xfrm>
            <a:off x="206958" y="50642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1" name="Google Shape;61;p13"/>
          <p:cNvSpPr/>
          <p:nvPr/>
        </p:nvSpPr>
        <p:spPr>
          <a:xfrm>
            <a:off x="179667" y="56119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2" name="Google Shape;62;p13"/>
          <p:cNvSpPr txBox="1"/>
          <p:nvPr/>
        </p:nvSpPr>
        <p:spPr>
          <a:xfrm>
            <a:off x="179667" y="6077437"/>
            <a:ext cx="3510833"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Kaiaulu Functionality</a:t>
            </a:r>
            <a:endParaRPr sz="2750" dirty="0">
              <a:solidFill>
                <a:schemeClr val="dk2"/>
              </a:solidFill>
            </a:endParaRPr>
          </a:p>
        </p:txBody>
      </p:sp>
      <p:sp>
        <p:nvSpPr>
          <p:cNvPr id="63" name="Google Shape;63;p13"/>
          <p:cNvSpPr/>
          <p:nvPr/>
        </p:nvSpPr>
        <p:spPr>
          <a:xfrm>
            <a:off x="206976" y="670741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4" name="Google Shape;64;p13"/>
          <p:cNvSpPr/>
          <p:nvPr/>
        </p:nvSpPr>
        <p:spPr>
          <a:xfrm>
            <a:off x="206976" y="717338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5" name="Google Shape;65;p13"/>
          <p:cNvSpPr/>
          <p:nvPr/>
        </p:nvSpPr>
        <p:spPr>
          <a:xfrm>
            <a:off x="206976" y="763936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6" name="Google Shape;66;p13"/>
          <p:cNvSpPr/>
          <p:nvPr/>
        </p:nvSpPr>
        <p:spPr>
          <a:xfrm>
            <a:off x="179667" y="810533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7" name="Google Shape;67;p13"/>
          <p:cNvSpPr txBox="1"/>
          <p:nvPr/>
        </p:nvSpPr>
        <p:spPr>
          <a:xfrm>
            <a:off x="4132333"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Standardization</a:t>
            </a:r>
            <a:endParaRPr sz="2750" dirty="0">
              <a:solidFill>
                <a:schemeClr val="dk2"/>
              </a:solidFill>
            </a:endParaRPr>
          </a:p>
        </p:txBody>
      </p:sp>
      <p:sp>
        <p:nvSpPr>
          <p:cNvPr id="68" name="Google Shape;68;p13"/>
          <p:cNvSpPr/>
          <p:nvPr/>
        </p:nvSpPr>
        <p:spPr>
          <a:xfrm>
            <a:off x="4118660"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9" name="Google Shape;69;p13"/>
          <p:cNvSpPr/>
          <p:nvPr/>
        </p:nvSpPr>
        <p:spPr>
          <a:xfrm>
            <a:off x="4118642"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0" name="Google Shape;70;p13"/>
          <p:cNvSpPr/>
          <p:nvPr/>
        </p:nvSpPr>
        <p:spPr>
          <a:xfrm>
            <a:off x="4118642"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1" name="Google Shape;71;p13"/>
          <p:cNvSpPr txBox="1"/>
          <p:nvPr/>
        </p:nvSpPr>
        <p:spPr>
          <a:xfrm>
            <a:off x="4132315" y="3762167"/>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Diagram</a:t>
            </a:r>
            <a:endParaRPr sz="2750" dirty="0">
              <a:solidFill>
                <a:schemeClr val="dk2"/>
              </a:solidFill>
            </a:endParaRPr>
          </a:p>
        </p:txBody>
      </p:sp>
      <p:pic>
        <p:nvPicPr>
          <p:cNvPr id="72" name="Google Shape;72;p13" title="Kaiaulu_NETWORK_Solution.drawio (2).png"/>
          <p:cNvPicPr preferRelativeResize="0"/>
          <p:nvPr/>
        </p:nvPicPr>
        <p:blipFill>
          <a:blip r:embed="rId3">
            <a:alphaModFix/>
          </a:blip>
          <a:stretch>
            <a:fillRect/>
          </a:stretch>
        </p:blipFill>
        <p:spPr>
          <a:xfrm>
            <a:off x="4118660" y="4448597"/>
            <a:ext cx="4237750" cy="2660014"/>
          </a:xfrm>
          <a:prstGeom prst="rect">
            <a:avLst/>
          </a:prstGeom>
          <a:noFill/>
          <a:ln>
            <a:noFill/>
          </a:ln>
        </p:spPr>
      </p:pic>
      <p:sp>
        <p:nvSpPr>
          <p:cNvPr id="73" name="Google Shape;73;p13"/>
          <p:cNvSpPr/>
          <p:nvPr/>
        </p:nvSpPr>
        <p:spPr>
          <a:xfrm>
            <a:off x="4118642" y="730615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4" name="Google Shape;74;p13"/>
          <p:cNvSpPr/>
          <p:nvPr/>
        </p:nvSpPr>
        <p:spPr>
          <a:xfrm>
            <a:off x="4118642" y="783690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5" name="Google Shape;75;p13"/>
          <p:cNvSpPr txBox="1"/>
          <p:nvPr/>
        </p:nvSpPr>
        <p:spPr>
          <a:xfrm>
            <a:off x="9163191" y="1791868"/>
            <a:ext cx="3329792"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Related Vignettes</a:t>
            </a:r>
            <a:endParaRPr sz="2750" dirty="0">
              <a:solidFill>
                <a:schemeClr val="dk2"/>
              </a:solidFill>
            </a:endParaRPr>
          </a:p>
        </p:txBody>
      </p:sp>
      <p:sp>
        <p:nvSpPr>
          <p:cNvPr id="76" name="Google Shape;76;p13"/>
          <p:cNvSpPr/>
          <p:nvPr/>
        </p:nvSpPr>
        <p:spPr>
          <a:xfrm>
            <a:off x="9252872"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7" name="Google Shape;77;p13"/>
          <p:cNvSpPr/>
          <p:nvPr/>
        </p:nvSpPr>
        <p:spPr>
          <a:xfrm>
            <a:off x="9252872" y="282634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8" name="Google Shape;78;p13"/>
          <p:cNvSpPr/>
          <p:nvPr/>
        </p:nvSpPr>
        <p:spPr>
          <a:xfrm>
            <a:off x="9252872" y="327155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9" name="Google Shape;79;p13"/>
          <p:cNvSpPr txBox="1"/>
          <p:nvPr/>
        </p:nvSpPr>
        <p:spPr>
          <a:xfrm>
            <a:off x="9252871" y="3762167"/>
            <a:ext cx="3329792" cy="1087625"/>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Weight Integration Example</a:t>
            </a:r>
            <a:endParaRPr sz="2750" dirty="0">
              <a:solidFill>
                <a:schemeClr val="dk2"/>
              </a:solidFill>
            </a:endParaRPr>
          </a:p>
        </p:txBody>
      </p:sp>
      <p:sp>
        <p:nvSpPr>
          <p:cNvPr id="80" name="Google Shape;80;p13"/>
          <p:cNvSpPr/>
          <p:nvPr/>
        </p:nvSpPr>
        <p:spPr>
          <a:xfrm>
            <a:off x="9388119" y="4849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1" name="Google Shape;81;p13"/>
          <p:cNvSpPr/>
          <p:nvPr/>
        </p:nvSpPr>
        <p:spPr>
          <a:xfrm>
            <a:off x="9388119" y="5278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2" name="Google Shape;82;p13"/>
          <p:cNvSpPr/>
          <p:nvPr/>
        </p:nvSpPr>
        <p:spPr>
          <a:xfrm>
            <a:off x="9415428" y="574422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3" name="Google Shape;83;p13"/>
          <p:cNvSpPr/>
          <p:nvPr/>
        </p:nvSpPr>
        <p:spPr>
          <a:xfrm>
            <a:off x="9511677" y="663866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84" name="Google Shape;84;p13"/>
          <p:cNvSpPr/>
          <p:nvPr/>
        </p:nvSpPr>
        <p:spPr>
          <a:xfrm>
            <a:off x="10773049" y="748650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85" name="Google Shape;85;p13"/>
          <p:cNvSpPr/>
          <p:nvPr/>
        </p:nvSpPr>
        <p:spPr>
          <a:xfrm>
            <a:off x="9415427" y="8051938"/>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86" name="Google Shape;86;p13"/>
          <p:cNvCxnSpPr>
            <a:stCxn id="83" idx="5"/>
            <a:endCxn id="84" idx="1"/>
          </p:cNvCxnSpPr>
          <p:nvPr/>
        </p:nvCxnSpPr>
        <p:spPr>
          <a:xfrm>
            <a:off x="9965875" y="7092864"/>
            <a:ext cx="885042" cy="471625"/>
          </a:xfrm>
          <a:prstGeom prst="straightConnector1">
            <a:avLst/>
          </a:prstGeom>
          <a:noFill/>
          <a:ln w="9525" cap="flat" cmpd="sng">
            <a:solidFill>
              <a:schemeClr val="dk2"/>
            </a:solidFill>
            <a:prstDash val="solid"/>
            <a:round/>
            <a:headEnd type="none" w="med" len="med"/>
            <a:tailEnd type="none" w="med" len="med"/>
          </a:ln>
        </p:spPr>
      </p:cxnSp>
      <p:cxnSp>
        <p:nvCxnSpPr>
          <p:cNvPr id="87" name="Google Shape;87;p13"/>
          <p:cNvCxnSpPr>
            <a:stCxn id="83" idx="4"/>
            <a:endCxn id="85" idx="0"/>
          </p:cNvCxnSpPr>
          <p:nvPr/>
        </p:nvCxnSpPr>
        <p:spPr>
          <a:xfrm flipH="1">
            <a:off x="9681490" y="7170792"/>
            <a:ext cx="96250" cy="881375"/>
          </a:xfrm>
          <a:prstGeom prst="straightConnector1">
            <a:avLst/>
          </a:prstGeom>
          <a:noFill/>
          <a:ln w="9525" cap="flat" cmpd="sng">
            <a:solidFill>
              <a:schemeClr val="dk2"/>
            </a:solidFill>
            <a:prstDash val="solid"/>
            <a:round/>
            <a:headEnd type="none" w="med" len="med"/>
            <a:tailEnd type="none" w="med" len="med"/>
          </a:ln>
        </p:spPr>
      </p:cxnSp>
      <p:cxnSp>
        <p:nvCxnSpPr>
          <p:cNvPr id="88" name="Google Shape;88;p13"/>
          <p:cNvCxnSpPr>
            <a:stCxn id="85" idx="6"/>
            <a:endCxn id="84" idx="3"/>
          </p:cNvCxnSpPr>
          <p:nvPr/>
        </p:nvCxnSpPr>
        <p:spPr>
          <a:xfrm rot="10800000" flipH="1">
            <a:off x="9947552" y="7940792"/>
            <a:ext cx="903375" cy="377208"/>
          </a:xfrm>
          <a:prstGeom prst="straightConnector1">
            <a:avLst/>
          </a:prstGeom>
          <a:noFill/>
          <a:ln w="9525" cap="flat" cmpd="sng">
            <a:solidFill>
              <a:schemeClr val="dk2"/>
            </a:solidFill>
            <a:prstDash val="solid"/>
            <a:round/>
            <a:headEnd type="none" w="med" len="med"/>
            <a:tailEnd type="none" w="med" len="med"/>
          </a:ln>
        </p:spPr>
      </p:cxnSp>
      <p:sp>
        <p:nvSpPr>
          <p:cNvPr id="89" name="Google Shape;89;p13"/>
          <p:cNvSpPr/>
          <p:nvPr/>
        </p:nvSpPr>
        <p:spPr>
          <a:xfrm>
            <a:off x="11781573" y="6531760"/>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0" name="Google Shape;90;p13"/>
          <p:cNvSpPr/>
          <p:nvPr/>
        </p:nvSpPr>
        <p:spPr>
          <a:xfrm>
            <a:off x="11781573" y="6694206"/>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1" name="Google Shape;91;p13"/>
          <p:cNvSpPr/>
          <p:nvPr/>
        </p:nvSpPr>
        <p:spPr>
          <a:xfrm>
            <a:off x="11781573" y="6873267"/>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2" name="Google Shape;92;p13"/>
          <p:cNvSpPr/>
          <p:nvPr/>
        </p:nvSpPr>
        <p:spPr>
          <a:xfrm>
            <a:off x="11781573" y="7009148"/>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93" name="Google Shape;93;p13"/>
          <p:cNvCxnSpPr>
            <a:stCxn id="90" idx="1"/>
          </p:cNvCxnSpPr>
          <p:nvPr/>
        </p:nvCxnSpPr>
        <p:spPr>
          <a:xfrm flipH="1">
            <a:off x="10506031" y="6781977"/>
            <a:ext cx="1275542" cy="558708"/>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94;p13"/>
          <p:cNvCxnSpPr>
            <a:stCxn id="72" idx="3"/>
          </p:cNvCxnSpPr>
          <p:nvPr/>
        </p:nvCxnSpPr>
        <p:spPr>
          <a:xfrm>
            <a:off x="8356410" y="5778604"/>
            <a:ext cx="888250" cy="821792"/>
          </a:xfrm>
          <a:prstGeom prst="straightConnector1">
            <a:avLst/>
          </a:prstGeom>
          <a:noFill/>
          <a:ln w="9525" cap="flat" cmpd="sng">
            <a:solidFill>
              <a:schemeClr val="dk2"/>
            </a:solidFill>
            <a:prstDash val="solid"/>
            <a:round/>
            <a:headEnd type="none" w="med" len="med"/>
            <a:tailEnd type="triangle" w="med" len="med"/>
          </a:ln>
        </p:spPr>
      </p:cxnSp>
      <p:sp>
        <p:nvSpPr>
          <p:cNvPr id="95" name="Google Shape;95;p13"/>
          <p:cNvSpPr txBox="1"/>
          <p:nvPr/>
        </p:nvSpPr>
        <p:spPr>
          <a:xfrm>
            <a:off x="11596979" y="6139007"/>
            <a:ext cx="1980917" cy="493678"/>
          </a:xfrm>
          <a:prstGeom prst="rect">
            <a:avLst/>
          </a:prstGeom>
          <a:noFill/>
          <a:ln>
            <a:noFill/>
          </a:ln>
        </p:spPr>
        <p:txBody>
          <a:bodyPr spcFirstLastPara="1" wrap="square" lIns="139677" tIns="139677" rIns="139677" bIns="139677" anchor="t" anchorCtr="0">
            <a:spAutoFit/>
          </a:bodyPr>
          <a:lstStyle/>
          <a:p>
            <a:pPr>
              <a:spcBef>
                <a:spcPts val="0"/>
              </a:spcBef>
            </a:pPr>
            <a:r>
              <a:rPr lang="en" sz="1375" dirty="0">
                <a:solidFill>
                  <a:schemeClr val="dk2"/>
                </a:solidFill>
              </a:rPr>
              <a:t>Engagement metrics</a:t>
            </a:r>
            <a:endParaRPr sz="1375" dirty="0">
              <a:solidFill>
                <a:schemeClr val="dk2"/>
              </a:solidFill>
            </a:endParaRPr>
          </a:p>
        </p:txBody>
      </p:sp>
      <p:sp>
        <p:nvSpPr>
          <p:cNvPr id="96" name="Google Shape;96;p13"/>
          <p:cNvSpPr txBox="1"/>
          <p:nvPr/>
        </p:nvSpPr>
        <p:spPr>
          <a:xfrm>
            <a:off x="-1803083" y="2061101"/>
            <a:ext cx="1879167" cy="1147208"/>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rgbClr val="595959"/>
                </a:solidFill>
              </a:rPr>
              <a:t>Iteration 1</a:t>
            </a:r>
            <a:endParaRPr sz="2750" dirty="0">
              <a:solidFill>
                <a:srgbClr val="595959"/>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4"/>
          <p:cNvSpPr txBox="1"/>
          <p:nvPr/>
        </p:nvSpPr>
        <p:spPr>
          <a:xfrm>
            <a:off x="193340"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About</a:t>
            </a:r>
            <a:endParaRPr sz="2750" dirty="0">
              <a:solidFill>
                <a:schemeClr val="dk2"/>
              </a:solidFill>
            </a:endParaRPr>
          </a:p>
        </p:txBody>
      </p:sp>
      <p:sp>
        <p:nvSpPr>
          <p:cNvPr id="102" name="Google Shape;102;p14"/>
          <p:cNvSpPr/>
          <p:nvPr/>
        </p:nvSpPr>
        <p:spPr>
          <a:xfrm>
            <a:off x="206976"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3" name="Google Shape;103;p14"/>
          <p:cNvSpPr/>
          <p:nvPr/>
        </p:nvSpPr>
        <p:spPr>
          <a:xfrm>
            <a:off x="193323"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4" name="Google Shape;104;p14"/>
          <p:cNvSpPr/>
          <p:nvPr/>
        </p:nvSpPr>
        <p:spPr>
          <a:xfrm>
            <a:off x="193323"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5" name="Google Shape;105;p14"/>
          <p:cNvSpPr txBox="1"/>
          <p:nvPr/>
        </p:nvSpPr>
        <p:spPr>
          <a:xfrm>
            <a:off x="193340" y="3863114"/>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Project Config</a:t>
            </a:r>
            <a:endParaRPr sz="2750" dirty="0">
              <a:solidFill>
                <a:schemeClr val="dk2"/>
              </a:solidFill>
            </a:endParaRPr>
          </a:p>
        </p:txBody>
      </p:sp>
      <p:sp>
        <p:nvSpPr>
          <p:cNvPr id="106" name="Google Shape;106;p14"/>
          <p:cNvSpPr/>
          <p:nvPr/>
        </p:nvSpPr>
        <p:spPr>
          <a:xfrm>
            <a:off x="206958" y="451658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7" name="Google Shape;107;p14"/>
          <p:cNvSpPr/>
          <p:nvPr/>
        </p:nvSpPr>
        <p:spPr>
          <a:xfrm>
            <a:off x="206958" y="50642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8" name="Google Shape;108;p14"/>
          <p:cNvSpPr/>
          <p:nvPr/>
        </p:nvSpPr>
        <p:spPr>
          <a:xfrm>
            <a:off x="179667" y="56119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9" name="Google Shape;109;p14"/>
          <p:cNvSpPr txBox="1"/>
          <p:nvPr/>
        </p:nvSpPr>
        <p:spPr>
          <a:xfrm>
            <a:off x="179667" y="6077437"/>
            <a:ext cx="3510833"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Kaiaulu Functionality</a:t>
            </a:r>
            <a:endParaRPr sz="2750" dirty="0">
              <a:solidFill>
                <a:schemeClr val="dk2"/>
              </a:solidFill>
            </a:endParaRPr>
          </a:p>
        </p:txBody>
      </p:sp>
      <p:sp>
        <p:nvSpPr>
          <p:cNvPr id="110" name="Google Shape;110;p14"/>
          <p:cNvSpPr/>
          <p:nvPr/>
        </p:nvSpPr>
        <p:spPr>
          <a:xfrm>
            <a:off x="206976" y="670741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1" name="Google Shape;111;p14"/>
          <p:cNvSpPr/>
          <p:nvPr/>
        </p:nvSpPr>
        <p:spPr>
          <a:xfrm>
            <a:off x="206976" y="717338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2" name="Google Shape;112;p14"/>
          <p:cNvSpPr/>
          <p:nvPr/>
        </p:nvSpPr>
        <p:spPr>
          <a:xfrm>
            <a:off x="206976" y="763936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3" name="Google Shape;113;p14"/>
          <p:cNvSpPr/>
          <p:nvPr/>
        </p:nvSpPr>
        <p:spPr>
          <a:xfrm>
            <a:off x="179667" y="810533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4" name="Google Shape;114;p14"/>
          <p:cNvSpPr txBox="1"/>
          <p:nvPr/>
        </p:nvSpPr>
        <p:spPr>
          <a:xfrm>
            <a:off x="4132295" y="1791868"/>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Diagram</a:t>
            </a:r>
            <a:endParaRPr sz="2750" dirty="0">
              <a:solidFill>
                <a:schemeClr val="dk2"/>
              </a:solidFill>
            </a:endParaRPr>
          </a:p>
        </p:txBody>
      </p:sp>
      <p:sp>
        <p:nvSpPr>
          <p:cNvPr id="115" name="Google Shape;115;p14"/>
          <p:cNvSpPr txBox="1"/>
          <p:nvPr/>
        </p:nvSpPr>
        <p:spPr>
          <a:xfrm>
            <a:off x="9163191" y="1791868"/>
            <a:ext cx="3329792"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Related Vignettes</a:t>
            </a:r>
            <a:endParaRPr sz="2750" dirty="0">
              <a:solidFill>
                <a:schemeClr val="dk2"/>
              </a:solidFill>
            </a:endParaRPr>
          </a:p>
        </p:txBody>
      </p:sp>
      <p:sp>
        <p:nvSpPr>
          <p:cNvPr id="116" name="Google Shape;116;p14"/>
          <p:cNvSpPr/>
          <p:nvPr/>
        </p:nvSpPr>
        <p:spPr>
          <a:xfrm>
            <a:off x="9252872"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7" name="Google Shape;117;p14"/>
          <p:cNvSpPr/>
          <p:nvPr/>
        </p:nvSpPr>
        <p:spPr>
          <a:xfrm>
            <a:off x="9252872" y="282634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8" name="Google Shape;118;p14"/>
          <p:cNvSpPr/>
          <p:nvPr/>
        </p:nvSpPr>
        <p:spPr>
          <a:xfrm>
            <a:off x="9252872" y="327155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9" name="Google Shape;119;p14"/>
          <p:cNvSpPr txBox="1"/>
          <p:nvPr/>
        </p:nvSpPr>
        <p:spPr>
          <a:xfrm>
            <a:off x="9252871" y="3762167"/>
            <a:ext cx="3329792" cy="1087625"/>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Weight Integration Example</a:t>
            </a:r>
            <a:endParaRPr sz="2750" dirty="0">
              <a:solidFill>
                <a:schemeClr val="dk2"/>
              </a:solidFill>
            </a:endParaRPr>
          </a:p>
        </p:txBody>
      </p:sp>
      <p:sp>
        <p:nvSpPr>
          <p:cNvPr id="120" name="Google Shape;120;p14"/>
          <p:cNvSpPr/>
          <p:nvPr/>
        </p:nvSpPr>
        <p:spPr>
          <a:xfrm>
            <a:off x="9388119" y="4849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1" name="Google Shape;121;p14"/>
          <p:cNvSpPr/>
          <p:nvPr/>
        </p:nvSpPr>
        <p:spPr>
          <a:xfrm>
            <a:off x="9388119" y="5278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2" name="Google Shape;122;p14"/>
          <p:cNvSpPr/>
          <p:nvPr/>
        </p:nvSpPr>
        <p:spPr>
          <a:xfrm>
            <a:off x="9415428" y="574422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3" name="Google Shape;123;p14"/>
          <p:cNvSpPr/>
          <p:nvPr/>
        </p:nvSpPr>
        <p:spPr>
          <a:xfrm>
            <a:off x="9511677" y="663866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124" name="Google Shape;124;p14"/>
          <p:cNvSpPr/>
          <p:nvPr/>
        </p:nvSpPr>
        <p:spPr>
          <a:xfrm>
            <a:off x="10773049" y="748650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125" name="Google Shape;125;p14"/>
          <p:cNvSpPr/>
          <p:nvPr/>
        </p:nvSpPr>
        <p:spPr>
          <a:xfrm>
            <a:off x="9415427" y="8051938"/>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126" name="Google Shape;126;p14"/>
          <p:cNvCxnSpPr>
            <a:stCxn id="123" idx="5"/>
            <a:endCxn id="124" idx="1"/>
          </p:cNvCxnSpPr>
          <p:nvPr/>
        </p:nvCxnSpPr>
        <p:spPr>
          <a:xfrm>
            <a:off x="9965875" y="7092864"/>
            <a:ext cx="885042" cy="471625"/>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14"/>
          <p:cNvCxnSpPr>
            <a:stCxn id="123" idx="4"/>
            <a:endCxn id="125" idx="0"/>
          </p:cNvCxnSpPr>
          <p:nvPr/>
        </p:nvCxnSpPr>
        <p:spPr>
          <a:xfrm flipH="1">
            <a:off x="9681490" y="7170792"/>
            <a:ext cx="96250" cy="881375"/>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14"/>
          <p:cNvCxnSpPr>
            <a:stCxn id="125" idx="6"/>
            <a:endCxn id="124" idx="3"/>
          </p:cNvCxnSpPr>
          <p:nvPr/>
        </p:nvCxnSpPr>
        <p:spPr>
          <a:xfrm rot="10800000" flipH="1">
            <a:off x="9947552" y="7940792"/>
            <a:ext cx="903375" cy="377208"/>
          </a:xfrm>
          <a:prstGeom prst="straightConnector1">
            <a:avLst/>
          </a:prstGeom>
          <a:noFill/>
          <a:ln w="9525" cap="flat" cmpd="sng">
            <a:solidFill>
              <a:schemeClr val="dk2"/>
            </a:solidFill>
            <a:prstDash val="solid"/>
            <a:round/>
            <a:headEnd type="none" w="med" len="med"/>
            <a:tailEnd type="none" w="med" len="med"/>
          </a:ln>
        </p:spPr>
      </p:cxnSp>
      <p:sp>
        <p:nvSpPr>
          <p:cNvPr id="129" name="Google Shape;129;p14"/>
          <p:cNvSpPr/>
          <p:nvPr/>
        </p:nvSpPr>
        <p:spPr>
          <a:xfrm>
            <a:off x="11781573" y="6531760"/>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Sentiment Values</a:t>
            </a:r>
            <a:endParaRPr sz="1069" dirty="0"/>
          </a:p>
        </p:txBody>
      </p:sp>
      <p:sp>
        <p:nvSpPr>
          <p:cNvPr id="130" name="Google Shape;130;p14"/>
          <p:cNvSpPr/>
          <p:nvPr/>
        </p:nvSpPr>
        <p:spPr>
          <a:xfrm>
            <a:off x="11781573" y="6694206"/>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0.8</a:t>
            </a:r>
            <a:endParaRPr sz="1069" dirty="0"/>
          </a:p>
        </p:txBody>
      </p:sp>
      <p:sp>
        <p:nvSpPr>
          <p:cNvPr id="131" name="Google Shape;131;p14"/>
          <p:cNvSpPr/>
          <p:nvPr/>
        </p:nvSpPr>
        <p:spPr>
          <a:xfrm>
            <a:off x="11781573" y="6873267"/>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-0.5</a:t>
            </a:r>
            <a:endParaRPr sz="1069" dirty="0"/>
          </a:p>
        </p:txBody>
      </p:sp>
      <p:sp>
        <p:nvSpPr>
          <p:cNvPr id="132" name="Google Shape;132;p14"/>
          <p:cNvSpPr/>
          <p:nvPr/>
        </p:nvSpPr>
        <p:spPr>
          <a:xfrm>
            <a:off x="11781573" y="7009148"/>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1</a:t>
            </a:r>
            <a:endParaRPr sz="1069" dirty="0"/>
          </a:p>
        </p:txBody>
      </p:sp>
      <p:cxnSp>
        <p:nvCxnSpPr>
          <p:cNvPr id="133" name="Google Shape;133;p14"/>
          <p:cNvCxnSpPr>
            <a:stCxn id="130" idx="1"/>
          </p:cNvCxnSpPr>
          <p:nvPr/>
        </p:nvCxnSpPr>
        <p:spPr>
          <a:xfrm flipH="1">
            <a:off x="10506031" y="6781977"/>
            <a:ext cx="1275542" cy="558708"/>
          </a:xfrm>
          <a:prstGeom prst="straightConnector1">
            <a:avLst/>
          </a:prstGeom>
          <a:noFill/>
          <a:ln w="9525" cap="flat" cmpd="sng">
            <a:solidFill>
              <a:schemeClr val="dk2"/>
            </a:solidFill>
            <a:prstDash val="solid"/>
            <a:round/>
            <a:headEnd type="none" w="med" len="med"/>
            <a:tailEnd type="triangle" w="med" len="med"/>
          </a:ln>
        </p:spPr>
      </p:cxnSp>
      <p:sp>
        <p:nvSpPr>
          <p:cNvPr id="134" name="Google Shape;134;p14"/>
          <p:cNvSpPr txBox="1"/>
          <p:nvPr/>
        </p:nvSpPr>
        <p:spPr>
          <a:xfrm>
            <a:off x="-1761872" y="2221899"/>
            <a:ext cx="1879167" cy="1147208"/>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rgbClr val="595959"/>
                </a:solidFill>
              </a:rPr>
              <a:t>Iteration 2</a:t>
            </a:r>
            <a:endParaRPr sz="2750" dirty="0">
              <a:solidFill>
                <a:srgbClr val="595959"/>
              </a:solidFill>
            </a:endParaRPr>
          </a:p>
        </p:txBody>
      </p:sp>
      <p:pic>
        <p:nvPicPr>
          <p:cNvPr id="135" name="Google Shape;135;p14" title="Untitled (Draft)-1 2.jpg"/>
          <p:cNvPicPr preferRelativeResize="0"/>
          <p:nvPr/>
        </p:nvPicPr>
        <p:blipFill>
          <a:blip r:embed="rId3">
            <a:alphaModFix/>
          </a:blip>
          <a:stretch>
            <a:fillRect/>
          </a:stretch>
        </p:blipFill>
        <p:spPr>
          <a:xfrm>
            <a:off x="3632216" y="2381094"/>
            <a:ext cx="5212214" cy="6739025"/>
          </a:xfrm>
          <a:prstGeom prst="rect">
            <a:avLst/>
          </a:prstGeom>
          <a:noFill/>
          <a:ln>
            <a:noFill/>
          </a:ln>
        </p:spPr>
      </p:pic>
      <p:cxnSp>
        <p:nvCxnSpPr>
          <p:cNvPr id="136" name="Google Shape;136;p14"/>
          <p:cNvCxnSpPr/>
          <p:nvPr/>
        </p:nvCxnSpPr>
        <p:spPr>
          <a:xfrm>
            <a:off x="6977361" y="6698021"/>
            <a:ext cx="2243083" cy="564208"/>
          </a:xfrm>
          <a:prstGeom prst="straightConnector1">
            <a:avLst/>
          </a:prstGeom>
          <a:noFill/>
          <a:ln w="9525" cap="flat" cmpd="sng">
            <a:solidFill>
              <a:schemeClr val="dk2"/>
            </a:solidFill>
            <a:prstDash val="solid"/>
            <a:round/>
            <a:headEnd type="none" w="med" len="med"/>
            <a:tailEnd type="triangle" w="med" len="med"/>
          </a:ln>
        </p:spPr>
      </p:cxnSp>
      <p:sp>
        <p:nvSpPr>
          <p:cNvPr id="137" name="Google Shape;137;p14"/>
          <p:cNvSpPr txBox="1"/>
          <p:nvPr/>
        </p:nvSpPr>
        <p:spPr>
          <a:xfrm>
            <a:off x="3963476" y="8418261"/>
            <a:ext cx="4592958" cy="333208"/>
          </a:xfrm>
          <a:prstGeom prst="rect">
            <a:avLst/>
          </a:prstGeom>
          <a:noFill/>
          <a:ln>
            <a:noFill/>
          </a:ln>
        </p:spPr>
        <p:txBody>
          <a:bodyPr spcFirstLastPara="1" wrap="square" lIns="139677" tIns="139677" rIns="139677" bIns="139677" anchor="t" anchorCtr="0">
            <a:noAutofit/>
          </a:bodyPr>
          <a:lstStyle/>
          <a:p>
            <a:pPr>
              <a:spcBef>
                <a:spcPts val="0"/>
              </a:spcBef>
            </a:pPr>
            <a:endParaRPr sz="2750" dirty="0">
              <a:solidFill>
                <a:schemeClr val="dk2"/>
              </a:solidFill>
            </a:endParaRPr>
          </a:p>
        </p:txBody>
      </p:sp>
      <p:sp>
        <p:nvSpPr>
          <p:cNvPr id="138" name="Google Shape;138;p14"/>
          <p:cNvSpPr txBox="1"/>
          <p:nvPr/>
        </p:nvSpPr>
        <p:spPr>
          <a:xfrm>
            <a:off x="3914339" y="8438542"/>
            <a:ext cx="4647958" cy="619208"/>
          </a:xfrm>
          <a:prstGeom prst="rect">
            <a:avLst/>
          </a:prstGeom>
          <a:noFill/>
          <a:ln>
            <a:noFill/>
          </a:ln>
        </p:spPr>
        <p:txBody>
          <a:bodyPr spcFirstLastPara="1" wrap="square" lIns="139677" tIns="139677" rIns="139677" bIns="139677" anchor="t" anchorCtr="0">
            <a:noAutofit/>
          </a:bodyPr>
          <a:lstStyle/>
          <a:p>
            <a:pPr algn="ctr">
              <a:spcBef>
                <a:spcPts val="0"/>
              </a:spcBef>
            </a:pPr>
            <a:r>
              <a:rPr lang="en" sz="1833" dirty="0">
                <a:solidFill>
                  <a:schemeClr val="dk2"/>
                </a:solidFill>
              </a:rPr>
              <a:t>S3 Generic Functions</a:t>
            </a:r>
            <a:endParaRPr sz="1833" dirty="0">
              <a:solidFill>
                <a:schemeClr val="dk2"/>
              </a:solidFill>
            </a:endParaRPr>
          </a:p>
        </p:txBody>
      </p:sp>
      <p:cxnSp>
        <p:nvCxnSpPr>
          <p:cNvPr id="139" name="Google Shape;139;p14"/>
          <p:cNvCxnSpPr/>
          <p:nvPr/>
        </p:nvCxnSpPr>
        <p:spPr>
          <a:xfrm rot="10800000">
            <a:off x="4816969" y="8225875"/>
            <a:ext cx="302500" cy="330000"/>
          </a:xfrm>
          <a:prstGeom prst="straightConnector1">
            <a:avLst/>
          </a:prstGeom>
          <a:noFill/>
          <a:ln w="9525" cap="flat" cmpd="sng">
            <a:solidFill>
              <a:schemeClr val="dk2"/>
            </a:solidFill>
            <a:prstDash val="solid"/>
            <a:round/>
            <a:headEnd type="none" w="med" len="med"/>
            <a:tailEnd type="triangle" w="med" len="med"/>
          </a:ln>
        </p:spPr>
      </p:cxnSp>
      <p:cxnSp>
        <p:nvCxnSpPr>
          <p:cNvPr id="140" name="Google Shape;140;p14"/>
          <p:cNvCxnSpPr/>
          <p:nvPr/>
        </p:nvCxnSpPr>
        <p:spPr>
          <a:xfrm rot="10800000">
            <a:off x="6227222" y="8270334"/>
            <a:ext cx="20625" cy="241083"/>
          </a:xfrm>
          <a:prstGeom prst="straightConnector1">
            <a:avLst/>
          </a:prstGeom>
          <a:noFill/>
          <a:ln w="9525" cap="flat" cmpd="sng">
            <a:solidFill>
              <a:schemeClr val="dk2"/>
            </a:solidFill>
            <a:prstDash val="solid"/>
            <a:round/>
            <a:headEnd type="none" w="med" len="med"/>
            <a:tailEnd type="triangle" w="med" len="med"/>
          </a:ln>
        </p:spPr>
      </p:cxnSp>
      <p:cxnSp>
        <p:nvCxnSpPr>
          <p:cNvPr id="141" name="Google Shape;141;p14"/>
          <p:cNvCxnSpPr/>
          <p:nvPr/>
        </p:nvCxnSpPr>
        <p:spPr>
          <a:xfrm rot="10800000" flipH="1">
            <a:off x="7390205" y="8267125"/>
            <a:ext cx="316708" cy="261250"/>
          </a:xfrm>
          <a:prstGeom prst="straightConnector1">
            <a:avLst/>
          </a:prstGeom>
          <a:noFill/>
          <a:ln w="9525" cap="flat" cmpd="sng">
            <a:solidFill>
              <a:schemeClr val="dk2"/>
            </a:solidFill>
            <a:prstDash val="solid"/>
            <a:round/>
            <a:headEnd type="none" w="med" len="med"/>
            <a:tailEnd type="triangle" w="med" len="med"/>
          </a:ln>
        </p:spPr>
      </p:cxnSp>
      <p:sp>
        <p:nvSpPr>
          <p:cNvPr id="142" name="Google Shape;142;p14"/>
          <p:cNvSpPr txBox="1"/>
          <p:nvPr/>
        </p:nvSpPr>
        <p:spPr>
          <a:xfrm>
            <a:off x="11439160" y="5865420"/>
            <a:ext cx="2298083" cy="619208"/>
          </a:xfrm>
          <a:prstGeom prst="rect">
            <a:avLst/>
          </a:prstGeom>
          <a:noFill/>
          <a:ln>
            <a:noFill/>
          </a:ln>
        </p:spPr>
        <p:txBody>
          <a:bodyPr spcFirstLastPara="1" wrap="square" lIns="139677" tIns="139677" rIns="139677" bIns="139677" anchor="t" anchorCtr="0">
            <a:noAutofit/>
          </a:bodyPr>
          <a:lstStyle/>
          <a:p>
            <a:pPr>
              <a:spcBef>
                <a:spcPts val="0"/>
              </a:spcBef>
            </a:pPr>
            <a:r>
              <a:rPr lang="en" sz="1528" dirty="0">
                <a:solidFill>
                  <a:srgbClr val="595959"/>
                </a:solidFill>
              </a:rPr>
              <a:t>Engagement metrics data.table output</a:t>
            </a:r>
            <a:endParaRPr sz="1528" dirty="0">
              <a:solidFill>
                <a:srgbClr val="595959"/>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p:cNvSpPr/>
          <p:nvPr/>
        </p:nvSpPr>
        <p:spPr>
          <a:xfrm>
            <a:off x="275721" y="3887686"/>
            <a:ext cx="3334485" cy="62367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p:cNvSpPr txBox="1"/>
          <p:nvPr/>
        </p:nvSpPr>
        <p:spPr>
          <a:xfrm>
            <a:off x="417290" y="394748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p:cNvSpPr txBox="1"/>
          <p:nvPr/>
        </p:nvSpPr>
        <p:spPr>
          <a:xfrm>
            <a:off x="734342" y="4813019"/>
            <a:ext cx="2449731" cy="377302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26" name="Manipulate Variables"/>
          <p:cNvSpPr txBox="1"/>
          <p:nvPr/>
        </p:nvSpPr>
        <p:spPr>
          <a:xfrm>
            <a:off x="9582328" y="1537907"/>
            <a:ext cx="237084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Related Vignettes</a:t>
            </a:r>
            <a:endParaRPr dirty="0"/>
          </a:p>
        </p:txBody>
      </p:sp>
      <p:sp>
        <p:nvSpPr>
          <p:cNvPr id="330" name="Line"/>
          <p:cNvSpPr/>
          <p:nvPr/>
        </p:nvSpPr>
        <p:spPr>
          <a:xfrm>
            <a:off x="323329" y="3801250"/>
            <a:ext cx="3286878" cy="1481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2" name="Create a visual hierarchy. Help users navigate the page with titles, subtitles, and subsubtitles"/>
          <p:cNvSpPr txBox="1"/>
          <p:nvPr/>
        </p:nvSpPr>
        <p:spPr>
          <a:xfrm>
            <a:off x="9549043" y="1920823"/>
            <a:ext cx="4001355"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See the following notebooks for related analyses:</a:t>
            </a:r>
            <a:endParaRPr dirty="0">
              <a:latin typeface="Source Sans Pro"/>
              <a:ea typeface="Source Sans Pro"/>
              <a:cs typeface="Source Sans Pro"/>
              <a:sym typeface="Source Sans Pro"/>
            </a:endParaRPr>
          </a:p>
        </p:txBody>
      </p:sp>
      <p:sp>
        <p:nvSpPr>
          <p:cNvPr id="384" name="Layout Suggestions"/>
          <p:cNvSpPr txBox="1"/>
          <p:nvPr/>
        </p:nvSpPr>
        <p:spPr>
          <a:xfrm>
            <a:off x="275721" y="1519235"/>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444733" y="8789157"/>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85C060D4-0BEF-D7A5-B8E0-BE862D79950B}"/>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sp>
        <p:nvSpPr>
          <p:cNvPr id="9" name="TextBox 8">
            <a:extLst>
              <a:ext uri="{FF2B5EF4-FFF2-40B4-BE49-F238E27FC236}">
                <a16:creationId xmlns:a16="http://schemas.microsoft.com/office/drawing/2014/main" id="{536099AA-A408-A893-2F05-02D92FC549DE}"/>
              </a:ext>
            </a:extLst>
          </p:cNvPr>
          <p:cNvSpPr txBox="1"/>
          <p:nvPr/>
        </p:nvSpPr>
        <p:spPr>
          <a:xfrm>
            <a:off x="9580794" y="2304949"/>
            <a:ext cx="3656656" cy="3485489"/>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sz="1400" dirty="0"/>
              <a:t>gitlog_showcase.Rmd</a:t>
            </a:r>
          </a:p>
          <a:p>
            <a:pPr marL="228600" indent="-228600">
              <a:buFont typeface="+mj-lt"/>
              <a:buAutoNum type="arabicPeriod"/>
            </a:pPr>
            <a:r>
              <a:rPr lang="en-US" sz="1400" dirty="0"/>
              <a:t>gitlog_entity_showcase.Rmd</a:t>
            </a:r>
          </a:p>
          <a:p>
            <a:pPr marL="228600" indent="-228600">
              <a:buFont typeface="+mj-lt"/>
              <a:buAutoNum type="arabicPeriod"/>
            </a:pPr>
            <a:r>
              <a:rPr lang="en-US" sz="1400" dirty="0"/>
              <a:t>motif_analysis.Rmd</a:t>
            </a:r>
          </a:p>
          <a:p>
            <a:pPr marL="228600" indent="-228600">
              <a:buFont typeface="+mj-lt"/>
              <a:buAutoNum type="arabicPeriod"/>
            </a:pPr>
            <a:r>
              <a:rPr lang="en-US" sz="1400" dirty="0"/>
              <a:t>community_detection_showcase.Rmd</a:t>
            </a:r>
          </a:p>
          <a:p>
            <a:pPr marL="228600" indent="-228600">
              <a:buFont typeface="+mj-lt"/>
              <a:buAutoNum type="arabicPeriod"/>
            </a:pPr>
            <a:r>
              <a:rPr lang="en-US" sz="1400" dirty="0"/>
              <a:t>blamed_line_types_showcase.Rmd</a:t>
            </a:r>
          </a:p>
          <a:p>
            <a:pPr marL="228600" indent="-228600">
              <a:buFont typeface="+mj-lt"/>
              <a:buAutoNum type="arabicPeriod"/>
            </a:pPr>
            <a:r>
              <a:rPr lang="en-US" sz="1400" dirty="0"/>
              <a:t>line_metrics_showcase.Rmd</a:t>
            </a:r>
          </a:p>
          <a:p>
            <a:pPr marL="228600" indent="-228600">
              <a:buFont typeface="+mj-lt"/>
              <a:buAutoNum type="arabicPeriod"/>
            </a:pPr>
            <a:r>
              <a:rPr lang="en-US" sz="1400" dirty="0"/>
              <a:t>depends_showcase.Rmd</a:t>
            </a:r>
          </a:p>
          <a:p>
            <a:pPr marL="228600" indent="-228600">
              <a:buFont typeface="+mj-lt"/>
              <a:buAutoNum type="arabicPeriod"/>
            </a:pPr>
            <a:r>
              <a:rPr lang="en-US" sz="1400" dirty="0"/>
              <a:t>social_smell_showcase.Rmd</a:t>
            </a:r>
          </a:p>
          <a:p>
            <a:pPr marL="228600" indent="-228600">
              <a:buFont typeface="+mj-lt"/>
              <a:buAutoNum type="arabicPeriod"/>
            </a:pPr>
            <a:r>
              <a:rPr lang="en-US" sz="1400" dirty="0"/>
              <a:t>reply_communication_showcase.Rmd</a:t>
            </a:r>
          </a:p>
          <a:p>
            <a:pPr marL="228600" indent="-228600">
              <a:buFont typeface="+mj-lt"/>
              <a:buAutoNum type="arabicPeriod"/>
            </a:pPr>
            <a:r>
              <a:rPr lang="en-US" sz="1400" dirty="0"/>
              <a:t>issue_social_smell_showcase.Rmd</a:t>
            </a:r>
          </a:p>
          <a:p>
            <a:pPr marL="228600" indent="-228600">
              <a:buFont typeface="+mj-lt"/>
              <a:buAutoNum type="arabicPeriod"/>
            </a:pPr>
            <a:r>
              <a:rPr lang="en-US" sz="1400" dirty="0"/>
              <a:t>gitlog_vulnerabilities_showcase.Rmd</a:t>
            </a:r>
          </a:p>
          <a:p>
            <a:pPr marL="228600" indent="-228600">
              <a:buFont typeface="+mj-lt"/>
              <a:buAutoNum type="arabicPeriod"/>
            </a:pPr>
            <a:r>
              <a:rPr lang="en-US" sz="1400" dirty="0"/>
              <a:t>bug_count.Rmd</a:t>
            </a:r>
          </a:p>
          <a:p>
            <a:pPr marL="228600" indent="-228600">
              <a:buFont typeface="+mj-lt"/>
              <a:buAutoNum type="arabicPeriod"/>
            </a:pPr>
            <a:r>
              <a:rPr lang="en-US" sz="1400" dirty="0"/>
              <a:t>causal_flaws.Rmd</a:t>
            </a:r>
          </a:p>
          <a:p>
            <a:pPr marL="228600" indent="-228600">
              <a:buFont typeface="+mj-lt"/>
              <a:buAutoNum type="arabicPeriod"/>
            </a:pPr>
            <a:r>
              <a:rPr lang="en-US" sz="1400" dirty="0"/>
              <a:t>dv8_showcase.Rmd</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8" name="Line">
            <a:extLst>
              <a:ext uri="{FF2B5EF4-FFF2-40B4-BE49-F238E27FC236}">
                <a16:creationId xmlns:a16="http://schemas.microsoft.com/office/drawing/2014/main" id="{B77B3DC1-6ADA-8592-92EA-892B1D046848}"/>
              </a:ext>
            </a:extLst>
          </p:cNvPr>
          <p:cNvSpPr/>
          <p:nvPr/>
        </p:nvSpPr>
        <p:spPr>
          <a:xfrm flipV="1">
            <a:off x="9580794" y="5878974"/>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80C914D6-5813-8108-FCAC-EE8CD33923E2}"/>
              </a:ext>
            </a:extLst>
          </p:cNvPr>
          <p:cNvSpPr txBox="1"/>
          <p:nvPr/>
        </p:nvSpPr>
        <p:spPr>
          <a:xfrm>
            <a:off x="213256" y="1744502"/>
            <a:ext cx="3396950" cy="207484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50" b="0" dirty="0"/>
              <a:t>Kaiaulu's analysis pipelines convert raw data sources including git logs, mailing lists, and issue trackers into graphs for downstream analysis. This work introduces a standardized S3 class system for Kaiaulu's graph model, replacing inconsistent graph construction with two well-defined constructors that encode graph properties such as directionality, weight, and bipartiteness directly in the object's class. Consumer functions dispatch on these classes, meaning new analyses can be implemented as S3 methods that automatically work with any graph produced by the existing transform functions without requiring changes to those transforms.</a:t>
            </a:r>
            <a:endParaRPr kumimoji="0" lang="en-US" sz="105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FB0076AA-42EC-6AAA-64FC-B59CB4E44CFD}"/>
              </a:ext>
            </a:extLst>
          </p:cNvPr>
          <p:cNvSpPr txBox="1"/>
          <p:nvPr/>
        </p:nvSpPr>
        <p:spPr>
          <a:xfrm>
            <a:off x="522110" y="4370773"/>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grpSp>
        <p:nvGrpSpPr>
          <p:cNvPr id="373" name="Google Shape;156;p1">
            <a:extLst>
              <a:ext uri="{FF2B5EF4-FFF2-40B4-BE49-F238E27FC236}">
                <a16:creationId xmlns:a16="http://schemas.microsoft.com/office/drawing/2014/main" id="{3E17D3D2-4C24-A056-0CE5-331400E4E2C6}"/>
              </a:ext>
            </a:extLst>
          </p:cNvPr>
          <p:cNvGrpSpPr/>
          <p:nvPr/>
        </p:nvGrpSpPr>
        <p:grpSpPr>
          <a:xfrm>
            <a:off x="9229475" y="7419324"/>
            <a:ext cx="3976223" cy="2643668"/>
            <a:chOff x="10592773" y="4777764"/>
            <a:chExt cx="3298954" cy="2193372"/>
          </a:xfrm>
        </p:grpSpPr>
        <p:sp>
          <p:nvSpPr>
            <p:cNvPr id="374" name="Google Shape;157;p1">
              <a:extLst>
                <a:ext uri="{FF2B5EF4-FFF2-40B4-BE49-F238E27FC236}">
                  <a16:creationId xmlns:a16="http://schemas.microsoft.com/office/drawing/2014/main" id="{00F58375-22AF-3CA9-5DBC-DD8574347B69}"/>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65D397E6-CBD7-AEC7-5FD8-BEF1585ADFE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458E5289-4B62-BCE0-4959-34D8F515589C}"/>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C6ABAD29-37A2-9981-6BE8-BEE9183E1DE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37623350-6865-9AFE-AAB8-4FE002ACE2E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A8AFC705-A257-D505-1BAA-B46C25F6BDF6}"/>
                </a:ext>
              </a:extLst>
            </p:cNvPr>
            <p:cNvSpPr/>
            <p:nvPr/>
          </p:nvSpPr>
          <p:spPr>
            <a:xfrm>
              <a:off x="12990598" y="5644267"/>
              <a:ext cx="192300" cy="198000"/>
            </a:xfrm>
            <a:prstGeom prst="ellipse">
              <a:avLst/>
            </a:prstGeom>
            <a:solidFill>
              <a:srgbClr val="9FC5E8"/>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83F8E3BF-94C9-1E46-76E0-FDF735C56028}"/>
                </a:ext>
              </a:extLst>
            </p:cNvPr>
            <p:cNvSpPr/>
            <p:nvPr/>
          </p:nvSpPr>
          <p:spPr>
            <a:xfrm>
              <a:off x="13261106" y="6564434"/>
              <a:ext cx="328200" cy="3369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DB7EDE91-9711-A554-29B3-C384B55BCF5E}"/>
                </a:ext>
              </a:extLst>
            </p:cNvPr>
            <p:cNvSpPr/>
            <p:nvPr/>
          </p:nvSpPr>
          <p:spPr>
            <a:xfrm>
              <a:off x="12889483" y="6773136"/>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869A39A2-74F5-C7D1-7209-5A7C08770EE2}"/>
                </a:ext>
              </a:extLst>
            </p:cNvPr>
            <p:cNvSpPr/>
            <p:nvPr/>
          </p:nvSpPr>
          <p:spPr>
            <a:xfrm>
              <a:off x="13324166" y="6099152"/>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29BD66CC-EA45-1E14-A8F5-F342879ABAE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8404B8AD-26B6-1EDA-7DD4-7BAC58393F5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9DD5781D-531F-5922-497D-0DFE5D68AC0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2FFDAD46-A8D6-B6C9-2A5B-9FF4F369A96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15CF1E4E-202B-C95D-0363-61534C83D72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D88DE1A-6DCF-6DB6-18E5-FDFAF8E3BA2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01F69380-6B37-BDFB-8CD4-5713AA40EC46}"/>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00EB2B4-1334-37F0-17F6-B517BA6075F3}"/>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D8789DDF-41F5-F1CF-F94A-40FAC6E03C95}"/>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BD7438F-9C97-8683-362D-B081433093D7}"/>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3D2674B-EE31-18D9-5A6F-05EB6DE6F385}"/>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BAC708EC-7310-ACFE-72A5-A53CE110007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BD8AACF8-A52B-ABC8-EB97-CF7A69F67F2B}"/>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8012F9A3-461F-0B0F-4779-C19BE02421C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959440F-B7C2-7AFC-B1AD-E34E9C0CD9E7}"/>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8CE92BBA-2562-D340-CE8E-F101CFB4492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D53780E7-1866-E27B-3853-6A670D18B6D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40E60FFA-0448-1EB1-4F04-2A5711384902}"/>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7010F960-E1AF-C883-1E4A-1C7F110EF7F8}"/>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4CBBC9DD-4EDD-8CEF-A09E-D7415AB44B5B}"/>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4303733E-E343-6898-5C28-C7C00A72B1F6}"/>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dk2"/>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2CF2A67E-9765-07D3-385B-9444EDAF2495}"/>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E7CE23E-B071-FAC1-683F-782BD9BE6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46F744F0-CD7D-4A16-7A5B-7254BF59815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16B3FDAC-A370-7B0A-20E6-E059EFDC8467}"/>
                </a:ext>
              </a:extLst>
            </p:cNvPr>
            <p:cNvSpPr/>
            <p:nvPr/>
          </p:nvSpPr>
          <p:spPr>
            <a:xfrm>
              <a:off x="12361333" y="5843951"/>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72ECE26F-59F1-B2DD-9D86-696C5703F88A}"/>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C405EB5-EB42-1E7B-1DB1-0FCFF35A7C2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16C21543-477E-8151-BFA7-B83A1AB031F8}"/>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28A02469-247B-621B-A6DA-8FDB8E4504C5}"/>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6EEC45BE-8395-C15A-7871-2A4A978A9CD8}"/>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FF185B2-0F0B-DD1A-3129-FF37B08141E9}"/>
                </a:ext>
              </a:extLst>
            </p:cNvPr>
            <p:cNvCxnSpPr>
              <a:stCxn id="409" idx="5"/>
              <a:endCxn id="381" idx="1"/>
            </p:cNvCxnSpPr>
            <p:nvPr/>
          </p:nvCxnSpPr>
          <p:spPr>
            <a:xfrm>
              <a:off x="12525471" y="6012955"/>
              <a:ext cx="392100" cy="789300"/>
            </a:xfrm>
            <a:prstGeom prst="straightConnector1">
              <a:avLst/>
            </a:prstGeom>
            <a:noFill/>
            <a:ln w="9525" cap="flat" cmpd="sng">
              <a:solidFill>
                <a:schemeClr val="dk2"/>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0C71DF6E-9D7F-CA12-5948-DECA8551F849}"/>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896655C-7430-3B07-4661-09DC9C8595A6}"/>
                </a:ext>
              </a:extLst>
            </p:cNvPr>
            <p:cNvCxnSpPr>
              <a:stCxn id="409" idx="6"/>
              <a:endCxn id="383" idx="2"/>
            </p:cNvCxnSpPr>
            <p:nvPr/>
          </p:nvCxnSpPr>
          <p:spPr>
            <a:xfrm>
              <a:off x="12553633" y="5942951"/>
              <a:ext cx="770400" cy="255300"/>
            </a:xfrm>
            <a:prstGeom prst="straightConnector1">
              <a:avLst/>
            </a:prstGeom>
            <a:noFill/>
            <a:ln w="9525" cap="flat" cmpd="sng">
              <a:solidFill>
                <a:schemeClr val="dk2"/>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49362982-F82F-DECD-6D6A-8EA5B1B2CC0E}"/>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dk2"/>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C62E670-0FC4-CF00-9A35-6E914E90E1BC}"/>
                </a:ext>
              </a:extLst>
            </p:cNvPr>
            <p:cNvCxnSpPr>
              <a:stCxn id="409" idx="6"/>
              <a:endCxn id="380" idx="1"/>
            </p:cNvCxnSpPr>
            <p:nvPr/>
          </p:nvCxnSpPr>
          <p:spPr>
            <a:xfrm>
              <a:off x="12553633" y="5942951"/>
              <a:ext cx="755400" cy="670800"/>
            </a:xfrm>
            <a:prstGeom prst="straightConnector1">
              <a:avLst/>
            </a:prstGeom>
            <a:noFill/>
            <a:ln w="17925" cap="flat" cmpd="sng">
              <a:solidFill>
                <a:schemeClr val="dk2"/>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508AEDD8-016B-5331-25DB-7795C82727AD}"/>
                </a:ext>
              </a:extLst>
            </p:cNvPr>
            <p:cNvSpPr/>
            <p:nvPr/>
          </p:nvSpPr>
          <p:spPr>
            <a:xfrm>
              <a:off x="11798138" y="4777764"/>
              <a:ext cx="907200" cy="60692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grpSp>
      <p:sp>
        <p:nvSpPr>
          <p:cNvPr id="421" name="Manipulate Variables">
            <a:extLst>
              <a:ext uri="{FF2B5EF4-FFF2-40B4-BE49-F238E27FC236}">
                <a16:creationId xmlns:a16="http://schemas.microsoft.com/office/drawing/2014/main" id="{B9E43322-ABBD-CFD3-36CD-34C3D9021722}"/>
              </a:ext>
            </a:extLst>
          </p:cNvPr>
          <p:cNvSpPr txBox="1"/>
          <p:nvPr/>
        </p:nvSpPr>
        <p:spPr>
          <a:xfrm>
            <a:off x="9542339" y="6024337"/>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grpSp>
        <p:nvGrpSpPr>
          <p:cNvPr id="423" name="Group 422">
            <a:extLst>
              <a:ext uri="{FF2B5EF4-FFF2-40B4-BE49-F238E27FC236}">
                <a16:creationId xmlns:a16="http://schemas.microsoft.com/office/drawing/2014/main" id="{E29332F4-B86C-ABF4-F412-F7C571AEFF7B}"/>
              </a:ext>
            </a:extLst>
          </p:cNvPr>
          <p:cNvGrpSpPr/>
          <p:nvPr/>
        </p:nvGrpSpPr>
        <p:grpSpPr>
          <a:xfrm>
            <a:off x="4596113" y="2335311"/>
            <a:ext cx="4399569" cy="7674513"/>
            <a:chOff x="4038375" y="1507612"/>
            <a:chExt cx="4889124" cy="8528482"/>
          </a:xfrm>
        </p:grpSpPr>
        <p:graphicFrame>
          <p:nvGraphicFramePr>
            <p:cNvPr id="34" name="Table">
              <a:extLst>
                <a:ext uri="{FF2B5EF4-FFF2-40B4-BE49-F238E27FC236}">
                  <a16:creationId xmlns:a16="http://schemas.microsoft.com/office/drawing/2014/main" id="{1B830537-FACF-AE15-0C14-4B46A987E304}"/>
                </a:ext>
              </a:extLst>
            </p:cNvPr>
            <p:cNvGraphicFramePr/>
            <p:nvPr/>
          </p:nvGraphicFramePr>
          <p:xfrm>
            <a:off x="4073951" y="3394596"/>
            <a:ext cx="566709" cy="592753"/>
          </p:xfrm>
          <a:graphic>
            <a:graphicData uri="http://schemas.openxmlformats.org/drawingml/2006/table">
              <a:tbl>
                <a:tblPr firstRow="1">
                  <a:tableStyleId>{69C7853C-536D-4A76-A0AE-DD22124D55A5}</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1" name="Graphic 40" descr="Arrow Right outline">
              <a:extLst>
                <a:ext uri="{FF2B5EF4-FFF2-40B4-BE49-F238E27FC236}">
                  <a16:creationId xmlns:a16="http://schemas.microsoft.com/office/drawing/2014/main" id="{2E5A0095-5E75-700B-67A2-E43A9E326B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11241" y="1966119"/>
              <a:ext cx="253692" cy="528271"/>
            </a:xfrm>
            <a:prstGeom prst="rect">
              <a:avLst/>
            </a:prstGeom>
          </p:spPr>
        </p:pic>
        <p:graphicFrame>
          <p:nvGraphicFramePr>
            <p:cNvPr id="56" name="Table">
              <a:extLst>
                <a:ext uri="{FF2B5EF4-FFF2-40B4-BE49-F238E27FC236}">
                  <a16:creationId xmlns:a16="http://schemas.microsoft.com/office/drawing/2014/main" id="{24AFBA66-5C25-CD91-6604-4B490F8921AB}"/>
                </a:ext>
              </a:extLst>
            </p:cNvPr>
            <p:cNvGraphicFramePr/>
            <p:nvPr/>
          </p:nvGraphicFramePr>
          <p:xfrm>
            <a:off x="4073951"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54" name="TextBox 453">
              <a:extLst>
                <a:ext uri="{FF2B5EF4-FFF2-40B4-BE49-F238E27FC236}">
                  <a16:creationId xmlns:a16="http://schemas.microsoft.com/office/drawing/2014/main" id="{5372446C-7B01-6BC7-9224-AD1C0EF278F2}"/>
                </a:ext>
              </a:extLst>
            </p:cNvPr>
            <p:cNvSpPr txBox="1"/>
            <p:nvPr/>
          </p:nvSpPr>
          <p:spPr>
            <a:xfrm>
              <a:off x="4151287" y="168188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800" dirty="0"/>
                <a:t>.git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55" name="Graphic 454" descr="Paper outline">
              <a:extLst>
                <a:ext uri="{FF2B5EF4-FFF2-40B4-BE49-F238E27FC236}">
                  <a16:creationId xmlns:a16="http://schemas.microsoft.com/office/drawing/2014/main" id="{25D3D409-A60D-97A9-3403-A1615FF6B9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8375" y="1507612"/>
              <a:ext cx="599426" cy="599426"/>
            </a:xfrm>
            <a:prstGeom prst="rect">
              <a:avLst/>
            </a:prstGeom>
          </p:spPr>
        </p:pic>
        <p:pic>
          <p:nvPicPr>
            <p:cNvPr id="42" name="Graphic 41" descr="Arrow Right outline">
              <a:extLst>
                <a:ext uri="{FF2B5EF4-FFF2-40B4-BE49-F238E27FC236}">
                  <a16:creationId xmlns:a16="http://schemas.microsoft.com/office/drawing/2014/main" id="{BFB7A91B-3192-6BF4-F2EF-0105B1EF74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11241" y="2868128"/>
              <a:ext cx="253692" cy="528271"/>
            </a:xfrm>
            <a:prstGeom prst="rect">
              <a:avLst/>
            </a:prstGeom>
          </p:spPr>
        </p:pic>
        <p:sp>
          <p:nvSpPr>
            <p:cNvPr id="43" name="TextBox 42">
              <a:extLst>
                <a:ext uri="{FF2B5EF4-FFF2-40B4-BE49-F238E27FC236}">
                  <a16:creationId xmlns:a16="http://schemas.microsoft.com/office/drawing/2014/main" id="{6280BF4C-4434-0B4D-5A0A-FBEB862B75B7}"/>
                </a:ext>
              </a:extLst>
            </p:cNvPr>
            <p:cNvSpPr txBox="1"/>
            <p:nvPr/>
          </p:nvSpPr>
          <p:spPr>
            <a:xfrm>
              <a:off x="4151287" y="2583895"/>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git.R</a:t>
              </a:r>
            </a:p>
          </p:txBody>
        </p:sp>
        <p:pic>
          <p:nvPicPr>
            <p:cNvPr id="53" name="Graphic 52" descr="Paper outline">
              <a:extLst>
                <a:ext uri="{FF2B5EF4-FFF2-40B4-BE49-F238E27FC236}">
                  <a16:creationId xmlns:a16="http://schemas.microsoft.com/office/drawing/2014/main" id="{DE5CAA61-4909-76E9-558F-2B65905E22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8375" y="2409621"/>
              <a:ext cx="599426" cy="599426"/>
            </a:xfrm>
            <a:prstGeom prst="rect">
              <a:avLst/>
            </a:prstGeom>
          </p:spPr>
        </p:pic>
        <p:pic>
          <p:nvPicPr>
            <p:cNvPr id="451" name="Graphic 450" descr="Arrow Right outline">
              <a:extLst>
                <a:ext uri="{FF2B5EF4-FFF2-40B4-BE49-F238E27FC236}">
                  <a16:creationId xmlns:a16="http://schemas.microsoft.com/office/drawing/2014/main" id="{92824F06-8407-D140-F06B-F0396E6D57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72491" y="3906356"/>
              <a:ext cx="253691" cy="528271"/>
            </a:xfrm>
            <a:prstGeom prst="rect">
              <a:avLst/>
            </a:prstGeom>
          </p:spPr>
        </p:pic>
        <p:graphicFrame>
          <p:nvGraphicFramePr>
            <p:cNvPr id="460" name="Table">
              <a:extLst>
                <a:ext uri="{FF2B5EF4-FFF2-40B4-BE49-F238E27FC236}">
                  <a16:creationId xmlns:a16="http://schemas.microsoft.com/office/drawing/2014/main" id="{D52F9925-FDDA-9F01-AF3A-24F056548651}"/>
                </a:ext>
              </a:extLst>
            </p:cNvPr>
            <p:cNvGraphicFramePr/>
            <p:nvPr/>
          </p:nvGraphicFramePr>
          <p:xfrm>
            <a:off x="5153513" y="3394596"/>
            <a:ext cx="566709" cy="592753"/>
          </p:xfrm>
          <a:graphic>
            <a:graphicData uri="http://schemas.openxmlformats.org/drawingml/2006/table">
              <a:tbl>
                <a:tblPr firstRow="1">
                  <a:tableStyleId>{284E427A-3D55-4303-BF80-6455036E1DE7}</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62" name="Graphic 461" descr="Arrow Right outline">
              <a:extLst>
                <a:ext uri="{FF2B5EF4-FFF2-40B4-BE49-F238E27FC236}">
                  <a16:creationId xmlns:a16="http://schemas.microsoft.com/office/drawing/2014/main" id="{B904C7A4-ED1B-5010-CF5B-1369F3381D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90804" y="1966119"/>
              <a:ext cx="253692" cy="528271"/>
            </a:xfrm>
            <a:prstGeom prst="rect">
              <a:avLst/>
            </a:prstGeom>
          </p:spPr>
        </p:pic>
        <p:graphicFrame>
          <p:nvGraphicFramePr>
            <p:cNvPr id="463" name="Table">
              <a:extLst>
                <a:ext uri="{FF2B5EF4-FFF2-40B4-BE49-F238E27FC236}">
                  <a16:creationId xmlns:a16="http://schemas.microsoft.com/office/drawing/2014/main" id="{5DBE38FD-112F-2500-6E68-D7EF0AF2A300}"/>
                </a:ext>
              </a:extLst>
            </p:cNvPr>
            <p:cNvGraphicFramePr/>
            <p:nvPr/>
          </p:nvGraphicFramePr>
          <p:xfrm>
            <a:off x="5153513"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64" name="TextBox 463">
              <a:extLst>
                <a:ext uri="{FF2B5EF4-FFF2-40B4-BE49-F238E27FC236}">
                  <a16:creationId xmlns:a16="http://schemas.microsoft.com/office/drawing/2014/main" id="{37DD7267-31C6-82EA-2282-BBE8A3CF6FA8}"/>
                </a:ext>
              </a:extLst>
            </p:cNvPr>
            <p:cNvSpPr txBox="1"/>
            <p:nvPr/>
          </p:nvSpPr>
          <p:spPr>
            <a:xfrm>
              <a:off x="5230850" y="168188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.json</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67" name="Graphic 466" descr="Paper outline">
              <a:extLst>
                <a:ext uri="{FF2B5EF4-FFF2-40B4-BE49-F238E27FC236}">
                  <a16:creationId xmlns:a16="http://schemas.microsoft.com/office/drawing/2014/main" id="{1B3BD781-5B6C-1BDC-5060-72213D2522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17938" y="1507612"/>
              <a:ext cx="599426" cy="599426"/>
            </a:xfrm>
            <a:prstGeom prst="rect">
              <a:avLst/>
            </a:prstGeom>
          </p:spPr>
        </p:pic>
        <p:pic>
          <p:nvPicPr>
            <p:cNvPr id="469" name="Graphic 468" descr="Arrow Right outline">
              <a:extLst>
                <a:ext uri="{FF2B5EF4-FFF2-40B4-BE49-F238E27FC236}">
                  <a16:creationId xmlns:a16="http://schemas.microsoft.com/office/drawing/2014/main" id="{5C6A06B7-31C2-59A3-7F22-C8BA68AF1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90804" y="2868128"/>
              <a:ext cx="253692" cy="528271"/>
            </a:xfrm>
            <a:prstGeom prst="rect">
              <a:avLst/>
            </a:prstGeom>
          </p:spPr>
        </p:pic>
        <p:sp>
          <p:nvSpPr>
            <p:cNvPr id="474" name="TextBox 473">
              <a:extLst>
                <a:ext uri="{FF2B5EF4-FFF2-40B4-BE49-F238E27FC236}">
                  <a16:creationId xmlns:a16="http://schemas.microsoft.com/office/drawing/2014/main" id="{4943BAA5-8AFD-8766-3427-DE23EE2CFCA0}"/>
                </a:ext>
              </a:extLst>
            </p:cNvPr>
            <p:cNvSpPr txBox="1"/>
            <p:nvPr/>
          </p:nvSpPr>
          <p:spPr>
            <a:xfrm>
              <a:off x="5230850" y="2583895"/>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jira.R</a:t>
              </a:r>
            </a:p>
          </p:txBody>
        </p:sp>
        <p:pic>
          <p:nvPicPr>
            <p:cNvPr id="475" name="Graphic 474" descr="Paper outline">
              <a:extLst>
                <a:ext uri="{FF2B5EF4-FFF2-40B4-BE49-F238E27FC236}">
                  <a16:creationId xmlns:a16="http://schemas.microsoft.com/office/drawing/2014/main" id="{70B3B2F8-87BB-4A4A-6441-75E9D89E7A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17938" y="2409621"/>
              <a:ext cx="599426" cy="599426"/>
            </a:xfrm>
            <a:prstGeom prst="rect">
              <a:avLst/>
            </a:prstGeom>
          </p:spPr>
        </p:pic>
        <p:pic>
          <p:nvPicPr>
            <p:cNvPr id="476" name="Graphic 475" descr="Arrow Right outline">
              <a:extLst>
                <a:ext uri="{FF2B5EF4-FFF2-40B4-BE49-F238E27FC236}">
                  <a16:creationId xmlns:a16="http://schemas.microsoft.com/office/drawing/2014/main" id="{B5C56A8D-05A2-556E-037A-B6787D0F33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81649" y="3906356"/>
              <a:ext cx="253691" cy="528271"/>
            </a:xfrm>
            <a:prstGeom prst="rect">
              <a:avLst/>
            </a:prstGeom>
          </p:spPr>
        </p:pic>
        <p:graphicFrame>
          <p:nvGraphicFramePr>
            <p:cNvPr id="477" name="Table">
              <a:extLst>
                <a:ext uri="{FF2B5EF4-FFF2-40B4-BE49-F238E27FC236}">
                  <a16:creationId xmlns:a16="http://schemas.microsoft.com/office/drawing/2014/main" id="{83D28BA6-D849-0EC3-5E3D-F61400F39B00}"/>
                </a:ext>
              </a:extLst>
            </p:cNvPr>
            <p:cNvGraphicFramePr/>
            <p:nvPr/>
          </p:nvGraphicFramePr>
          <p:xfrm>
            <a:off x="6298015" y="3394596"/>
            <a:ext cx="566709" cy="592753"/>
          </p:xfrm>
          <a:graphic>
            <a:graphicData uri="http://schemas.openxmlformats.org/drawingml/2006/table">
              <a:tbl>
                <a:tblPr firstRow="1">
                  <a:tableStyleId>{3C2FFA5D-87B4-456A-9821-1D502468CF0F}</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80" name="Graphic 479" descr="Arrow Right outline">
              <a:extLst>
                <a:ext uri="{FF2B5EF4-FFF2-40B4-BE49-F238E27FC236}">
                  <a16:creationId xmlns:a16="http://schemas.microsoft.com/office/drawing/2014/main" id="{B6A23FCD-FA74-4BD8-25C8-5D60D05A1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35305" y="1966119"/>
              <a:ext cx="253692" cy="528271"/>
            </a:xfrm>
            <a:prstGeom prst="rect">
              <a:avLst/>
            </a:prstGeom>
          </p:spPr>
        </p:pic>
        <p:graphicFrame>
          <p:nvGraphicFramePr>
            <p:cNvPr id="482" name="Table">
              <a:extLst>
                <a:ext uri="{FF2B5EF4-FFF2-40B4-BE49-F238E27FC236}">
                  <a16:creationId xmlns:a16="http://schemas.microsoft.com/office/drawing/2014/main" id="{D7C06D08-6C02-62EC-EFD1-5ED035524B95}"/>
                </a:ext>
              </a:extLst>
            </p:cNvPr>
            <p:cNvGraphicFramePr/>
            <p:nvPr/>
          </p:nvGraphicFramePr>
          <p:xfrm>
            <a:off x="6298015"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83" name="TextBox 482">
              <a:extLst>
                <a:ext uri="{FF2B5EF4-FFF2-40B4-BE49-F238E27FC236}">
                  <a16:creationId xmlns:a16="http://schemas.microsoft.com/office/drawing/2014/main" id="{5BEBB64A-D2D1-78E1-FF1A-461149AEDBDE}"/>
                </a:ext>
              </a:extLst>
            </p:cNvPr>
            <p:cNvSpPr txBox="1"/>
            <p:nvPr/>
          </p:nvSpPr>
          <p:spPr>
            <a:xfrm>
              <a:off x="6375351" y="1681887"/>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.mbox</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89" name="Graphic 488" descr="Paper outline">
              <a:extLst>
                <a:ext uri="{FF2B5EF4-FFF2-40B4-BE49-F238E27FC236}">
                  <a16:creationId xmlns:a16="http://schemas.microsoft.com/office/drawing/2014/main" id="{3DDF8A34-CFE0-54DA-78FD-40E038EFA1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62439" y="1507612"/>
              <a:ext cx="599426" cy="599426"/>
            </a:xfrm>
            <a:prstGeom prst="rect">
              <a:avLst/>
            </a:prstGeom>
          </p:spPr>
        </p:pic>
        <p:pic>
          <p:nvPicPr>
            <p:cNvPr id="490" name="Graphic 489" descr="Arrow Right outline">
              <a:extLst>
                <a:ext uri="{FF2B5EF4-FFF2-40B4-BE49-F238E27FC236}">
                  <a16:creationId xmlns:a16="http://schemas.microsoft.com/office/drawing/2014/main" id="{71EDEEFB-5933-E27C-8D05-D8B2E531E9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35305" y="2868128"/>
              <a:ext cx="253692" cy="528271"/>
            </a:xfrm>
            <a:prstGeom prst="rect">
              <a:avLst/>
            </a:prstGeom>
          </p:spPr>
        </p:pic>
        <p:sp>
          <p:nvSpPr>
            <p:cNvPr id="494" name="TextBox 493">
              <a:extLst>
                <a:ext uri="{FF2B5EF4-FFF2-40B4-BE49-F238E27FC236}">
                  <a16:creationId xmlns:a16="http://schemas.microsoft.com/office/drawing/2014/main" id="{AB1AAF6C-90C5-21D8-76C5-6739F0F028A0}"/>
                </a:ext>
              </a:extLst>
            </p:cNvPr>
            <p:cNvSpPr txBox="1"/>
            <p:nvPr/>
          </p:nvSpPr>
          <p:spPr>
            <a:xfrm>
              <a:off x="6375351" y="258389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mail.R</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95" name="Graphic 494" descr="Paper outline">
              <a:extLst>
                <a:ext uri="{FF2B5EF4-FFF2-40B4-BE49-F238E27FC236}">
                  <a16:creationId xmlns:a16="http://schemas.microsoft.com/office/drawing/2014/main" id="{00743A33-6901-E048-A516-F986E20089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62439" y="2409621"/>
              <a:ext cx="599426" cy="599426"/>
            </a:xfrm>
            <a:prstGeom prst="rect">
              <a:avLst/>
            </a:prstGeom>
          </p:spPr>
        </p:pic>
        <p:pic>
          <p:nvPicPr>
            <p:cNvPr id="496" name="Graphic 495" descr="Arrow Right outline">
              <a:extLst>
                <a:ext uri="{FF2B5EF4-FFF2-40B4-BE49-F238E27FC236}">
                  <a16:creationId xmlns:a16="http://schemas.microsoft.com/office/drawing/2014/main" id="{2BA6CC67-C023-4C90-F64D-A1C72BAEB0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89059" y="3906356"/>
              <a:ext cx="253691" cy="528271"/>
            </a:xfrm>
            <a:prstGeom prst="rect">
              <a:avLst/>
            </a:prstGeom>
          </p:spPr>
        </p:pic>
        <p:sp>
          <p:nvSpPr>
            <p:cNvPr id="502" name="TextBox 501">
              <a:extLst>
                <a:ext uri="{FF2B5EF4-FFF2-40B4-BE49-F238E27FC236}">
                  <a16:creationId xmlns:a16="http://schemas.microsoft.com/office/drawing/2014/main" id="{E9711F8B-B2AE-B394-5EA9-B29EA52DD301}"/>
                </a:ext>
              </a:extLst>
            </p:cNvPr>
            <p:cNvSpPr txBox="1"/>
            <p:nvPr/>
          </p:nvSpPr>
          <p:spPr>
            <a:xfrm>
              <a:off x="6861866" y="3035622"/>
              <a:ext cx="8194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p</a:t>
              </a: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arse_*()</a:t>
              </a:r>
            </a:p>
          </p:txBody>
        </p:sp>
        <p:sp>
          <p:nvSpPr>
            <p:cNvPr id="505" name="TextBox 504">
              <a:extLst>
                <a:ext uri="{FF2B5EF4-FFF2-40B4-BE49-F238E27FC236}">
                  <a16:creationId xmlns:a16="http://schemas.microsoft.com/office/drawing/2014/main" id="{234B1202-DA9D-65BA-2FA7-A543F289A986}"/>
                </a:ext>
              </a:extLst>
            </p:cNvPr>
            <p:cNvSpPr txBox="1"/>
            <p:nvPr/>
          </p:nvSpPr>
          <p:spPr>
            <a:xfrm>
              <a:off x="6861865" y="3960047"/>
              <a:ext cx="2065634" cy="356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transform_*_to_network()</a:t>
              </a:r>
            </a:p>
          </p:txBody>
        </p:sp>
        <p:pic>
          <p:nvPicPr>
            <p:cNvPr id="507" name="Graphic 506" descr="Arrow Right outline">
              <a:extLst>
                <a:ext uri="{FF2B5EF4-FFF2-40B4-BE49-F238E27FC236}">
                  <a16:creationId xmlns:a16="http://schemas.microsoft.com/office/drawing/2014/main" id="{44162FAF-E36E-9DE1-3B34-F61AF4FDC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188304" y="4912640"/>
              <a:ext cx="966623" cy="528271"/>
            </a:xfrm>
            <a:prstGeom prst="rect">
              <a:avLst/>
            </a:prstGeom>
          </p:spPr>
        </p:pic>
        <p:pic>
          <p:nvPicPr>
            <p:cNvPr id="260" name="Graphic 259" descr="Arrow Right outline">
              <a:extLst>
                <a:ext uri="{FF2B5EF4-FFF2-40B4-BE49-F238E27FC236}">
                  <a16:creationId xmlns:a16="http://schemas.microsoft.com/office/drawing/2014/main" id="{6E2695F3-9268-F6F8-1353-A790A245F7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5729369" y="4940299"/>
              <a:ext cx="1044851" cy="528271"/>
            </a:xfrm>
            <a:prstGeom prst="rect">
              <a:avLst/>
            </a:prstGeom>
          </p:spPr>
        </p:pic>
        <p:pic>
          <p:nvPicPr>
            <p:cNvPr id="261" name="Graphic 260" descr="Arrow Right outline">
              <a:extLst>
                <a:ext uri="{FF2B5EF4-FFF2-40B4-BE49-F238E27FC236}">
                  <a16:creationId xmlns:a16="http://schemas.microsoft.com/office/drawing/2014/main" id="{F6DD209D-0B86-7BEB-9058-45E039239F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175885" y="4741840"/>
              <a:ext cx="483529" cy="528271"/>
            </a:xfrm>
            <a:prstGeom prst="rect">
              <a:avLst/>
            </a:prstGeom>
          </p:spPr>
        </p:pic>
        <p:sp>
          <p:nvSpPr>
            <p:cNvPr id="262" name="TextBox 261">
              <a:extLst>
                <a:ext uri="{FF2B5EF4-FFF2-40B4-BE49-F238E27FC236}">
                  <a16:creationId xmlns:a16="http://schemas.microsoft.com/office/drawing/2014/main" id="{A47D47B4-808C-7D4B-8006-D70564AE27D8}"/>
                </a:ext>
              </a:extLst>
            </p:cNvPr>
            <p:cNvSpPr txBox="1"/>
            <p:nvPr/>
          </p:nvSpPr>
          <p:spPr>
            <a:xfrm>
              <a:off x="5214872" y="5537976"/>
              <a:ext cx="612732" cy="2905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800" dirty="0"/>
                <a:t>graph.R</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263" name="Graphic 262" descr="Paper outline">
              <a:extLst>
                <a:ext uri="{FF2B5EF4-FFF2-40B4-BE49-F238E27FC236}">
                  <a16:creationId xmlns:a16="http://schemas.microsoft.com/office/drawing/2014/main" id="{1FBA13DD-7564-30CD-07D5-73C4196866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9606" y="5363702"/>
              <a:ext cx="971856" cy="599426"/>
            </a:xfrm>
            <a:prstGeom prst="rect">
              <a:avLst/>
            </a:prstGeom>
          </p:spPr>
        </p:pic>
        <p:sp>
          <p:nvSpPr>
            <p:cNvPr id="264" name="TextBox 263">
              <a:extLst>
                <a:ext uri="{FF2B5EF4-FFF2-40B4-BE49-F238E27FC236}">
                  <a16:creationId xmlns:a16="http://schemas.microsoft.com/office/drawing/2014/main" id="{9BDAFC11-3BED-1089-9937-0DF5E77ADD11}"/>
                </a:ext>
              </a:extLst>
            </p:cNvPr>
            <p:cNvSpPr txBox="1"/>
            <p:nvPr/>
          </p:nvSpPr>
          <p:spPr>
            <a:xfrm>
              <a:off x="6861864" y="4895561"/>
              <a:ext cx="1507488" cy="356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model</a:t>
              </a: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_*_graph()</a:t>
              </a:r>
            </a:p>
          </p:txBody>
        </p:sp>
        <p:pic>
          <p:nvPicPr>
            <p:cNvPr id="266" name="Graphic 265" descr="Arrow Right outline">
              <a:extLst>
                <a:ext uri="{FF2B5EF4-FFF2-40B4-BE49-F238E27FC236}">
                  <a16:creationId xmlns:a16="http://schemas.microsoft.com/office/drawing/2014/main" id="{9EB6859C-6E7E-8DD4-00D0-BF14766D0F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00429" y="5970169"/>
              <a:ext cx="483529" cy="528271"/>
            </a:xfrm>
            <a:prstGeom prst="rect">
              <a:avLst/>
            </a:prstGeom>
          </p:spPr>
        </p:pic>
        <p:grpSp>
          <p:nvGrpSpPr>
            <p:cNvPr id="267" name="Google Shape;156;p1">
              <a:extLst>
                <a:ext uri="{FF2B5EF4-FFF2-40B4-BE49-F238E27FC236}">
                  <a16:creationId xmlns:a16="http://schemas.microsoft.com/office/drawing/2014/main" id="{6CA39B4B-9383-3D33-24B7-E99C720E1AC9}"/>
                </a:ext>
              </a:extLst>
            </p:cNvPr>
            <p:cNvGrpSpPr/>
            <p:nvPr/>
          </p:nvGrpSpPr>
          <p:grpSpPr>
            <a:xfrm>
              <a:off x="4038375" y="6326586"/>
              <a:ext cx="2991075" cy="1657065"/>
              <a:chOff x="10592773" y="5229745"/>
              <a:chExt cx="3298954" cy="1741391"/>
            </a:xfrm>
            <a:solidFill>
              <a:schemeClr val="tx1"/>
            </a:solidFill>
          </p:grpSpPr>
          <p:sp>
            <p:nvSpPr>
              <p:cNvPr id="268" name="Google Shape;157;p1">
                <a:extLst>
                  <a:ext uri="{FF2B5EF4-FFF2-40B4-BE49-F238E27FC236}">
                    <a16:creationId xmlns:a16="http://schemas.microsoft.com/office/drawing/2014/main" id="{BF8B3E75-37A3-C194-9E88-1B6EE1E484C2}"/>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4D1587B-A127-88BD-D84E-059A278D1C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7CF6C976-991D-EB09-5F15-E79F02BB8EE8}"/>
                  </a:ext>
                </a:extLst>
              </p:cNvPr>
              <p:cNvSpPr/>
              <p:nvPr/>
            </p:nvSpPr>
            <p:spPr>
              <a:xfrm>
                <a:off x="13329043" y="522974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5121608A-21CE-A74F-CE77-8BCC71A823B2}"/>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0760EA5F-26A5-11D2-1CDE-17550875441E}"/>
                  </a:ext>
                </a:extLst>
              </p:cNvPr>
              <p:cNvSpPr/>
              <p:nvPr/>
            </p:nvSpPr>
            <p:spPr>
              <a:xfrm>
                <a:off x="13699427" y="530690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2F66F0F9-6425-D38F-7255-0E54B16A250B}"/>
                  </a:ext>
                </a:extLst>
              </p:cNvPr>
              <p:cNvSpPr/>
              <p:nvPr/>
            </p:nvSpPr>
            <p:spPr>
              <a:xfrm>
                <a:off x="12990598" y="5644267"/>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04E29EE4-AB23-2419-D591-940D4146F930}"/>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224775B1-A4E0-0060-17EC-8D33A7A5810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E0A7D8B5-C606-6FEF-A86D-E23C56A2AD64}"/>
                  </a:ext>
                </a:extLst>
              </p:cNvPr>
              <p:cNvSpPr/>
              <p:nvPr/>
            </p:nvSpPr>
            <p:spPr>
              <a:xfrm>
                <a:off x="13324166" y="60991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9FD79615-3A53-971A-DAB6-A1CED9B637EE}"/>
                  </a:ext>
                </a:extLst>
              </p:cNvPr>
              <p:cNvSpPr/>
              <p:nvPr/>
            </p:nvSpPr>
            <p:spPr>
              <a:xfrm>
                <a:off x="11468140" y="5576165"/>
                <a:ext cx="305700" cy="308400"/>
              </a:xfrm>
              <a:prstGeom prst="ellipse">
                <a:avLst/>
              </a:prstGeom>
              <a:grp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436FE1DF-3C52-220C-678E-D28EAC13FE77}"/>
                  </a:ext>
                </a:extLst>
              </p:cNvPr>
              <p:cNvSpPr/>
              <p:nvPr/>
            </p:nvSpPr>
            <p:spPr>
              <a:xfrm>
                <a:off x="10719482" y="592538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377DCF6-4F56-417A-D5B7-066D00A55B6E}"/>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6A706353-C6E6-34A3-4A6A-188C8811BB4D}"/>
                  </a:ext>
                </a:extLst>
              </p:cNvPr>
              <p:cNvSpPr/>
              <p:nvPr/>
            </p:nvSpPr>
            <p:spPr>
              <a:xfrm>
                <a:off x="10592773" y="6139937"/>
                <a:ext cx="274500" cy="2763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CB52CC33-E8D2-3C89-1FCA-7F24EC5006F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9C3205B9-8F83-B4F7-654F-9CB547320C75}"/>
                  </a:ext>
                </a:extLst>
              </p:cNvPr>
              <p:cNvSpPr/>
              <p:nvPr/>
            </p:nvSpPr>
            <p:spPr>
              <a:xfrm>
                <a:off x="11449106" y="6300040"/>
                <a:ext cx="553500" cy="567900"/>
              </a:xfrm>
              <a:prstGeom prst="ellipse">
                <a:avLst/>
              </a:prstGeom>
              <a:grp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8A401AF5-ED4B-998A-EF98-205B3B990A0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B6E6A031-E3A1-8405-70CB-FB79209B40E3}"/>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3E61DBC3-30FD-E6C6-A0C1-26E54CA2C96E}"/>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ECC1130-7BE0-159D-E240-54D61D8EE3F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8B4EBA48-1041-972C-2FC9-1725A8087BA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EE28485-437A-2581-4865-EDD6C2B61EC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2B22BB25-5DCA-E432-5881-2075DFF9A175}"/>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02B5D67C-348F-2D14-CBED-296E1D6AA4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B71ABDA-8CAB-70EE-E03F-D65B5E19BB0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037360E7-3D64-B7DF-1F07-81D92E91C4F0}"/>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7B2B372-A27C-FBE9-7CC2-2B746F2B9D32}"/>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A7F40F-04B4-77FF-FCD9-E3B5CE53904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78676B10-8BF6-4DAC-F72A-795CE89A4430}"/>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345F6319-85E7-4E24-843A-7BBC2BA87117}"/>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34737AB-AFCF-044D-A57E-0D0D3FC1480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855E11CB-C940-A74E-BCA1-D5D97DA237E8}"/>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190BDA39-BD94-70B9-6618-263D3F3EFC37}"/>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1FE25ECB-D36B-DE0F-DACB-2CAF1CC4BBD9}"/>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B30FE46F-CD11-97B1-87FB-C3824B21EA87}"/>
                  </a:ext>
                </a:extLst>
              </p:cNvPr>
              <p:cNvSpPr/>
              <p:nvPr/>
            </p:nvSpPr>
            <p:spPr>
              <a:xfrm>
                <a:off x="12361333" y="584395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8349AE54-A4F7-79E1-B435-0BC9AC489418}"/>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80610CD9-B064-BFBB-1DF4-CCE6A9485AEF}"/>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9A801EF-EAF5-E3F3-01FB-06C0EF96856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DCCEA9D5-8B71-35E6-035A-EF42D69F106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D79DC38-9674-A632-E317-17D120D1CAF9}"/>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1F2E7275-A482-2FD4-2F50-1E678464A38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5D2C0409-F2D6-C610-DBE0-57138D007658}"/>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06BDB26B-608A-DAFE-70E3-82FD038EAE7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2FC706D2-B693-C0C1-DBFB-1EEAA58C545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8352D6F-140D-3551-7F0B-F745A6E0743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pSp>
          <p:nvGrpSpPr>
            <p:cNvPr id="317" name="Google Shape;156;p1">
              <a:extLst>
                <a:ext uri="{FF2B5EF4-FFF2-40B4-BE49-F238E27FC236}">
                  <a16:creationId xmlns:a16="http://schemas.microsoft.com/office/drawing/2014/main" id="{61A1F44F-DE0D-407A-7B6D-49732C390637}"/>
                </a:ext>
              </a:extLst>
            </p:cNvPr>
            <p:cNvGrpSpPr/>
            <p:nvPr/>
          </p:nvGrpSpPr>
          <p:grpSpPr>
            <a:xfrm>
              <a:off x="4128848" y="8530519"/>
              <a:ext cx="2549294" cy="1505575"/>
              <a:chOff x="10592773" y="5229745"/>
              <a:chExt cx="3298954" cy="1741391"/>
            </a:xfrm>
          </p:grpSpPr>
          <p:sp>
            <p:nvSpPr>
              <p:cNvPr id="318" name="Google Shape;157;p1">
                <a:extLst>
                  <a:ext uri="{FF2B5EF4-FFF2-40B4-BE49-F238E27FC236}">
                    <a16:creationId xmlns:a16="http://schemas.microsoft.com/office/drawing/2014/main" id="{E50EDEAC-63BE-6B01-E693-03339087DBF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6AD3766-26A7-1477-78EB-795A03024FF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F54EEE11-974E-F3EA-F402-4FC74A7F68E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FB33E8A5-AF01-A692-061D-936BCBF6D9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CF331207-B7BF-8D21-F75E-E3E447EFD50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E6C2E748-4E36-E6CF-E25A-5D8FD56D5D1C}"/>
                  </a:ext>
                </a:extLst>
              </p:cNvPr>
              <p:cNvSpPr/>
              <p:nvPr/>
            </p:nvSpPr>
            <p:spPr>
              <a:xfrm>
                <a:off x="12990598" y="5644267"/>
                <a:ext cx="192300" cy="198000"/>
              </a:xfrm>
              <a:prstGeom prst="ellipse">
                <a:avLst/>
              </a:prstGeom>
              <a:solidFill>
                <a:schemeClr val="tx1"/>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44C0ABEA-48D4-929E-E4F6-F5F2833C48B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38FF6152-E82B-0534-1B9C-99933F2F887A}"/>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D5D861E5-3E42-81F8-4FFA-16D295C2292E}"/>
                  </a:ext>
                </a:extLst>
              </p:cNvPr>
              <p:cNvSpPr/>
              <p:nvPr/>
            </p:nvSpPr>
            <p:spPr>
              <a:xfrm>
                <a:off x="13324166" y="6099152"/>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1D55947E-D66F-662F-3F2C-D3F7F1E775B2}"/>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D8C9CC09-6EF0-B3CC-80DB-50F3A9679A7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67A629C2-53F3-8E00-2D06-FE11561F21FD}"/>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0DEEF17-C92D-B03B-D1FD-86FFFF2C1C9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B5A1229E-1E35-81B2-AD6A-5E771A7352B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440311C-BC8D-ADF0-DB5A-DEB538CFE867}"/>
                  </a:ext>
                </a:extLst>
              </p:cNvPr>
              <p:cNvSpPr/>
              <p:nvPr/>
            </p:nvSpPr>
            <p:spPr>
              <a:xfrm>
                <a:off x="11449106" y="6300040"/>
                <a:ext cx="553500" cy="567900"/>
              </a:xfrm>
              <a:prstGeom prst="ellipse">
                <a:avLst/>
              </a:prstGeom>
              <a:solidFill>
                <a:schemeClr val="tx1"/>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7009A6FE-E72B-46E8-8CE3-98D6323313A8}"/>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5A1894E-8D13-7524-7E77-376AAB6541A5}"/>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F2B0113D-E36E-5DA0-16C1-FE26D59A7E95}"/>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4A5A379-06E3-FD85-20DA-68E9BD95AFBA}"/>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6276DA4F-8C01-2167-7172-62933609420A}"/>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D95B442C-BCB3-277F-ED3E-E71EF25F9B1B}"/>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55F5375F-E959-44F0-DD83-6EA2076D022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FDB6B29-D260-9544-4610-46E76C0BF7BB}"/>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6C2BC84A-0682-238F-9DD0-D25665075707}"/>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6B13026-7365-CBC8-755B-1B42B24B633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929F80A-C0C6-D844-974C-B8CE8A177BCC}"/>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E9370D6B-6357-3138-972F-BFED69D5915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458CFDC-6B29-7C7C-54B3-F6C92EA3DE5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F5F9874-8F42-C3D3-5CD0-2C7EAF51659A}"/>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5" name="Google Shape;187;p1">
                <a:extLst>
                  <a:ext uri="{FF2B5EF4-FFF2-40B4-BE49-F238E27FC236}">
                    <a16:creationId xmlns:a16="http://schemas.microsoft.com/office/drawing/2014/main" id="{49E5E860-F8C5-C937-0357-F41DDD03ABBD}"/>
                  </a:ext>
                </a:extLst>
              </p:cNvPr>
              <p:cNvCxnSpPr>
                <a:stCxn id="359" idx="6"/>
                <a:endCxn id="327" idx="2"/>
              </p:cNvCxnSpPr>
              <p:nvPr/>
            </p:nvCxnSpPr>
            <p:spPr>
              <a:xfrm rot="10800000" flipH="1">
                <a:off x="12553633" y="5743151"/>
                <a:ext cx="437100" cy="199800"/>
              </a:xfrm>
              <a:prstGeom prst="straightConnector1">
                <a:avLst/>
              </a:prstGeom>
              <a:noFill/>
              <a:ln w="9525" cap="flat" cmpd="sng">
                <a:solidFill>
                  <a:schemeClr val="dk2"/>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0376C5C1-19DA-4475-C70D-971F90F315C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4419764-DBB1-4C48-8486-0C03599FF39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BB85BAC5-D354-AB02-A140-78C8F1CE7253}"/>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21EE02E-A3E2-CE52-F02E-2CA44A850F97}"/>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87C4AA58-B963-1EAC-83D6-9AF75DE5ECE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25524506-77CF-7087-CC32-D772D666861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0F2B287-7527-136C-7A4A-86694EFC7D19}"/>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12FCCAF9-1910-F89F-1599-041FF9D5351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5BB04AA7-77E4-E190-BEAA-35145C3D72F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5" name="Google Shape;196;p1">
                <a:extLst>
                  <a:ext uri="{FF2B5EF4-FFF2-40B4-BE49-F238E27FC236}">
                    <a16:creationId xmlns:a16="http://schemas.microsoft.com/office/drawing/2014/main" id="{5FF005D1-FDD9-6FFD-5783-3C1BAABDC427}"/>
                  </a:ext>
                </a:extLst>
              </p:cNvPr>
              <p:cNvCxnSpPr>
                <a:stCxn id="359" idx="5"/>
                <a:endCxn id="329" idx="1"/>
              </p:cNvCxnSpPr>
              <p:nvPr/>
            </p:nvCxnSpPr>
            <p:spPr>
              <a:xfrm>
                <a:off x="12525471" y="6012955"/>
                <a:ext cx="392100" cy="789300"/>
              </a:xfrm>
              <a:prstGeom prst="straightConnector1">
                <a:avLst/>
              </a:prstGeom>
              <a:noFill/>
              <a:ln w="9525" cap="flat" cmpd="sng">
                <a:solidFill>
                  <a:schemeClr val="dk2"/>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3682BCF9-B4B4-A373-4CB0-6D5A183710C2}"/>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367" name="Google Shape;198;p1">
                <a:extLst>
                  <a:ext uri="{FF2B5EF4-FFF2-40B4-BE49-F238E27FC236}">
                    <a16:creationId xmlns:a16="http://schemas.microsoft.com/office/drawing/2014/main" id="{9D9CA011-EE32-49ED-B5C1-E4EC1B676A42}"/>
                  </a:ext>
                </a:extLst>
              </p:cNvPr>
              <p:cNvCxnSpPr>
                <a:stCxn id="359" idx="6"/>
                <a:endCxn id="331" idx="2"/>
              </p:cNvCxnSpPr>
              <p:nvPr/>
            </p:nvCxnSpPr>
            <p:spPr>
              <a:xfrm>
                <a:off x="12553633" y="5942951"/>
                <a:ext cx="770400" cy="255300"/>
              </a:xfrm>
              <a:prstGeom prst="straightConnector1">
                <a:avLst/>
              </a:prstGeom>
              <a:noFill/>
              <a:ln w="9525" cap="flat" cmpd="sng">
                <a:solidFill>
                  <a:schemeClr val="dk2"/>
                </a:solidFill>
                <a:prstDash val="solid"/>
                <a:round/>
                <a:headEnd type="none" w="sm" len="sm"/>
                <a:tailEnd type="stealth" w="med" len="med"/>
              </a:ln>
            </p:spPr>
          </p:cxnSp>
          <p:cxnSp>
            <p:nvCxnSpPr>
              <p:cNvPr id="368" name="Google Shape;199;p1">
                <a:extLst>
                  <a:ext uri="{FF2B5EF4-FFF2-40B4-BE49-F238E27FC236}">
                    <a16:creationId xmlns:a16="http://schemas.microsoft.com/office/drawing/2014/main" id="{E114C936-E2F7-79EF-D809-8976FCFD8C31}"/>
                  </a:ext>
                </a:extLst>
              </p:cNvPr>
              <p:cNvCxnSpPr>
                <a:stCxn id="359" idx="3"/>
                <a:endCxn id="338" idx="7"/>
              </p:cNvCxnSpPr>
              <p:nvPr/>
            </p:nvCxnSpPr>
            <p:spPr>
              <a:xfrm flipH="1">
                <a:off x="11921495" y="6012955"/>
                <a:ext cx="468000" cy="370200"/>
              </a:xfrm>
              <a:prstGeom prst="straightConnector1">
                <a:avLst/>
              </a:prstGeom>
              <a:noFill/>
              <a:ln w="9525" cap="flat" cmpd="sng">
                <a:solidFill>
                  <a:schemeClr val="dk2"/>
                </a:solidFill>
                <a:prstDash val="solid"/>
                <a:round/>
                <a:headEnd type="none" w="sm" len="sm"/>
                <a:tailEnd type="stealth" w="med" len="med"/>
              </a:ln>
            </p:spPr>
          </p:cxnSp>
          <p:cxnSp>
            <p:nvCxnSpPr>
              <p:cNvPr id="369" name="Google Shape;200;p1">
                <a:extLst>
                  <a:ext uri="{FF2B5EF4-FFF2-40B4-BE49-F238E27FC236}">
                    <a16:creationId xmlns:a16="http://schemas.microsoft.com/office/drawing/2014/main" id="{5C816F93-8155-48E8-E693-F4A5EB300A48}"/>
                  </a:ext>
                </a:extLst>
              </p:cNvPr>
              <p:cNvCxnSpPr>
                <a:stCxn id="359" idx="6"/>
                <a:endCxn id="328" idx="1"/>
              </p:cNvCxnSpPr>
              <p:nvPr/>
            </p:nvCxnSpPr>
            <p:spPr>
              <a:xfrm>
                <a:off x="12553633" y="5942951"/>
                <a:ext cx="755400" cy="670800"/>
              </a:xfrm>
              <a:prstGeom prst="straightConnector1">
                <a:avLst/>
              </a:prstGeom>
              <a:noFill/>
              <a:ln w="17925" cap="flat" cmpd="sng">
                <a:solidFill>
                  <a:schemeClr val="dk2"/>
                </a:solidFill>
                <a:prstDash val="solid"/>
                <a:round/>
                <a:headEnd type="none" w="sm" len="sm"/>
                <a:tailEnd type="stealth" w="med" len="med"/>
              </a:ln>
            </p:spPr>
          </p:cxnSp>
        </p:grpSp>
        <p:pic>
          <p:nvPicPr>
            <p:cNvPr id="371" name="Graphic 370" descr="Arrow Right outline">
              <a:extLst>
                <a:ext uri="{FF2B5EF4-FFF2-40B4-BE49-F238E27FC236}">
                  <a16:creationId xmlns:a16="http://schemas.microsoft.com/office/drawing/2014/main" id="{9DD27A46-A467-AA7C-851A-E187372417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43959" y="8078036"/>
              <a:ext cx="483529" cy="528271"/>
            </a:xfrm>
            <a:prstGeom prst="rect">
              <a:avLst/>
            </a:prstGeom>
          </p:spPr>
        </p:pic>
        <p:sp>
          <p:nvSpPr>
            <p:cNvPr id="372" name="TextBox 371">
              <a:extLst>
                <a:ext uri="{FF2B5EF4-FFF2-40B4-BE49-F238E27FC236}">
                  <a16:creationId xmlns:a16="http://schemas.microsoft.com/office/drawing/2014/main" id="{34056CEE-6BA1-1867-B36D-3CEE2E118740}"/>
                </a:ext>
              </a:extLst>
            </p:cNvPr>
            <p:cNvSpPr txBox="1"/>
            <p:nvPr/>
          </p:nvSpPr>
          <p:spPr>
            <a:xfrm>
              <a:off x="6914008" y="8100407"/>
              <a:ext cx="111236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*_projection()</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22" name="TextBox 421">
              <a:extLst>
                <a:ext uri="{FF2B5EF4-FFF2-40B4-BE49-F238E27FC236}">
                  <a16:creationId xmlns:a16="http://schemas.microsoft.com/office/drawing/2014/main" id="{EA9207F3-81D2-A0D2-732F-A79225141CB0}"/>
                </a:ext>
              </a:extLst>
            </p:cNvPr>
            <p:cNvSpPr txBox="1"/>
            <p:nvPr/>
          </p:nvSpPr>
          <p:spPr>
            <a:xfrm>
              <a:off x="6944746" y="6811349"/>
              <a:ext cx="121665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S3 Graph Class</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424" name="Layout Suggestions">
            <a:extLst>
              <a:ext uri="{FF2B5EF4-FFF2-40B4-BE49-F238E27FC236}">
                <a16:creationId xmlns:a16="http://schemas.microsoft.com/office/drawing/2014/main" id="{4FA5B60C-A2BC-ADF9-ACD8-C412C1304255}"/>
              </a:ext>
            </a:extLst>
          </p:cNvPr>
          <p:cNvSpPr txBox="1"/>
          <p:nvPr/>
        </p:nvSpPr>
        <p:spPr>
          <a:xfrm>
            <a:off x="4043438" y="1519236"/>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pic>
        <p:nvPicPr>
          <p:cNvPr id="425" name="Graphic 424" descr="Arrow Right outline">
            <a:extLst>
              <a:ext uri="{FF2B5EF4-FFF2-40B4-BE49-F238E27FC236}">
                <a16:creationId xmlns:a16="http://schemas.microsoft.com/office/drawing/2014/main" id="{971ECE33-B268-F3E6-11B5-C27BEC5C88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720516">
            <a:off x="7727578" y="7634724"/>
            <a:ext cx="1787323" cy="475374"/>
          </a:xfrm>
          <a:prstGeom prst="rect">
            <a:avLst/>
          </a:prstGeom>
        </p:spPr>
      </p:pic>
      <p:sp>
        <p:nvSpPr>
          <p:cNvPr id="426" name="TextBox 425">
            <a:extLst>
              <a:ext uri="{FF2B5EF4-FFF2-40B4-BE49-F238E27FC236}">
                <a16:creationId xmlns:a16="http://schemas.microsoft.com/office/drawing/2014/main" id="{F885E812-3E17-DC1A-60CD-DA130176BD53}"/>
              </a:ext>
            </a:extLst>
          </p:cNvPr>
          <p:cNvSpPr txBox="1"/>
          <p:nvPr/>
        </p:nvSpPr>
        <p:spPr>
          <a:xfrm>
            <a:off x="9519350" y="6321451"/>
            <a:ext cx="4138222" cy="11053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50" b="0" dirty="0"/>
              <a:t>The standardized S3 class system makes it straightforward to extend Kaiaulu's analysis capabilities by adding new functions that operate on the graph model without touching the transform layer. For example, sentiment metrics can be introduced as a new weight scheme function that receives a typed graph object and is automatically compatible with any network produced by the existing transforms.</a:t>
            </a:r>
            <a:endParaRPr kumimoji="0" lang="en-US" sz="105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213831205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p:cNvSpPr/>
          <p:nvPr/>
        </p:nvSpPr>
        <p:spPr>
          <a:xfrm>
            <a:off x="275721" y="3887686"/>
            <a:ext cx="3334485" cy="62367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p:cNvSpPr txBox="1"/>
          <p:nvPr/>
        </p:nvSpPr>
        <p:spPr>
          <a:xfrm>
            <a:off x="417290" y="394748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p:cNvSpPr txBox="1"/>
          <p:nvPr/>
        </p:nvSpPr>
        <p:spPr>
          <a:xfrm>
            <a:off x="734342" y="4813019"/>
            <a:ext cx="2449731" cy="377302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26" name="Manipulate Variables"/>
          <p:cNvSpPr txBox="1"/>
          <p:nvPr/>
        </p:nvSpPr>
        <p:spPr>
          <a:xfrm>
            <a:off x="9601285" y="3333352"/>
            <a:ext cx="356828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transform_*_to_network()</a:t>
            </a:r>
            <a:endParaRPr dirty="0"/>
          </a:p>
        </p:txBody>
      </p:sp>
      <p:sp>
        <p:nvSpPr>
          <p:cNvPr id="330" name="Line"/>
          <p:cNvSpPr/>
          <p:nvPr/>
        </p:nvSpPr>
        <p:spPr>
          <a:xfrm>
            <a:off x="323329" y="3801250"/>
            <a:ext cx="3286878" cy="1481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2" name="Create a visual hierarchy. Help users navigate the page with titles, subtitles, and subsubtitles"/>
          <p:cNvSpPr txBox="1"/>
          <p:nvPr/>
        </p:nvSpPr>
        <p:spPr>
          <a:xfrm>
            <a:off x="9568000" y="3625066"/>
            <a:ext cx="4001355" cy="1107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take parsed data tables and construct graph representations by defining the nodes, edges, and relationships relevant to a specific analysis, such as author-file modifications or temporal developer connections. Each transform returns a standardized S3 graph object ready for downstream analysis.</a:t>
            </a:r>
            <a:endParaRPr dirty="0">
              <a:latin typeface="Source Sans Pro" panose="020B0503030403020204" pitchFamily="34" charset="0"/>
              <a:ea typeface="Source Sans Pro" panose="020B0503030403020204" pitchFamily="34" charset="0"/>
              <a:sym typeface="Source Sans Pro"/>
            </a:endParaRPr>
          </a:p>
        </p:txBody>
      </p:sp>
      <p:sp>
        <p:nvSpPr>
          <p:cNvPr id="384" name="Layout Suggestions"/>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444733" y="8789157"/>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85C060D4-0BEF-D7A5-B8E0-BE862D79950B}"/>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80C914D6-5813-8108-FCAC-EE8CD33923E2}"/>
              </a:ext>
            </a:extLst>
          </p:cNvPr>
          <p:cNvSpPr txBox="1"/>
          <p:nvPr/>
        </p:nvSpPr>
        <p:spPr>
          <a:xfrm>
            <a:off x="213256" y="1698336"/>
            <a:ext cx="3396950" cy="216717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converts raw data sources into graphs for downstream analysis. This work introduces a standardized S3 class system for Kaiaulu's graph model, replacing inconsistent graph construction with two well-defined constructors that encode properties such as directionality, weight, and bipartiteness in the object's class. Consumer functions dispatch on these classes, so new analyses can be implemented as S3 methods that automatically work with any graph the existing transforms produce.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FB0076AA-42EC-6AAA-64FC-B59CB4E44CFD}"/>
              </a:ext>
            </a:extLst>
          </p:cNvPr>
          <p:cNvSpPr txBox="1"/>
          <p:nvPr/>
        </p:nvSpPr>
        <p:spPr>
          <a:xfrm>
            <a:off x="522110" y="4370773"/>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grpSp>
        <p:nvGrpSpPr>
          <p:cNvPr id="373" name="Google Shape;156;p1">
            <a:extLst>
              <a:ext uri="{FF2B5EF4-FFF2-40B4-BE49-F238E27FC236}">
                <a16:creationId xmlns:a16="http://schemas.microsoft.com/office/drawing/2014/main" id="{3E17D3D2-4C24-A056-0CE5-331400E4E2C6}"/>
              </a:ext>
            </a:extLst>
          </p:cNvPr>
          <p:cNvGrpSpPr/>
          <p:nvPr/>
        </p:nvGrpSpPr>
        <p:grpSpPr>
          <a:xfrm>
            <a:off x="5263376" y="8146248"/>
            <a:ext cx="2243197" cy="1663744"/>
            <a:chOff x="10592773" y="4524354"/>
            <a:chExt cx="3298954" cy="2446782"/>
          </a:xfrm>
        </p:grpSpPr>
        <p:sp>
          <p:nvSpPr>
            <p:cNvPr id="374" name="Google Shape;157;p1">
              <a:extLst>
                <a:ext uri="{FF2B5EF4-FFF2-40B4-BE49-F238E27FC236}">
                  <a16:creationId xmlns:a16="http://schemas.microsoft.com/office/drawing/2014/main" id="{00F58375-22AF-3CA9-5DBC-DD8574347B69}"/>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65D397E6-CBD7-AEC7-5FD8-BEF1585ADFE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458E5289-4B62-BCE0-4959-34D8F515589C}"/>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C6ABAD29-37A2-9981-6BE8-BEE9183E1DE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37623350-6865-9AFE-AAB8-4FE002ACE2E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A8AFC705-A257-D505-1BAA-B46C25F6BDF6}"/>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83F8E3BF-94C9-1E46-76E0-FDF735C56028}"/>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DB7EDE91-9711-A554-29B3-C384B55BCF5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869A39A2-74F5-C7D1-7209-5A7C08770EE2}"/>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29BD66CC-EA45-1E14-A8F5-F342879ABAE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8404B8AD-26B6-1EDA-7DD4-7BAC58393F5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9DD5781D-531F-5922-497D-0DFE5D68AC0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2FFDAD46-A8D6-B6C9-2A5B-9FF4F369A96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15CF1E4E-202B-C95D-0363-61534C83D72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D88DE1A-6DCF-6DB6-18E5-FDFAF8E3BA2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01F69380-6B37-BDFB-8CD4-5713AA40EC46}"/>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00EB2B4-1334-37F0-17F6-B517BA6075F3}"/>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D8789DDF-41F5-F1CF-F94A-40FAC6E03C95}"/>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BD7438F-9C97-8683-362D-B081433093D7}"/>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3D2674B-EE31-18D9-5A6F-05EB6DE6F385}"/>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BAC708EC-7310-ACFE-72A5-A53CE110007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BD8AACF8-A52B-ABC8-EB97-CF7A69F67F2B}"/>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8012F9A3-461F-0B0F-4779-C19BE02421C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959440F-B7C2-7AFC-B1AD-E34E9C0CD9E7}"/>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8CE92BBA-2562-D340-CE8E-F101CFB4492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D53780E7-1866-E27B-3853-6A670D18B6D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40E60FFA-0448-1EB1-4F04-2A5711384902}"/>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7010F960-E1AF-C883-1E4A-1C7F110EF7F8}"/>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4CBBC9DD-4EDD-8CEF-A09E-D7415AB44B5B}"/>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4303733E-E343-6898-5C28-C7C00A72B1F6}"/>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2CF2A67E-9765-07D3-385B-9444EDAF2495}"/>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E7CE23E-B071-FAC1-683F-782BD9BE6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46F744F0-CD7D-4A16-7A5B-7254BF59815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16B3FDAC-A370-7B0A-20E6-E059EFDC8467}"/>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72ECE26F-59F1-B2DD-9D86-696C5703F88A}"/>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C405EB5-EB42-1E7B-1DB1-0FCFF35A7C2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16C21543-477E-8151-BFA7-B83A1AB031F8}"/>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28A02469-247B-621B-A6DA-8FDB8E4504C5}"/>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6EEC45BE-8395-C15A-7871-2A4A978A9CD8}"/>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FF185B2-0F0B-DD1A-3129-FF37B08141E9}"/>
                </a:ext>
              </a:extLst>
            </p:cNvPr>
            <p:cNvCxnSpPr>
              <a:stCxn id="409" idx="5"/>
              <a:endCxn id="381" idx="1"/>
            </p:cNvCxnSpPr>
            <p:nvPr/>
          </p:nvCxnSpPr>
          <p:spPr>
            <a:xfrm>
              <a:off x="12525471" y="6012955"/>
              <a:ext cx="392100" cy="789300"/>
            </a:xfrm>
            <a:prstGeom prst="straightConnector1">
              <a:avLst/>
            </a:prstGeom>
            <a:noFill/>
            <a:ln w="9525"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0C71DF6E-9D7F-CA12-5948-DECA8551F849}"/>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896655C-7430-3B07-4661-09DC9C8595A6}"/>
                </a:ext>
              </a:extLst>
            </p:cNvPr>
            <p:cNvCxnSpPr>
              <a:stCxn id="409" idx="6"/>
              <a:endCxn id="383" idx="2"/>
            </p:cNvCxnSpPr>
            <p:nvPr/>
          </p:nvCxnSpPr>
          <p:spPr>
            <a:xfrm>
              <a:off x="12553633" y="5942951"/>
              <a:ext cx="770400" cy="255300"/>
            </a:xfrm>
            <a:prstGeom prst="straightConnector1">
              <a:avLst/>
            </a:prstGeom>
            <a:noFill/>
            <a:ln w="9525"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49362982-F82F-DECD-6D6A-8EA5B1B2CC0E}"/>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C62E670-0FC4-CF00-9A35-6E914E90E1BC}"/>
                </a:ext>
              </a:extLst>
            </p:cNvPr>
            <p:cNvCxnSpPr>
              <a:stCxn id="409" idx="6"/>
              <a:endCxn id="380" idx="1"/>
            </p:cNvCxnSpPr>
            <p:nvPr/>
          </p:nvCxnSpPr>
          <p:spPr>
            <a:xfrm>
              <a:off x="12553633" y="5942951"/>
              <a:ext cx="755400" cy="670800"/>
            </a:xfrm>
            <a:prstGeom prst="straightConnector1">
              <a:avLst/>
            </a:prstGeom>
            <a:noFill/>
            <a:ln w="17925" cap="flat" cmpd="sng">
              <a:solidFill>
                <a:schemeClr val="accent1"/>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508AEDD8-016B-5331-25DB-7795C82727AD}"/>
                </a:ext>
              </a:extLst>
            </p:cNvPr>
            <p:cNvSpPr/>
            <p:nvPr/>
          </p:nvSpPr>
          <p:spPr>
            <a:xfrm>
              <a:off x="11451718" y="4524354"/>
              <a:ext cx="1703364" cy="666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p:txBody>
        </p:sp>
      </p:grpSp>
      <p:sp>
        <p:nvSpPr>
          <p:cNvPr id="421" name="Manipulate Variables">
            <a:extLst>
              <a:ext uri="{FF2B5EF4-FFF2-40B4-BE49-F238E27FC236}">
                <a16:creationId xmlns:a16="http://schemas.microsoft.com/office/drawing/2014/main" id="{B9E43322-ABBD-CFD3-36CD-34C3D9021722}"/>
              </a:ext>
            </a:extLst>
          </p:cNvPr>
          <p:cNvSpPr txBox="1"/>
          <p:nvPr/>
        </p:nvSpPr>
        <p:spPr>
          <a:xfrm>
            <a:off x="9575606" y="9200598"/>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4" name="Layout Suggestions">
            <a:extLst>
              <a:ext uri="{FF2B5EF4-FFF2-40B4-BE49-F238E27FC236}">
                <a16:creationId xmlns:a16="http://schemas.microsoft.com/office/drawing/2014/main" id="{4FA5B60C-A2BC-ADF9-ACD8-C412C1304255}"/>
              </a:ext>
            </a:extLst>
          </p:cNvPr>
          <p:cNvSpPr txBox="1"/>
          <p:nvPr/>
        </p:nvSpPr>
        <p:spPr>
          <a:xfrm>
            <a:off x="3978526" y="1472502"/>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
        <p:nvSpPr>
          <p:cNvPr id="426" name="TextBox 425">
            <a:extLst>
              <a:ext uri="{FF2B5EF4-FFF2-40B4-BE49-F238E27FC236}">
                <a16:creationId xmlns:a16="http://schemas.microsoft.com/office/drawing/2014/main" id="{F885E812-3E17-DC1A-60CD-DA130176BD53}"/>
              </a:ext>
            </a:extLst>
          </p:cNvPr>
          <p:cNvSpPr txBox="1"/>
          <p:nvPr/>
        </p:nvSpPr>
        <p:spPr>
          <a:xfrm>
            <a:off x="9601285" y="9463706"/>
            <a:ext cx="4138222"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6" name="Manipulate Variables">
            <a:extLst>
              <a:ext uri="{FF2B5EF4-FFF2-40B4-BE49-F238E27FC236}">
                <a16:creationId xmlns:a16="http://schemas.microsoft.com/office/drawing/2014/main" id="{6D68EDE5-B40F-B775-7B34-5A4F34C76811}"/>
              </a:ext>
            </a:extLst>
          </p:cNvPr>
          <p:cNvSpPr txBox="1"/>
          <p:nvPr/>
        </p:nvSpPr>
        <p:spPr>
          <a:xfrm>
            <a:off x="9601285" y="4778496"/>
            <a:ext cx="23211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model_*_graph()</a:t>
            </a:r>
            <a:endParaRPr dirty="0"/>
          </a:p>
        </p:txBody>
      </p:sp>
      <p:sp>
        <p:nvSpPr>
          <p:cNvPr id="10" name="Manipulate Variables">
            <a:extLst>
              <a:ext uri="{FF2B5EF4-FFF2-40B4-BE49-F238E27FC236}">
                <a16:creationId xmlns:a16="http://schemas.microsoft.com/office/drawing/2014/main" id="{2476B4C6-F28B-2E83-C424-3E8474E34DD5}"/>
              </a:ext>
            </a:extLst>
          </p:cNvPr>
          <p:cNvSpPr txBox="1"/>
          <p:nvPr/>
        </p:nvSpPr>
        <p:spPr>
          <a:xfrm>
            <a:off x="9614079" y="6342872"/>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11" name="Create a visual hierarchy. Help users navigate the page with titles, subtitles, and subsubtitles">
            <a:extLst>
              <a:ext uri="{FF2B5EF4-FFF2-40B4-BE49-F238E27FC236}">
                <a16:creationId xmlns:a16="http://schemas.microsoft.com/office/drawing/2014/main" id="{4B3CA8B4-A0C5-62C5-C3C7-ACDC902D13A3}"/>
              </a:ext>
            </a:extLst>
          </p:cNvPr>
          <p:cNvSpPr txBox="1"/>
          <p:nvPr/>
        </p:nvSpPr>
        <p:spPr>
          <a:xfrm>
            <a:off x="9580794" y="6623092"/>
            <a:ext cx="4001355" cy="24893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Examples of S3 Generic functions:</a:t>
            </a:r>
            <a:endParaRPr lang="en-US"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1. bipartite_graph_projection()</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a:ea typeface="Source Sans Pro"/>
                <a:cs typeface="Source Sans Pro"/>
                <a:sym typeface="Source Sans Pro"/>
              </a:rPr>
              <a:t>Performs a bipartite projection on a multimodal 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2. temporal_graph_projection()</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Performs a temporal projection on a multimodal graph</a:t>
            </a:r>
            <a:endParaRPr lang="en-US" b="1"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3. graph_to_dsmj()</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Exports graph to .dsmj file</a:t>
            </a:r>
            <a:endParaRPr lang="en-US" b="1"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1"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Examples of S3 Auxiliary Functions:</a:t>
            </a:r>
            <a:endParaRPr lang="en-US" b="1"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4. subset_bipartite_from_multimodal()</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Slices a bipartite graph from a multimodal graph to do projection analyses</a:t>
            </a:r>
            <a:endParaRPr dirty="0">
              <a:latin typeface="Source Sans Pro" panose="020B0503030403020204" pitchFamily="34" charset="0"/>
              <a:ea typeface="Source Sans Pro" panose="020B0503030403020204" pitchFamily="34" charset="0"/>
              <a:sym typeface="Source Sans Pro"/>
            </a:endParaRPr>
          </a:p>
        </p:txBody>
      </p:sp>
      <p:grpSp>
        <p:nvGrpSpPr>
          <p:cNvPr id="317" name="Google Shape;156;p1">
            <a:extLst>
              <a:ext uri="{FF2B5EF4-FFF2-40B4-BE49-F238E27FC236}">
                <a16:creationId xmlns:a16="http://schemas.microsoft.com/office/drawing/2014/main" id="{61A1F44F-DE0D-407A-7B6D-49732C390637}"/>
              </a:ext>
            </a:extLst>
          </p:cNvPr>
          <p:cNvGrpSpPr/>
          <p:nvPr/>
        </p:nvGrpSpPr>
        <p:grpSpPr>
          <a:xfrm>
            <a:off x="3874378" y="6209850"/>
            <a:ext cx="1872009" cy="1105581"/>
            <a:chOff x="10592773" y="5229745"/>
            <a:chExt cx="3298954" cy="1741391"/>
          </a:xfrm>
        </p:grpSpPr>
        <p:sp>
          <p:nvSpPr>
            <p:cNvPr id="318" name="Google Shape;157;p1">
              <a:extLst>
                <a:ext uri="{FF2B5EF4-FFF2-40B4-BE49-F238E27FC236}">
                  <a16:creationId xmlns:a16="http://schemas.microsoft.com/office/drawing/2014/main" id="{E50EDEAC-63BE-6B01-E693-03339087DBF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6AD3766-26A7-1477-78EB-795A03024FF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F54EEE11-974E-F3EA-F402-4FC74A7F68E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FB33E8A5-AF01-A692-061D-936BCBF6D9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CF331207-B7BF-8D21-F75E-E3E447EFD50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E6C2E748-4E36-E6CF-E25A-5D8FD56D5D1C}"/>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44C0ABEA-48D4-929E-E4F6-F5F2833C48B7}"/>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38FF6152-E82B-0534-1B9C-99933F2F887A}"/>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D5D861E5-3E42-81F8-4FFA-16D295C2292E}"/>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1D55947E-D66F-662F-3F2C-D3F7F1E775B2}"/>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D8C9CC09-6EF0-B3CC-80DB-50F3A9679A7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67A629C2-53F3-8E00-2D06-FE11561F21FD}"/>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0DEEF17-C92D-B03B-D1FD-86FFFF2C1C9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B5A1229E-1E35-81B2-AD6A-5E771A7352B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440311C-BC8D-ADF0-DB5A-DEB538CFE867}"/>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7009A6FE-E72B-46E8-8CE3-98D6323313A8}"/>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5A1894E-8D13-7524-7E77-376AAB6541A5}"/>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F2B0113D-E36E-5DA0-16C1-FE26D59A7E95}"/>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4A5A379-06E3-FD85-20DA-68E9BD95AFBA}"/>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6276DA4F-8C01-2167-7172-62933609420A}"/>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D95B442C-BCB3-277F-ED3E-E71EF25F9B1B}"/>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55F5375F-E959-44F0-DD83-6EA2076D022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FDB6B29-D260-9544-4610-46E76C0BF7BB}"/>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6C2BC84A-0682-238F-9DD0-D25665075707}"/>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6B13026-7365-CBC8-755B-1B42B24B633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929F80A-C0C6-D844-974C-B8CE8A177BCC}"/>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E9370D6B-6357-3138-972F-BFED69D5915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458CFDC-6B29-7C7C-54B3-F6C92EA3DE5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F5F9874-8F42-C3D3-5CD0-2C7EAF51659A}"/>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0376C5C1-19DA-4475-C70D-971F90F315C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4419764-DBB1-4C48-8486-0C03599FF39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BB85BAC5-D354-AB02-A140-78C8F1CE7253}"/>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21EE02E-A3E2-CE52-F02E-2CA44A850F97}"/>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87C4AA58-B963-1EAC-83D6-9AF75DE5ECE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25524506-77CF-7087-CC32-D772D666861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0F2B287-7527-136C-7A4A-86694EFC7D19}"/>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12FCCAF9-1910-F89F-1599-041FF9D5351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5BB04AA7-77E4-E190-BEAA-35145C3D72F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3682BCF9-B4B4-A373-4CB0-6D5A183710C2}"/>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pic>
        <p:nvPicPr>
          <p:cNvPr id="371" name="Graphic 370" descr="Arrow Right outline">
            <a:extLst>
              <a:ext uri="{FF2B5EF4-FFF2-40B4-BE49-F238E27FC236}">
                <a16:creationId xmlns:a16="http://schemas.microsoft.com/office/drawing/2014/main" id="{9DD27A46-A467-AA7C-851A-E187372417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4824685" y="5856215"/>
            <a:ext cx="355067" cy="387922"/>
          </a:xfrm>
          <a:prstGeom prst="rect">
            <a:avLst/>
          </a:prstGeom>
        </p:spPr>
      </p:pic>
      <p:pic>
        <p:nvPicPr>
          <p:cNvPr id="41" name="Graphic 40" descr="Arrow Right outline">
            <a:extLst>
              <a:ext uri="{FF2B5EF4-FFF2-40B4-BE49-F238E27FC236}">
                <a16:creationId xmlns:a16="http://schemas.microsoft.com/office/drawing/2014/main" id="{2E5A0095-5E75-700B-67A2-E43A9E326B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879603" y="2466312"/>
            <a:ext cx="186292" cy="387922"/>
          </a:xfrm>
          <a:prstGeom prst="rect">
            <a:avLst/>
          </a:prstGeom>
        </p:spPr>
      </p:pic>
      <p:pic>
        <p:nvPicPr>
          <p:cNvPr id="451" name="Graphic 450" descr="Arrow Right outline">
            <a:extLst>
              <a:ext uri="{FF2B5EF4-FFF2-40B4-BE49-F238E27FC236}">
                <a16:creationId xmlns:a16="http://schemas.microsoft.com/office/drawing/2014/main" id="{92824F06-8407-D140-F06B-F0396E6D57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863313" y="3332837"/>
            <a:ext cx="186292" cy="387922"/>
          </a:xfrm>
          <a:prstGeom prst="rect">
            <a:avLst/>
          </a:prstGeom>
        </p:spPr>
      </p:pic>
      <p:pic>
        <p:nvPicPr>
          <p:cNvPr id="462" name="Graphic 461" descr="Arrow Right outline">
            <a:extLst>
              <a:ext uri="{FF2B5EF4-FFF2-40B4-BE49-F238E27FC236}">
                <a16:creationId xmlns:a16="http://schemas.microsoft.com/office/drawing/2014/main" id="{B904C7A4-ED1B-5010-CF5B-1369F3381D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12796" y="2449076"/>
            <a:ext cx="186292" cy="387922"/>
          </a:xfrm>
          <a:prstGeom prst="rect">
            <a:avLst/>
          </a:prstGeom>
        </p:spPr>
      </p:pic>
      <p:pic>
        <p:nvPicPr>
          <p:cNvPr id="480" name="Graphic 479" descr="Arrow Right outline">
            <a:extLst>
              <a:ext uri="{FF2B5EF4-FFF2-40B4-BE49-F238E27FC236}">
                <a16:creationId xmlns:a16="http://schemas.microsoft.com/office/drawing/2014/main" id="{B6A23FCD-FA74-4BD8-25C8-5D60D05A1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7675539" y="2483337"/>
            <a:ext cx="186292" cy="387922"/>
          </a:xfrm>
          <a:prstGeom prst="rect">
            <a:avLst/>
          </a:prstGeom>
        </p:spPr>
      </p:pic>
      <p:grpSp>
        <p:nvGrpSpPr>
          <p:cNvPr id="267" name="Google Shape;156;p1">
            <a:extLst>
              <a:ext uri="{FF2B5EF4-FFF2-40B4-BE49-F238E27FC236}">
                <a16:creationId xmlns:a16="http://schemas.microsoft.com/office/drawing/2014/main" id="{6CA39B4B-9383-3D33-24B7-E99C720E1AC9}"/>
              </a:ext>
            </a:extLst>
          </p:cNvPr>
          <p:cNvGrpSpPr/>
          <p:nvPr/>
        </p:nvGrpSpPr>
        <p:grpSpPr>
          <a:xfrm>
            <a:off x="5213908" y="4597417"/>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BF8B3E75-37A3-C194-9E88-1B6EE1E484C2}"/>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4D1587B-A127-88BD-D84E-059A278D1C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7CF6C976-991D-EB09-5F15-E79F02BB8EE8}"/>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5121608A-21CE-A74F-CE77-8BCC71A823B2}"/>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0760EA5F-26A5-11D2-1CDE-17550875441E}"/>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2F66F0F9-6425-D38F-7255-0E54B16A250B}"/>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04E29EE4-AB23-2419-D591-940D4146F930}"/>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224775B1-A4E0-0060-17EC-8D33A7A5810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E0A7D8B5-C606-6FEF-A86D-E23C56A2AD64}"/>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9FD79615-3A53-971A-DAB6-A1CED9B637EE}"/>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436FE1DF-3C52-220C-678E-D28EAC13FE77}"/>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377DCF6-4F56-417A-D5B7-066D00A55B6E}"/>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6A706353-C6E6-34A3-4A6A-188C8811BB4D}"/>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CB52CC33-E8D2-3C89-1FCA-7F24EC5006F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9C3205B9-8F83-B4F7-654F-9CB547320C7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8A401AF5-ED4B-998A-EF98-205B3B990A0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B6E6A031-E3A1-8405-70CB-FB79209B40E3}"/>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3E61DBC3-30FD-E6C6-A0C1-26E54CA2C96E}"/>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ECC1130-7BE0-159D-E240-54D61D8EE3F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8B4EBA48-1041-972C-2FC9-1725A8087BA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EE28485-437A-2581-4865-EDD6C2B61EC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2B22BB25-5DCA-E432-5881-2075DFF9A175}"/>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02B5D67C-348F-2D14-CBED-296E1D6AA4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B71ABDA-8CAB-70EE-E03F-D65B5E19BB0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037360E7-3D64-B7DF-1F07-81D92E91C4F0}"/>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7B2B372-A27C-FBE9-7CC2-2B746F2B9D32}"/>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A7F40F-04B4-77FF-FCD9-E3B5CE53904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78676B10-8BF6-4DAC-F72A-795CE89A4430}"/>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345F6319-85E7-4E24-843A-7BBC2BA87117}"/>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34737AB-AFCF-044D-A57E-0D0D3FC1480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855E11CB-C940-A74E-BCA1-D5D97DA237E8}"/>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190BDA39-BD94-70B9-6618-263D3F3EFC37}"/>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1FE25ECB-D36B-DE0F-DACB-2CAF1CC4BBD9}"/>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B30FE46F-CD11-97B1-87FB-C3824B21EA87}"/>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8349AE54-A4F7-79E1-B435-0BC9AC489418}"/>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80610CD9-B064-BFBB-1DF4-CCE6A9485AEF}"/>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9A801EF-EAF5-E3F3-01FB-06C0EF96856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DCCEA9D5-8B71-35E6-035A-EF42D69F106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D79DC38-9674-A632-E317-17D120D1CAF9}"/>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1F2E7275-A482-2FD4-2F50-1E678464A38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5D2C0409-F2D6-C610-DBE0-57138D007658}"/>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06BDB26B-608A-DAFE-70E3-82FD038EAE7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2FC706D2-B693-C0C1-DBFB-1EEAA58C545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8352D6F-140D-3551-7F0B-F745A6E0743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sp>
        <p:nvSpPr>
          <p:cNvPr id="422" name="TextBox 421">
            <a:extLst>
              <a:ext uri="{FF2B5EF4-FFF2-40B4-BE49-F238E27FC236}">
                <a16:creationId xmlns:a16="http://schemas.microsoft.com/office/drawing/2014/main" id="{EA9207F3-81D2-A0D2-732F-A79225141CB0}"/>
              </a:ext>
            </a:extLst>
          </p:cNvPr>
          <p:cNvSpPr txBox="1"/>
          <p:nvPr/>
        </p:nvSpPr>
        <p:spPr>
          <a:xfrm>
            <a:off x="5859230" y="4433074"/>
            <a:ext cx="10974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S3 Graph Class</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aphicFrame>
        <p:nvGraphicFramePr>
          <p:cNvPr id="12" name="Table">
            <a:extLst>
              <a:ext uri="{FF2B5EF4-FFF2-40B4-BE49-F238E27FC236}">
                <a16:creationId xmlns:a16="http://schemas.microsoft.com/office/drawing/2014/main" id="{2B1F87FF-00EC-1030-ADD0-C58883E9A80D}"/>
              </a:ext>
            </a:extLst>
          </p:cNvPr>
          <p:cNvGraphicFramePr/>
          <p:nvPr>
            <p:extLst>
              <p:ext uri="{D42A27DB-BD31-4B8C-83A1-F6EECF244321}">
                <p14:modId xmlns:p14="http://schemas.microsoft.com/office/powerpoint/2010/main" val="3666166157"/>
              </p:ext>
            </p:extLst>
          </p:nvPr>
        </p:nvGraphicFramePr>
        <p:xfrm>
          <a:off x="4647982" y="2841713"/>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F0BC1DA4-7526-5BAF-16FC-9CB91DAE8C93}"/>
              </a:ext>
            </a:extLst>
          </p:cNvPr>
          <p:cNvGraphicFramePr/>
          <p:nvPr>
            <p:extLst>
              <p:ext uri="{D42A27DB-BD31-4B8C-83A1-F6EECF244321}">
                <p14:modId xmlns:p14="http://schemas.microsoft.com/office/powerpoint/2010/main" val="360341262"/>
              </p:ext>
            </p:extLst>
          </p:nvPr>
        </p:nvGraphicFramePr>
        <p:xfrm>
          <a:off x="4498517" y="3633893"/>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4" name="Graphic 13" descr="Arrow Right outline">
            <a:extLst>
              <a:ext uri="{FF2B5EF4-FFF2-40B4-BE49-F238E27FC236}">
                <a16:creationId xmlns:a16="http://schemas.microsoft.com/office/drawing/2014/main" id="{40F1EAFC-22D5-B8BC-01B9-084C18BB47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09835" y="3332588"/>
            <a:ext cx="186292" cy="387922"/>
          </a:xfrm>
          <a:prstGeom prst="rect">
            <a:avLst/>
          </a:prstGeom>
        </p:spPr>
      </p:pic>
      <p:graphicFrame>
        <p:nvGraphicFramePr>
          <p:cNvPr id="15" name="Table">
            <a:extLst>
              <a:ext uri="{FF2B5EF4-FFF2-40B4-BE49-F238E27FC236}">
                <a16:creationId xmlns:a16="http://schemas.microsoft.com/office/drawing/2014/main" id="{C5CDBCA3-BC03-EE32-DE74-B2168B21839C}"/>
              </a:ext>
            </a:extLst>
          </p:cNvPr>
          <p:cNvGraphicFramePr/>
          <p:nvPr>
            <p:extLst>
              <p:ext uri="{D42A27DB-BD31-4B8C-83A1-F6EECF244321}">
                <p14:modId xmlns:p14="http://schemas.microsoft.com/office/powerpoint/2010/main" val="1442752533"/>
              </p:ext>
            </p:extLst>
          </p:nvPr>
        </p:nvGraphicFramePr>
        <p:xfrm>
          <a:off x="5997218" y="283175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pic>
        <p:nvPicPr>
          <p:cNvPr id="17" name="Graphic 16" descr="Arrow Right outline">
            <a:extLst>
              <a:ext uri="{FF2B5EF4-FFF2-40B4-BE49-F238E27FC236}">
                <a16:creationId xmlns:a16="http://schemas.microsoft.com/office/drawing/2014/main" id="{854029DB-B426-5BCF-3BBA-AE35F9DD0D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7675539" y="3330120"/>
            <a:ext cx="186292" cy="387922"/>
          </a:xfrm>
          <a:prstGeom prst="rect">
            <a:avLst/>
          </a:prstGeom>
        </p:spPr>
      </p:pic>
      <p:graphicFrame>
        <p:nvGraphicFramePr>
          <p:cNvPr id="18" name="Table">
            <a:extLst>
              <a:ext uri="{FF2B5EF4-FFF2-40B4-BE49-F238E27FC236}">
                <a16:creationId xmlns:a16="http://schemas.microsoft.com/office/drawing/2014/main" id="{3C178EBA-4C26-8642-68AF-D08A467AA762}"/>
              </a:ext>
            </a:extLst>
          </p:cNvPr>
          <p:cNvGraphicFramePr/>
          <p:nvPr>
            <p:extLst>
              <p:ext uri="{D42A27DB-BD31-4B8C-83A1-F6EECF244321}">
                <p14:modId xmlns:p14="http://schemas.microsoft.com/office/powerpoint/2010/main" val="1425881751"/>
              </p:ext>
            </p:extLst>
          </p:nvPr>
        </p:nvGraphicFramePr>
        <p:xfrm>
          <a:off x="7462782" y="282928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610EBC68-0C04-1C9F-DC89-73066DAD2A17}"/>
              </a:ext>
            </a:extLst>
          </p:cNvPr>
          <p:cNvSpPr txBox="1"/>
          <p:nvPr/>
        </p:nvSpPr>
        <p:spPr>
          <a:xfrm>
            <a:off x="6042620" y="2282594"/>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2C43A6B5-BA0E-F592-DE15-0C3E75BE3A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83665" y="1908105"/>
            <a:ext cx="430268" cy="430268"/>
          </a:xfrm>
          <a:prstGeom prst="rect">
            <a:avLst/>
          </a:prstGeom>
        </p:spPr>
      </p:pic>
      <p:sp>
        <p:nvSpPr>
          <p:cNvPr id="24" name="TextBox 23">
            <a:extLst>
              <a:ext uri="{FF2B5EF4-FFF2-40B4-BE49-F238E27FC236}">
                <a16:creationId xmlns:a16="http://schemas.microsoft.com/office/drawing/2014/main" id="{278C151F-2D0C-FF8D-4297-19241A581C72}"/>
              </a:ext>
            </a:extLst>
          </p:cNvPr>
          <p:cNvSpPr txBox="1"/>
          <p:nvPr/>
        </p:nvSpPr>
        <p:spPr>
          <a:xfrm>
            <a:off x="7514840" y="228314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CCD6D6F4-20CC-F280-863F-0301D7180F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5886" y="1908656"/>
            <a:ext cx="430268" cy="430268"/>
          </a:xfrm>
          <a:prstGeom prst="rect">
            <a:avLst/>
          </a:prstGeom>
        </p:spPr>
      </p:pic>
      <p:pic>
        <p:nvPicPr>
          <p:cNvPr id="27" name="Graphic 26" descr="Folder outline">
            <a:extLst>
              <a:ext uri="{FF2B5EF4-FFF2-40B4-BE49-F238E27FC236}">
                <a16:creationId xmlns:a16="http://schemas.microsoft.com/office/drawing/2014/main" id="{BD846026-0684-0924-D724-CA2583C33F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336" y="1832243"/>
            <a:ext cx="550611" cy="550611"/>
          </a:xfrm>
          <a:prstGeom prst="rect">
            <a:avLst/>
          </a:prstGeom>
        </p:spPr>
      </p:pic>
      <p:sp>
        <p:nvSpPr>
          <p:cNvPr id="28" name="TextBox 27">
            <a:extLst>
              <a:ext uri="{FF2B5EF4-FFF2-40B4-BE49-F238E27FC236}">
                <a16:creationId xmlns:a16="http://schemas.microsoft.com/office/drawing/2014/main" id="{1F23DEE4-F44E-5A22-A1A3-D53F2E48C845}"/>
              </a:ext>
            </a:extLst>
          </p:cNvPr>
          <p:cNvSpPr txBox="1"/>
          <p:nvPr/>
        </p:nvSpPr>
        <p:spPr>
          <a:xfrm>
            <a:off x="4703581" y="2282892"/>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pic>
        <p:nvPicPr>
          <p:cNvPr id="29" name="Graphic 28" descr="Arrow Right outline">
            <a:extLst>
              <a:ext uri="{FF2B5EF4-FFF2-40B4-BE49-F238E27FC236}">
                <a16:creationId xmlns:a16="http://schemas.microsoft.com/office/drawing/2014/main" id="{635727AC-74E2-A0AE-C918-4F13CC7C64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920253" y="4164264"/>
            <a:ext cx="186292" cy="387922"/>
          </a:xfrm>
          <a:prstGeom prst="rect">
            <a:avLst/>
          </a:prstGeom>
        </p:spPr>
      </p:pic>
      <p:pic>
        <p:nvPicPr>
          <p:cNvPr id="30" name="Graphic 29" descr="Arrow Right outline">
            <a:extLst>
              <a:ext uri="{FF2B5EF4-FFF2-40B4-BE49-F238E27FC236}">
                <a16:creationId xmlns:a16="http://schemas.microsoft.com/office/drawing/2014/main" id="{DA890B5C-5A5D-374C-5A23-5DB9EF8C19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05653" y="4145061"/>
            <a:ext cx="186292" cy="387922"/>
          </a:xfrm>
          <a:prstGeom prst="rect">
            <a:avLst/>
          </a:prstGeom>
        </p:spPr>
      </p:pic>
      <p:pic>
        <p:nvPicPr>
          <p:cNvPr id="31" name="Graphic 30" descr="Arrow Right outline">
            <a:extLst>
              <a:ext uri="{FF2B5EF4-FFF2-40B4-BE49-F238E27FC236}">
                <a16:creationId xmlns:a16="http://schemas.microsoft.com/office/drawing/2014/main" id="{4E77231B-C339-5597-112D-14C49F7E9A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618116" y="4142968"/>
            <a:ext cx="186292" cy="387922"/>
          </a:xfrm>
          <a:prstGeom prst="rect">
            <a:avLst/>
          </a:prstGeom>
        </p:spPr>
      </p:pic>
      <p:grpSp>
        <p:nvGrpSpPr>
          <p:cNvPr id="32" name="Google Shape;156;p1">
            <a:extLst>
              <a:ext uri="{FF2B5EF4-FFF2-40B4-BE49-F238E27FC236}">
                <a16:creationId xmlns:a16="http://schemas.microsoft.com/office/drawing/2014/main" id="{60594C48-14B4-B15B-C6D1-D70CC11A01F9}"/>
              </a:ext>
            </a:extLst>
          </p:cNvPr>
          <p:cNvGrpSpPr/>
          <p:nvPr/>
        </p:nvGrpSpPr>
        <p:grpSpPr>
          <a:xfrm>
            <a:off x="6828288" y="6224096"/>
            <a:ext cx="1872009" cy="1105581"/>
            <a:chOff x="10592773" y="5229745"/>
            <a:chExt cx="3298954" cy="1741391"/>
          </a:xfrm>
        </p:grpSpPr>
        <p:sp>
          <p:nvSpPr>
            <p:cNvPr id="33" name="Google Shape;157;p1">
              <a:extLst>
                <a:ext uri="{FF2B5EF4-FFF2-40B4-BE49-F238E27FC236}">
                  <a16:creationId xmlns:a16="http://schemas.microsoft.com/office/drawing/2014/main" id="{AFD8B39F-A51C-8F94-606F-420C87ADCBDC}"/>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51F6E6DC-7C8A-A63A-2720-34661E8D4FD7}"/>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DFDFB408-43BC-167D-60E3-06C2DA7C1A4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0CE6BD66-EAC1-3759-699F-E77A03F4E19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81EA0B3A-2E1B-0916-DEFA-188A8D6449F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44D7317F-EBE7-7B2E-C97A-BF839A01F590}"/>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845ED1C0-24AB-92CA-0A6E-4065A8B07117}"/>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218D1953-17B6-3AB0-8307-26D07DA9634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AE942D3C-AAB3-22FA-EB45-FC7F2AEF3473}"/>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D4FE648E-3854-1A01-1F6E-71E3F5166529}"/>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89B2FAE9-C225-DCDF-34EA-32B6A4EBC46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F7A71F96-36A2-9179-5D73-36B909BCC8D1}"/>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F84FC7FA-96C6-A357-94BB-4CD433564413}"/>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AB15B29D-728B-19BA-E7D8-CABA7212060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919675EE-8692-234D-7ACF-867BDF263631}"/>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C3E2B085-699F-8817-9AFF-8B0FCAA2716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D226FA5C-481A-B4E0-18CC-D80AA1BB26FB}"/>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171881F-AC6A-7244-1D6D-1C80F63960D5}"/>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69C71BEB-EC6A-89AB-EEBB-38C20C559711}"/>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A947EFE9-82AA-1601-5E88-87617768DE8C}"/>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0727E80D-E510-703B-550E-2D7FD347CB30}"/>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C10D8686-8D9E-9FF0-CF8B-6510004EEF77}"/>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2EA2FED0-30D3-37FF-7E7F-7B2E7B24680B}"/>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674E8580-236F-4EA1-3A6E-34408F987CA1}"/>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F4853B40-EA61-8A14-58AF-D586F1F88F80}"/>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AD90669D-3D5E-5B8D-A6C1-FDAEE696556C}"/>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2AD66BDB-DE90-6199-432F-88B0D1F0AF8B}"/>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79D3B291-584C-B90F-5513-7A30553C9D69}"/>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5917A6D6-B400-4F8A-D4BA-D2A2FFCEC6DD}"/>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64AE7698-2A3D-ED3A-921D-3802FE1463F9}"/>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DD004A82-D516-F95A-A119-2578AB5C7761}"/>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7F5DE65E-A599-D5A7-2F05-9BF026E67FD9}"/>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EE1EA4A0-9DCB-087B-7581-1BE52737FB86}"/>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3C9F2CF4-EB87-358A-7947-45FA4E3B401A}"/>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E665A4D-B79C-430C-2320-6C7F3458D867}"/>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1538FB3-AF10-63DD-7D40-1EA18A829CD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F6E8C7D3-7323-C063-1D44-1AC027DC9C1A}"/>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12FA740A-0947-7236-8C0F-4BB6A99DE559}"/>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554EA779-2C8D-7FEC-1B34-333930568CDA}"/>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68257580-A5B2-E2CC-2F80-6F20033A6156}"/>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92E5CB37-37CE-826B-B9B4-6321C2D30FF0}"/>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ABE49376-CDC1-27E5-6030-81096E54484C}"/>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FB2F88CB-EDBA-172F-ABA2-E94425F38BDB}"/>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C9205BFB-6D2D-E0E8-4417-5AE00819FA59}"/>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pic>
        <p:nvPicPr>
          <p:cNvPr id="484" name="Graphic 483" descr="Arrow Right outline">
            <a:extLst>
              <a:ext uri="{FF2B5EF4-FFF2-40B4-BE49-F238E27FC236}">
                <a16:creationId xmlns:a16="http://schemas.microsoft.com/office/drawing/2014/main" id="{30681EB8-594D-A810-5324-9A1D61B384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7591726" y="5830376"/>
            <a:ext cx="355067" cy="387922"/>
          </a:xfrm>
          <a:prstGeom prst="rect">
            <a:avLst/>
          </a:prstGeom>
        </p:spPr>
      </p:pic>
      <p:sp>
        <p:nvSpPr>
          <p:cNvPr id="488" name="Manipulate Variables">
            <a:extLst>
              <a:ext uri="{FF2B5EF4-FFF2-40B4-BE49-F238E27FC236}">
                <a16:creationId xmlns:a16="http://schemas.microsoft.com/office/drawing/2014/main" id="{DF0F07FD-A961-1FE2-9D6B-1B6EC28D4FFD}"/>
              </a:ext>
            </a:extLst>
          </p:cNvPr>
          <p:cNvSpPr txBox="1"/>
          <p:nvPr/>
        </p:nvSpPr>
        <p:spPr>
          <a:xfrm>
            <a:off x="9582328" y="2056725"/>
            <a:ext cx="1259960"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parse_*()</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915FDB2F-134A-C939-286D-865CEB285286}"/>
              </a:ext>
            </a:extLst>
          </p:cNvPr>
          <p:cNvSpPr txBox="1"/>
          <p:nvPr/>
        </p:nvSpPr>
        <p:spPr>
          <a:xfrm>
            <a:off x="9549043" y="2348387"/>
            <a:ext cx="4001355" cy="9412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take raw data sources, such as git logs, mailing lists, issue trackers, and normalize them into structured tables that transform functions can consume. This separation allows the same parsed data to be reused across multiple transforms without re-parsing the source.</a:t>
            </a:r>
            <a:endParaRPr dirty="0">
              <a:latin typeface="Source Sans Pro" panose="020B0503030403020204" pitchFamily="34" charset="0"/>
              <a:ea typeface="Source Sans Pro" panose="020B0503030403020204" pitchFamily="34" charset="0"/>
              <a:sym typeface="Source Sans Pro"/>
            </a:endParaRPr>
          </a:p>
        </p:txBody>
      </p:sp>
      <p:sp>
        <p:nvSpPr>
          <p:cNvPr id="492" name="Layout Suggestions">
            <a:extLst>
              <a:ext uri="{FF2B5EF4-FFF2-40B4-BE49-F238E27FC236}">
                <a16:creationId xmlns:a16="http://schemas.microsoft.com/office/drawing/2014/main" id="{73C3A558-CBB6-CF9C-EF62-8BD28ACF9332}"/>
              </a:ext>
            </a:extLst>
          </p:cNvPr>
          <p:cNvSpPr txBox="1"/>
          <p:nvPr/>
        </p:nvSpPr>
        <p:spPr>
          <a:xfrm>
            <a:off x="9276606" y="1519235"/>
            <a:ext cx="26586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a:t>
            </a:r>
            <a:endParaRPr dirty="0"/>
          </a:p>
        </p:txBody>
      </p:sp>
      <p:cxnSp>
        <p:nvCxnSpPr>
          <p:cNvPr id="498" name="Elbow Connector 497">
            <a:extLst>
              <a:ext uri="{FF2B5EF4-FFF2-40B4-BE49-F238E27FC236}">
                <a16:creationId xmlns:a16="http://schemas.microsoft.com/office/drawing/2014/main" id="{427D495E-E324-76A5-FFD5-CD1337C3DF9C}"/>
              </a:ext>
            </a:extLst>
          </p:cNvPr>
          <p:cNvCxnSpPr>
            <a:cxnSpLocks/>
            <a:endCxn id="488" idx="1"/>
          </p:cNvCxnSpPr>
          <p:nvPr/>
        </p:nvCxnSpPr>
        <p:spPr>
          <a:xfrm flipV="1">
            <a:off x="8221478" y="2226740"/>
            <a:ext cx="1360850" cy="876392"/>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9" name="Elbow Connector 498">
            <a:extLst>
              <a:ext uri="{FF2B5EF4-FFF2-40B4-BE49-F238E27FC236}">
                <a16:creationId xmlns:a16="http://schemas.microsoft.com/office/drawing/2014/main" id="{7B61F8AF-33AF-AECB-DDD2-1FF8D645AADF}"/>
              </a:ext>
            </a:extLst>
          </p:cNvPr>
          <p:cNvCxnSpPr>
            <a:cxnSpLocks/>
            <a:endCxn id="326" idx="1"/>
          </p:cNvCxnSpPr>
          <p:nvPr/>
        </p:nvCxnSpPr>
        <p:spPr>
          <a:xfrm flipV="1">
            <a:off x="8389799" y="3503367"/>
            <a:ext cx="1211486" cy="429418"/>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8" name="Create a visual hierarchy. Help users navigate the page with titles, subtitles, and subsubtitles">
            <a:extLst>
              <a:ext uri="{FF2B5EF4-FFF2-40B4-BE49-F238E27FC236}">
                <a16:creationId xmlns:a16="http://schemas.microsoft.com/office/drawing/2014/main" id="{50C0E9F5-D115-AA7B-BB5A-89619E6FB29A}"/>
              </a:ext>
            </a:extLst>
          </p:cNvPr>
          <p:cNvSpPr txBox="1"/>
          <p:nvPr/>
        </p:nvSpPr>
        <p:spPr>
          <a:xfrm>
            <a:off x="9580794" y="5060139"/>
            <a:ext cx="4001355" cy="12228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1. model_unimodal_graph()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Builds S3 class vector for graphs where all nodes are the same type</a:t>
            </a:r>
            <a:endParaRPr lang="en-US" b="0"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2. model_multimodal_graph()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Builds S3 class vector for graphs with multiple node types such as authors and files.</a:t>
            </a:r>
            <a:endParaRPr lang="en-US" b="1" dirty="0">
              <a:latin typeface="Source Sans Pro" panose="020B0503030403020204" pitchFamily="34" charset="0"/>
              <a:ea typeface="Source Sans Pro" panose="020B0503030403020204" pitchFamily="34" charset="0"/>
              <a:sym typeface="Source Sans Pro"/>
            </a:endParaRPr>
          </a:p>
        </p:txBody>
      </p:sp>
      <p:cxnSp>
        <p:nvCxnSpPr>
          <p:cNvPr id="510" name="Elbow Connector 509">
            <a:extLst>
              <a:ext uri="{FF2B5EF4-FFF2-40B4-BE49-F238E27FC236}">
                <a16:creationId xmlns:a16="http://schemas.microsoft.com/office/drawing/2014/main" id="{26A09D74-7A8A-1FE4-0266-CF6EF4FCE88A}"/>
              </a:ext>
            </a:extLst>
          </p:cNvPr>
          <p:cNvCxnSpPr>
            <a:cxnSpLocks/>
            <a:endCxn id="6" idx="1"/>
          </p:cNvCxnSpPr>
          <p:nvPr/>
        </p:nvCxnSpPr>
        <p:spPr>
          <a:xfrm flipV="1">
            <a:off x="7710212" y="4948511"/>
            <a:ext cx="1891073" cy="198436"/>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56" name="Graphic 255" descr="Arrow Right outline">
            <a:extLst>
              <a:ext uri="{FF2B5EF4-FFF2-40B4-BE49-F238E27FC236}">
                <a16:creationId xmlns:a16="http://schemas.microsoft.com/office/drawing/2014/main" id="{8539EF9D-B11E-2B88-0AB5-B905287B02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085216" y="5928185"/>
            <a:ext cx="441452" cy="387922"/>
          </a:xfrm>
          <a:prstGeom prst="rect">
            <a:avLst/>
          </a:prstGeom>
        </p:spPr>
      </p:pic>
      <p:sp>
        <p:nvSpPr>
          <p:cNvPr id="257" name="TextBox 256">
            <a:extLst>
              <a:ext uri="{FF2B5EF4-FFF2-40B4-BE49-F238E27FC236}">
                <a16:creationId xmlns:a16="http://schemas.microsoft.com/office/drawing/2014/main" id="{FF82AB06-8D0D-558F-C663-D889C966004A}"/>
              </a:ext>
            </a:extLst>
          </p:cNvPr>
          <p:cNvSpPr txBox="1"/>
          <p:nvPr/>
        </p:nvSpPr>
        <p:spPr>
          <a:xfrm>
            <a:off x="6070935" y="6732985"/>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72501BD0-D253-6C33-0CB9-7F2614D7D6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11981" y="6385147"/>
            <a:ext cx="430268" cy="430268"/>
          </a:xfrm>
          <a:prstGeom prst="rect">
            <a:avLst/>
          </a:prstGeom>
        </p:spPr>
      </p:pic>
      <p:pic>
        <p:nvPicPr>
          <p:cNvPr id="259" name="Graphic 258" descr="Arrow Right outline">
            <a:extLst>
              <a:ext uri="{FF2B5EF4-FFF2-40B4-BE49-F238E27FC236}">
                <a16:creationId xmlns:a16="http://schemas.microsoft.com/office/drawing/2014/main" id="{248CD029-5255-48B7-4E01-FBD3E205CF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823122" y="7401292"/>
            <a:ext cx="355067" cy="387922"/>
          </a:xfrm>
          <a:prstGeom prst="rect">
            <a:avLst/>
          </a:prstGeom>
        </p:spPr>
      </p:pic>
      <p:pic>
        <p:nvPicPr>
          <p:cNvPr id="316" name="Graphic 315" descr="Arrow Right outline">
            <a:extLst>
              <a:ext uri="{FF2B5EF4-FFF2-40B4-BE49-F238E27FC236}">
                <a16:creationId xmlns:a16="http://schemas.microsoft.com/office/drawing/2014/main" id="{2AD239A4-86B6-A0EA-0422-00565349BC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595501" y="7401293"/>
            <a:ext cx="355067" cy="387922"/>
          </a:xfrm>
          <a:prstGeom prst="rect">
            <a:avLst/>
          </a:prstGeom>
        </p:spPr>
      </p:pic>
      <p:cxnSp>
        <p:nvCxnSpPr>
          <p:cNvPr id="323" name="Elbow Connector 322">
            <a:extLst>
              <a:ext uri="{FF2B5EF4-FFF2-40B4-BE49-F238E27FC236}">
                <a16:creationId xmlns:a16="http://schemas.microsoft.com/office/drawing/2014/main" id="{9F698F7A-ECF7-6201-4E63-02FE1D0C60A8}"/>
              </a:ext>
            </a:extLst>
          </p:cNvPr>
          <p:cNvCxnSpPr>
            <a:cxnSpLocks/>
            <a:endCxn id="421" idx="1"/>
          </p:cNvCxnSpPr>
          <p:nvPr/>
        </p:nvCxnSpPr>
        <p:spPr>
          <a:xfrm>
            <a:off x="7462782" y="8374848"/>
            <a:ext cx="2112824" cy="995765"/>
          </a:xfrm>
          <a:prstGeom prst="bentConnector3">
            <a:avLst>
              <a:gd name="adj1" fmla="val 50000"/>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0" name="Elbow Connector 369">
            <a:extLst>
              <a:ext uri="{FF2B5EF4-FFF2-40B4-BE49-F238E27FC236}">
                <a16:creationId xmlns:a16="http://schemas.microsoft.com/office/drawing/2014/main" id="{0432083C-2FC2-8EA8-ADDF-94A5B202AC04}"/>
              </a:ext>
            </a:extLst>
          </p:cNvPr>
          <p:cNvCxnSpPr>
            <a:cxnSpLocks/>
            <a:endCxn id="10" idx="1"/>
          </p:cNvCxnSpPr>
          <p:nvPr/>
        </p:nvCxnSpPr>
        <p:spPr>
          <a:xfrm flipV="1">
            <a:off x="8783917" y="6512887"/>
            <a:ext cx="830162" cy="220098"/>
          </a:xfrm>
          <a:prstGeom prst="bentConnector3">
            <a:avLst>
              <a:gd name="adj1" fmla="val 50000"/>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430" name="Table">
            <a:extLst>
              <a:ext uri="{FF2B5EF4-FFF2-40B4-BE49-F238E27FC236}">
                <a16:creationId xmlns:a16="http://schemas.microsoft.com/office/drawing/2014/main" id="{0C77C4BF-75C1-C1A5-13BE-4E6DD7428035}"/>
              </a:ext>
            </a:extLst>
          </p:cNvPr>
          <p:cNvGraphicFramePr/>
          <p:nvPr>
            <p:extLst>
              <p:ext uri="{D42A27DB-BD31-4B8C-83A1-F6EECF244321}">
                <p14:modId xmlns:p14="http://schemas.microsoft.com/office/powerpoint/2010/main" val="2168080657"/>
              </p:ext>
            </p:extLst>
          </p:nvPr>
        </p:nvGraphicFramePr>
        <p:xfrm>
          <a:off x="4997942" y="3633893"/>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2DD6D0DC-BA80-DF84-E851-38EC10D31E3C}"/>
              </a:ext>
            </a:extLst>
          </p:cNvPr>
          <p:cNvGraphicFramePr/>
          <p:nvPr>
            <p:extLst>
              <p:ext uri="{D42A27DB-BD31-4B8C-83A1-F6EECF244321}">
                <p14:modId xmlns:p14="http://schemas.microsoft.com/office/powerpoint/2010/main" val="3336751811"/>
              </p:ext>
            </p:extLst>
          </p:nvPr>
        </p:nvGraphicFramePr>
        <p:xfrm>
          <a:off x="5842652" y="363590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2EBDA51B-F51D-DAEE-9FF8-EE7AF1AC3A41}"/>
              </a:ext>
            </a:extLst>
          </p:cNvPr>
          <p:cNvGraphicFramePr/>
          <p:nvPr>
            <p:extLst>
              <p:ext uri="{D42A27DB-BD31-4B8C-83A1-F6EECF244321}">
                <p14:modId xmlns:p14="http://schemas.microsoft.com/office/powerpoint/2010/main" val="943316954"/>
              </p:ext>
            </p:extLst>
          </p:nvPr>
        </p:nvGraphicFramePr>
        <p:xfrm>
          <a:off x="6336179" y="3632007"/>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E076BE-9ACC-A39E-9A18-FC4D9DD03555}"/>
              </a:ext>
            </a:extLst>
          </p:cNvPr>
          <p:cNvGraphicFramePr/>
          <p:nvPr>
            <p:extLst>
              <p:ext uri="{D42A27DB-BD31-4B8C-83A1-F6EECF244321}">
                <p14:modId xmlns:p14="http://schemas.microsoft.com/office/powerpoint/2010/main" val="1294886168"/>
              </p:ext>
            </p:extLst>
          </p:nvPr>
        </p:nvGraphicFramePr>
        <p:xfrm>
          <a:off x="7309375" y="3628967"/>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E55D6E66-7AD8-B264-4FA4-FBE16F586342}"/>
              </a:ext>
            </a:extLst>
          </p:cNvPr>
          <p:cNvGraphicFramePr/>
          <p:nvPr>
            <p:extLst>
              <p:ext uri="{D42A27DB-BD31-4B8C-83A1-F6EECF244321}">
                <p14:modId xmlns:p14="http://schemas.microsoft.com/office/powerpoint/2010/main" val="457018299"/>
              </p:ext>
            </p:extLst>
          </p:nvPr>
        </p:nvGraphicFramePr>
        <p:xfrm>
          <a:off x="7802902" y="3625066"/>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cxnSp>
        <p:nvCxnSpPr>
          <p:cNvPr id="9" name="Straight Connector 8">
            <a:extLst>
              <a:ext uri="{FF2B5EF4-FFF2-40B4-BE49-F238E27FC236}">
                <a16:creationId xmlns:a16="http://schemas.microsoft.com/office/drawing/2014/main" id="{78F37825-F474-57B1-6674-58971B1724E0}"/>
              </a:ext>
            </a:extLst>
          </p:cNvPr>
          <p:cNvCxnSpPr>
            <a:stCxn id="359" idx="3"/>
            <a:endCxn id="338" idx="7"/>
          </p:cNvCxnSpPr>
          <p:nvPr/>
        </p:nvCxnSpPr>
        <p:spPr>
          <a:xfrm flipH="1">
            <a:off x="4628399" y="6707096"/>
            <a:ext cx="265539" cy="237744"/>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8C39FB33-727A-799F-E03D-583DEC1C14F7}"/>
              </a:ext>
            </a:extLst>
          </p:cNvPr>
          <p:cNvCxnSpPr>
            <a:cxnSpLocks/>
            <a:stCxn id="359" idx="5"/>
            <a:endCxn id="329" idx="1"/>
          </p:cNvCxnSpPr>
          <p:nvPr/>
        </p:nvCxnSpPr>
        <p:spPr>
          <a:xfrm>
            <a:off x="4971098" y="6707097"/>
            <a:ext cx="222541" cy="50103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C5A36B3B-44B1-1F56-81E2-0CE8A0833092}"/>
              </a:ext>
            </a:extLst>
          </p:cNvPr>
          <p:cNvCxnSpPr>
            <a:stCxn id="359" idx="6"/>
            <a:endCxn id="328" idx="1"/>
          </p:cNvCxnSpPr>
          <p:nvPr/>
        </p:nvCxnSpPr>
        <p:spPr>
          <a:xfrm>
            <a:off x="4987079" y="6662653"/>
            <a:ext cx="428733" cy="425893"/>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0D305BA3-07A3-02D6-353A-C7E0ABA38182}"/>
              </a:ext>
            </a:extLst>
          </p:cNvPr>
          <p:cNvCxnSpPr>
            <a:stCxn id="359" idx="6"/>
            <a:endCxn id="331" idx="2"/>
          </p:cNvCxnSpPr>
          <p:nvPr/>
        </p:nvCxnSpPr>
        <p:spPr>
          <a:xfrm>
            <a:off x="4987079" y="6662653"/>
            <a:ext cx="437242" cy="162023"/>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2A1C78F3-9C52-0F7D-8B6C-30E51821D490}"/>
              </a:ext>
            </a:extLst>
          </p:cNvPr>
          <p:cNvCxnSpPr>
            <a:cxnSpLocks/>
            <a:stCxn id="359" idx="7"/>
            <a:endCxn id="327" idx="2"/>
          </p:cNvCxnSpPr>
          <p:nvPr/>
        </p:nvCxnSpPr>
        <p:spPr>
          <a:xfrm flipV="1">
            <a:off x="4971098" y="6535877"/>
            <a:ext cx="263939" cy="82331"/>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30875114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E5DD-30C4-4E28-5CA7-9BA07B7C5B3C}"/>
            </a:ext>
          </a:extLst>
        </p:cNvPr>
        <p:cNvGrpSpPr/>
        <p:nvPr/>
      </p:nvGrpSpPr>
      <p:grpSpPr>
        <a:xfrm>
          <a:off x="0" y="0"/>
          <a:ext cx="0" cy="0"/>
          <a:chOff x="0" y="0"/>
          <a:chExt cx="0" cy="0"/>
        </a:xfrm>
      </p:grpSpPr>
      <p:sp>
        <p:nvSpPr>
          <p:cNvPr id="515" name="TextBox 514">
            <a:extLst>
              <a:ext uri="{FF2B5EF4-FFF2-40B4-BE49-F238E27FC236}">
                <a16:creationId xmlns:a16="http://schemas.microsoft.com/office/drawing/2014/main" id="{59688FC7-B3BB-5C31-368C-B8EEFD92FA74}"/>
              </a:ext>
            </a:extLst>
          </p:cNvPr>
          <p:cNvSpPr txBox="1"/>
          <p:nvPr/>
        </p:nvSpPr>
        <p:spPr>
          <a:xfrm>
            <a:off x="3851259"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4" name="TextBox 513">
            <a:extLst>
              <a:ext uri="{FF2B5EF4-FFF2-40B4-BE49-F238E27FC236}">
                <a16:creationId xmlns:a16="http://schemas.microsoft.com/office/drawing/2014/main" id="{C37DEE0A-3EDE-12D9-4A6B-F23FF14AE02F}"/>
              </a:ext>
            </a:extLst>
          </p:cNvPr>
          <p:cNvSpPr txBox="1"/>
          <p:nvPr/>
        </p:nvSpPr>
        <p:spPr>
          <a:xfrm>
            <a:off x="3875119"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F705E0AA-F559-641B-DD11-F6CABD9CF367}"/>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BFB59057-1A0E-14D8-C653-343A4D8D915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9A8897BD-4B57-CFE5-3B45-BB9E32C77BB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a:extLst>
              <a:ext uri="{FF2B5EF4-FFF2-40B4-BE49-F238E27FC236}">
                <a16:creationId xmlns:a16="http://schemas.microsoft.com/office/drawing/2014/main" id="{7D52725C-BF2B-A5C1-5E07-106791E21563}"/>
              </a:ext>
            </a:extLst>
          </p:cNvPr>
          <p:cNvSpPr/>
          <p:nvPr/>
        </p:nvSpPr>
        <p:spPr>
          <a:xfrm>
            <a:off x="275721" y="3103132"/>
            <a:ext cx="3334486" cy="702131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a:extLst>
              <a:ext uri="{FF2B5EF4-FFF2-40B4-BE49-F238E27FC236}">
                <a16:creationId xmlns:a16="http://schemas.microsoft.com/office/drawing/2014/main" id="{C0FDE7CC-E6C0-174B-181F-3FA414A4C3F5}"/>
              </a:ext>
            </a:extLst>
          </p:cNvPr>
          <p:cNvSpPr txBox="1"/>
          <p:nvPr/>
        </p:nvSpPr>
        <p:spPr>
          <a:xfrm>
            <a:off x="444733" y="3272355"/>
            <a:ext cx="276678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a:extLst>
              <a:ext uri="{FF2B5EF4-FFF2-40B4-BE49-F238E27FC236}">
                <a16:creationId xmlns:a16="http://schemas.microsoft.com/office/drawing/2014/main" id="{165C9C36-2B9F-7F40-2B4F-3C06EFD9D6E0}"/>
              </a:ext>
            </a:extLst>
          </p:cNvPr>
          <p:cNvSpPr txBox="1"/>
          <p:nvPr/>
        </p:nvSpPr>
        <p:spPr>
          <a:xfrm>
            <a:off x="757105" y="4232229"/>
            <a:ext cx="2426968" cy="4353816"/>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30" name="Line">
            <a:extLst>
              <a:ext uri="{FF2B5EF4-FFF2-40B4-BE49-F238E27FC236}">
                <a16:creationId xmlns:a16="http://schemas.microsoft.com/office/drawing/2014/main" id="{1A539CF2-1F11-FEF2-612A-B13147BE2E28}"/>
              </a:ext>
            </a:extLst>
          </p:cNvPr>
          <p:cNvSpPr/>
          <p:nvPr/>
        </p:nvSpPr>
        <p:spPr>
          <a:xfrm>
            <a:off x="275721" y="3103132"/>
            <a:ext cx="3334486" cy="71293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a:extLst>
              <a:ext uri="{FF2B5EF4-FFF2-40B4-BE49-F238E27FC236}">
                <a16:creationId xmlns:a16="http://schemas.microsoft.com/office/drawing/2014/main" id="{F364068B-8984-A558-9EC0-B3B17AEEE34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D52E9C49-2492-6A99-B373-DB00443815FF}"/>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E20FC5C-1BCE-E425-7D7E-4234199A043A}"/>
              </a:ext>
            </a:extLst>
          </p:cNvPr>
          <p:cNvSpPr txBox="1"/>
          <p:nvPr/>
        </p:nvSpPr>
        <p:spPr>
          <a:xfrm>
            <a:off x="444733" y="8789157"/>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54144D7E-7CD7-31DF-A349-76930AB40C29}"/>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pic>
        <p:nvPicPr>
          <p:cNvPr id="8" name="Picture 7" descr="A picture containing text&#10;&#10;Description automatically generated">
            <a:extLst>
              <a:ext uri="{FF2B5EF4-FFF2-40B4-BE49-F238E27FC236}">
                <a16:creationId xmlns:a16="http://schemas.microsoft.com/office/drawing/2014/main" id="{316BD941-665B-520F-1CB4-DE60D708D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2B374CE-4A55-898F-E958-4E3CCF22E392}"/>
              </a:ext>
            </a:extLst>
          </p:cNvPr>
          <p:cNvSpPr txBox="1"/>
          <p:nvPr/>
        </p:nvSpPr>
        <p:spPr>
          <a:xfrm>
            <a:off x="213255" y="1755391"/>
            <a:ext cx="3396950"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E29F0FA4-22D1-6538-E1B4-2D2983465A02}"/>
              </a:ext>
            </a:extLst>
          </p:cNvPr>
          <p:cNvSpPr txBox="1"/>
          <p:nvPr/>
        </p:nvSpPr>
        <p:spPr>
          <a:xfrm>
            <a:off x="489204" y="3673381"/>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sp>
        <p:nvSpPr>
          <p:cNvPr id="424" name="Layout Suggestions">
            <a:extLst>
              <a:ext uri="{FF2B5EF4-FFF2-40B4-BE49-F238E27FC236}">
                <a16:creationId xmlns:a16="http://schemas.microsoft.com/office/drawing/2014/main" id="{4BED2DC4-5796-A78A-6F24-E53E74959760}"/>
              </a:ext>
            </a:extLst>
          </p:cNvPr>
          <p:cNvSpPr txBox="1"/>
          <p:nvPr/>
        </p:nvSpPr>
        <p:spPr>
          <a:xfrm>
            <a:off x="3978526" y="1472502"/>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
        <p:nvSpPr>
          <p:cNvPr id="492" name="Layout Suggestions">
            <a:extLst>
              <a:ext uri="{FF2B5EF4-FFF2-40B4-BE49-F238E27FC236}">
                <a16:creationId xmlns:a16="http://schemas.microsoft.com/office/drawing/2014/main" id="{FB540F73-5586-2CEC-BF05-DBDEBB564D15}"/>
              </a:ext>
            </a:extLst>
          </p:cNvPr>
          <p:cNvSpPr txBox="1"/>
          <p:nvPr/>
        </p:nvSpPr>
        <p:spPr>
          <a:xfrm>
            <a:off x="9276606" y="1519235"/>
            <a:ext cx="26586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a:t>
            </a:r>
            <a:endParaRPr dirty="0"/>
          </a:p>
        </p:txBody>
      </p:sp>
      <p:cxnSp>
        <p:nvCxnSpPr>
          <p:cNvPr id="498" name="Elbow Connector 497">
            <a:extLst>
              <a:ext uri="{FF2B5EF4-FFF2-40B4-BE49-F238E27FC236}">
                <a16:creationId xmlns:a16="http://schemas.microsoft.com/office/drawing/2014/main" id="{FFEBF885-9FE1-C035-156F-8A2E37F5511B}"/>
              </a:ext>
            </a:extLst>
          </p:cNvPr>
          <p:cNvCxnSpPr>
            <a:cxnSpLocks/>
            <a:endCxn id="488" idx="1"/>
          </p:cNvCxnSpPr>
          <p:nvPr/>
        </p:nvCxnSpPr>
        <p:spPr>
          <a:xfrm flipV="1">
            <a:off x="8666681" y="2654534"/>
            <a:ext cx="1187572" cy="487743"/>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9" name="Elbow Connector 498">
            <a:extLst>
              <a:ext uri="{FF2B5EF4-FFF2-40B4-BE49-F238E27FC236}">
                <a16:creationId xmlns:a16="http://schemas.microsoft.com/office/drawing/2014/main" id="{80154520-E589-0DC1-CA63-115AD0F306B2}"/>
              </a:ext>
            </a:extLst>
          </p:cNvPr>
          <p:cNvCxnSpPr>
            <a:cxnSpLocks/>
            <a:endCxn id="326" idx="1"/>
          </p:cNvCxnSpPr>
          <p:nvPr/>
        </p:nvCxnSpPr>
        <p:spPr>
          <a:xfrm flipV="1">
            <a:off x="8858429" y="3394484"/>
            <a:ext cx="976867" cy="52559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10" name="Elbow Connector 509">
            <a:extLst>
              <a:ext uri="{FF2B5EF4-FFF2-40B4-BE49-F238E27FC236}">
                <a16:creationId xmlns:a16="http://schemas.microsoft.com/office/drawing/2014/main" id="{1D36F03B-F2E8-D276-D537-84FF1B2CD171}"/>
              </a:ext>
            </a:extLst>
          </p:cNvPr>
          <p:cNvCxnSpPr>
            <a:cxnSpLocks/>
            <a:endCxn id="6" idx="1"/>
          </p:cNvCxnSpPr>
          <p:nvPr/>
        </p:nvCxnSpPr>
        <p:spPr>
          <a:xfrm flipV="1">
            <a:off x="8207868" y="4159849"/>
            <a:ext cx="1646385" cy="99861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C3EC31F-136D-EFBC-FEEB-7B79025854DF}"/>
              </a:ext>
            </a:extLst>
          </p:cNvPr>
          <p:cNvCxnSpPr>
            <a:cxnSpLocks/>
            <a:endCxn id="421" idx="1"/>
          </p:cNvCxnSpPr>
          <p:nvPr/>
        </p:nvCxnSpPr>
        <p:spPr>
          <a:xfrm>
            <a:off x="5217803" y="7557652"/>
            <a:ext cx="4636450" cy="1584437"/>
          </a:xfrm>
          <a:prstGeom prst="bentConnector3">
            <a:avLst>
              <a:gd name="adj1" fmla="val 30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ABD13ECB-21FF-F5D8-6682-713C23026A06}"/>
              </a:ext>
            </a:extLst>
          </p:cNvPr>
          <p:cNvSpPr txBox="1"/>
          <p:nvPr/>
        </p:nvSpPr>
        <p:spPr>
          <a:xfrm>
            <a:off x="9835296" y="3224469"/>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7F6962B4-0D2F-23AD-63EF-489A74F59141}"/>
              </a:ext>
            </a:extLst>
          </p:cNvPr>
          <p:cNvSpPr txBox="1"/>
          <p:nvPr/>
        </p:nvSpPr>
        <p:spPr>
          <a:xfrm>
            <a:off x="9835296" y="3526234"/>
            <a:ext cx="4001355"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endParaRPr dirty="0">
              <a:latin typeface="Source Sans Pro" panose="020B0503030403020204" pitchFamily="34" charset="0"/>
              <a:ea typeface="Source Sans Pro" panose="020B0503030403020204" pitchFamily="34" charset="0"/>
              <a:sym typeface="Source Sans Pro"/>
            </a:endParaRPr>
          </a:p>
        </p:txBody>
      </p:sp>
      <p:sp>
        <p:nvSpPr>
          <p:cNvPr id="421" name="Manipulate Variables">
            <a:extLst>
              <a:ext uri="{FF2B5EF4-FFF2-40B4-BE49-F238E27FC236}">
                <a16:creationId xmlns:a16="http://schemas.microsoft.com/office/drawing/2014/main" id="{6C76BBA4-16BF-557C-E9B4-B74AD28A1B94}"/>
              </a:ext>
            </a:extLst>
          </p:cNvPr>
          <p:cNvSpPr txBox="1"/>
          <p:nvPr/>
        </p:nvSpPr>
        <p:spPr>
          <a:xfrm>
            <a:off x="9854253" y="8972074"/>
            <a:ext cx="369331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4959BE8B-F8D9-B4D3-1F16-CFDA90C5F9A9}"/>
              </a:ext>
            </a:extLst>
          </p:cNvPr>
          <p:cNvSpPr txBox="1"/>
          <p:nvPr/>
        </p:nvSpPr>
        <p:spPr>
          <a:xfrm>
            <a:off x="9854253" y="9224281"/>
            <a:ext cx="4138222" cy="1110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dirty="0"/>
              <a:t>1. transform_reply_to_bipartite_network(weight,…)</a:t>
            </a:r>
          </a:p>
        </p:txBody>
      </p:sp>
      <p:sp>
        <p:nvSpPr>
          <p:cNvPr id="6" name="Manipulate Variables">
            <a:extLst>
              <a:ext uri="{FF2B5EF4-FFF2-40B4-BE49-F238E27FC236}">
                <a16:creationId xmlns:a16="http://schemas.microsoft.com/office/drawing/2014/main" id="{A1BC6E77-545A-2632-911F-CA21BCD720BC}"/>
              </a:ext>
            </a:extLst>
          </p:cNvPr>
          <p:cNvSpPr txBox="1"/>
          <p:nvPr/>
        </p:nvSpPr>
        <p:spPr>
          <a:xfrm>
            <a:off x="9854253" y="3989834"/>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792659F3-D362-7462-E502-1FF928FA8A12}"/>
              </a:ext>
            </a:extLst>
          </p:cNvPr>
          <p:cNvSpPr txBox="1"/>
          <p:nvPr/>
        </p:nvSpPr>
        <p:spPr>
          <a:xfrm>
            <a:off x="9854253" y="5610537"/>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B01A7C60-8CDB-74F0-FFC9-2B88C9AE0932}"/>
              </a:ext>
            </a:extLst>
          </p:cNvPr>
          <p:cNvSpPr txBox="1"/>
          <p:nvPr/>
        </p:nvSpPr>
        <p:spPr>
          <a:xfrm>
            <a:off x="9854253" y="2484519"/>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BAA8D929-2E0E-A6E9-31C8-2510D437333B}"/>
              </a:ext>
            </a:extLst>
          </p:cNvPr>
          <p:cNvSpPr txBox="1"/>
          <p:nvPr/>
        </p:nvSpPr>
        <p:spPr>
          <a:xfrm>
            <a:off x="9835296" y="2790499"/>
            <a:ext cx="4001355" cy="4426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endParaRPr dirty="0">
              <a:latin typeface="Source Sans Pro" panose="020B0503030403020204" pitchFamily="34" charset="0"/>
              <a:ea typeface="Source Sans Pro" panose="020B0503030403020204" pitchFamily="34" charset="0"/>
              <a:sym typeface="Source Sans Pro"/>
            </a:endParaRPr>
          </a:p>
        </p:txBody>
      </p:sp>
      <p:sp>
        <p:nvSpPr>
          <p:cNvPr id="2" name="TextBox 1">
            <a:extLst>
              <a:ext uri="{FF2B5EF4-FFF2-40B4-BE49-F238E27FC236}">
                <a16:creationId xmlns:a16="http://schemas.microsoft.com/office/drawing/2014/main" id="{26E63D36-A6FE-7D49-6B1C-89C90EF16EE8}"/>
              </a:ext>
            </a:extLst>
          </p:cNvPr>
          <p:cNvSpPr txBox="1"/>
          <p:nvPr/>
        </p:nvSpPr>
        <p:spPr>
          <a:xfrm>
            <a:off x="9846553" y="4230360"/>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sp>
        <p:nvSpPr>
          <p:cNvPr id="7" name="TextBox 6">
            <a:extLst>
              <a:ext uri="{FF2B5EF4-FFF2-40B4-BE49-F238E27FC236}">
                <a16:creationId xmlns:a16="http://schemas.microsoft.com/office/drawing/2014/main" id="{9E576DC8-4BB6-29E0-FFF3-9B4049B443B2}"/>
              </a:ext>
            </a:extLst>
          </p:cNvPr>
          <p:cNvSpPr txBox="1"/>
          <p:nvPr/>
        </p:nvSpPr>
        <p:spPr>
          <a:xfrm>
            <a:off x="9835296" y="5881747"/>
            <a:ext cx="4177348" cy="30905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4. subset_bipartite_from_multimodal()</a:t>
            </a:r>
          </a:p>
          <a:p>
            <a:r>
              <a:rPr lang="en-US" b="0" dirty="0"/>
              <a:t>Slices a bipartite graph from a multimodal graph.</a:t>
            </a:r>
          </a:p>
        </p:txBody>
      </p:sp>
      <p:cxnSp>
        <p:nvCxnSpPr>
          <p:cNvPr id="43" name="Elbow Connector 42">
            <a:extLst>
              <a:ext uri="{FF2B5EF4-FFF2-40B4-BE49-F238E27FC236}">
                <a16:creationId xmlns:a16="http://schemas.microsoft.com/office/drawing/2014/main" id="{19521E4A-5EE5-3F36-C415-1695A5283F0A}"/>
              </a:ext>
            </a:extLst>
          </p:cNvPr>
          <p:cNvCxnSpPr>
            <a:cxnSpLocks/>
            <a:stCxn id="258" idx="3"/>
          </p:cNvCxnSpPr>
          <p:nvPr/>
        </p:nvCxnSpPr>
        <p:spPr>
          <a:xfrm flipV="1">
            <a:off x="7130919" y="7742903"/>
            <a:ext cx="2704377" cy="697002"/>
          </a:xfrm>
          <a:prstGeom prst="bentConnector3">
            <a:avLst>
              <a:gd name="adj1" fmla="val 50000"/>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1E0A8942-5A3C-AB91-9CD6-1E96BEE7CA90}"/>
              </a:ext>
            </a:extLst>
          </p:cNvPr>
          <p:cNvCxnSpPr>
            <a:cxnSpLocks/>
            <a:endCxn id="10" idx="1"/>
          </p:cNvCxnSpPr>
          <p:nvPr/>
        </p:nvCxnSpPr>
        <p:spPr>
          <a:xfrm rot="5400000" flipH="1" flipV="1">
            <a:off x="9066388" y="6123327"/>
            <a:ext cx="1130639" cy="445091"/>
          </a:xfrm>
          <a:prstGeom prst="bentConnector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71" name="Graphic 370" descr="Arrow Right outline">
            <a:extLst>
              <a:ext uri="{FF2B5EF4-FFF2-40B4-BE49-F238E27FC236}">
                <a16:creationId xmlns:a16="http://schemas.microsoft.com/office/drawing/2014/main" id="{88E47CC6-EEF4-1A8A-21BF-D693DA771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7200000">
            <a:off x="5425284" y="5839761"/>
            <a:ext cx="442637" cy="387922"/>
          </a:xfrm>
          <a:prstGeom prst="rect">
            <a:avLst/>
          </a:prstGeom>
        </p:spPr>
      </p:pic>
      <p:pic>
        <p:nvPicPr>
          <p:cNvPr id="41" name="Graphic 40" descr="Arrow Right outline">
            <a:extLst>
              <a:ext uri="{FF2B5EF4-FFF2-40B4-BE49-F238E27FC236}">
                <a16:creationId xmlns:a16="http://schemas.microsoft.com/office/drawing/2014/main" id="{F0FA8537-3D44-BD4C-D68E-4D6B15A296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598889" y="2520589"/>
            <a:ext cx="186292" cy="387922"/>
          </a:xfrm>
          <a:prstGeom prst="rect">
            <a:avLst/>
          </a:prstGeom>
        </p:spPr>
      </p:pic>
      <p:pic>
        <p:nvPicPr>
          <p:cNvPr id="451" name="Graphic 450" descr="Arrow Right outline">
            <a:extLst>
              <a:ext uri="{FF2B5EF4-FFF2-40B4-BE49-F238E27FC236}">
                <a16:creationId xmlns:a16="http://schemas.microsoft.com/office/drawing/2014/main" id="{8D0AA019-7F7B-C3C3-DB3A-697233BC34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582599" y="3387114"/>
            <a:ext cx="186292" cy="387922"/>
          </a:xfrm>
          <a:prstGeom prst="rect">
            <a:avLst/>
          </a:prstGeom>
        </p:spPr>
      </p:pic>
      <p:pic>
        <p:nvPicPr>
          <p:cNvPr id="462" name="Graphic 461" descr="Arrow Right outline">
            <a:extLst>
              <a:ext uri="{FF2B5EF4-FFF2-40B4-BE49-F238E27FC236}">
                <a16:creationId xmlns:a16="http://schemas.microsoft.com/office/drawing/2014/main" id="{3810D378-4536-480D-2E7D-D51ECCC5D8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829781" y="2476097"/>
            <a:ext cx="186292" cy="387922"/>
          </a:xfrm>
          <a:prstGeom prst="rect">
            <a:avLst/>
          </a:prstGeom>
        </p:spPr>
      </p:pic>
      <p:pic>
        <p:nvPicPr>
          <p:cNvPr id="480" name="Graphic 479" descr="Arrow Right outline">
            <a:extLst>
              <a:ext uri="{FF2B5EF4-FFF2-40B4-BE49-F238E27FC236}">
                <a16:creationId xmlns:a16="http://schemas.microsoft.com/office/drawing/2014/main" id="{8AA2DE78-1981-35A5-AED4-43937809C4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8103428" y="2495570"/>
            <a:ext cx="186292" cy="387922"/>
          </a:xfrm>
          <a:prstGeom prst="rect">
            <a:avLst/>
          </a:prstGeom>
        </p:spPr>
      </p:pic>
      <p:grpSp>
        <p:nvGrpSpPr>
          <p:cNvPr id="267" name="Google Shape;156;p1">
            <a:extLst>
              <a:ext uri="{FF2B5EF4-FFF2-40B4-BE49-F238E27FC236}">
                <a16:creationId xmlns:a16="http://schemas.microsoft.com/office/drawing/2014/main" id="{840975E1-B444-B3B8-3216-1B4668A0BB0A}"/>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6B0AEA9A-9240-0F99-E877-15998532D964}"/>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5B6F4E79-2330-9972-431E-EEF1DAB2683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588C7808-C56E-6B8F-9B51-CCE8AAAE2000}"/>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00B775D0-1A7C-427E-6E91-09B2C6CB0D77}"/>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B075C0D1-E4FF-1AA7-A344-54F703A88746}"/>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E7F25F90-BC45-7A7D-1DD0-8A1663D7C4B9}"/>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5FB0F885-5C37-754F-0237-7272621A019A}"/>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A377189B-A370-4D78-EFF8-DB4A05CCC1BA}"/>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67FDCCE9-6F59-9296-8001-C3FAF5601266}"/>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705C1C22-333B-C4C1-BDEB-229FE4CA3339}"/>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FB49F646-4009-44C9-D28E-F53B3A16996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8126CDC-1F05-8E14-B819-799EDECC5D8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087F0851-C0A8-1144-3BCC-56B763333841}"/>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EAA43BFD-C021-2C8F-B816-832BD806B088}"/>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1B4DBA2D-6E10-6E13-749B-F0EB0CC06FB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79E0506-B832-0DD6-3215-7C9A68320D2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72311C5-60D5-377C-2967-6768710F5CCE}"/>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E9A34F8-A026-23BA-8D86-42EE38CAB60A}"/>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FE8B074C-5C1D-BF2D-A6A5-5E2FC7256FAA}"/>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C365C73-49C1-E711-F93F-793955D0A520}"/>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C47934E4-5436-6AB6-B7A4-8F2163BF6440}"/>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B330C1C5-8A71-9822-8AA3-47ACFBA3B268}"/>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923854F-57D5-1BFC-AACD-2C8545CB3F1C}"/>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0F471A00-6819-D67F-1C7D-A5ECE4204F1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388982-C192-B865-8238-4B8EAC388E0A}"/>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48EEB5E-EC86-45D7-CD55-221BD18C7E8E}"/>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41A254-CE23-C057-6C79-F325361399C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FC98FB1E-BAA8-0E79-F556-114B9BA75D95}"/>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6AD71BA8-9FB5-66D3-9081-471BFEABEFEE}"/>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922427D2-8A06-49BB-C26E-E97BA3A9D51F}"/>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4489F1E6-2834-78DB-ED1C-8C9BA2BF79CF}"/>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709C9E6C-6DA3-3580-93DA-19FE62641511}"/>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D0B6B7FC-FD42-526D-0561-171CCE2D1061}"/>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47F6ABC-C4EA-79E6-C969-25479EDFF4D0}"/>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CC7C68C5-871D-C2CD-CEBE-EBFAC26EEA2B}"/>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E276D9D2-4662-EF75-3072-D233DF1BC46C}"/>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E9F86AAA-4FF2-D4CE-766A-65BBD34994E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A4475891-3AA9-9E56-450C-113727AA3B5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0D039795-125D-3844-1F12-50DD923E4EF3}"/>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9178589E-BDFC-5592-1B18-D320046B6CC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3387F681-A19C-64A5-6D60-CA7F45899E04}"/>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9807C465-A831-0BFB-66A5-D0108BF3B201}"/>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A67B84F7-0723-8E89-571B-1CC8C19318B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F926AF66-195F-CDB0-417F-773E71393B7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C6970299-29E4-B56E-EE20-8811ADAC7BE2}"/>
              </a:ext>
            </a:extLst>
          </p:cNvPr>
          <p:cNvGraphicFramePr/>
          <p:nvPr>
            <p:extLst>
              <p:ext uri="{D42A27DB-BD31-4B8C-83A1-F6EECF244321}">
                <p14:modId xmlns:p14="http://schemas.microsoft.com/office/powerpoint/2010/main" val="4122355918"/>
              </p:ext>
            </p:extLst>
          </p:nvPr>
        </p:nvGraphicFramePr>
        <p:xfrm>
          <a:off x="5367268" y="289599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AFA42515-49FC-62CA-9949-887DFF2176B8}"/>
              </a:ext>
            </a:extLst>
          </p:cNvPr>
          <p:cNvGraphicFramePr/>
          <p:nvPr>
            <p:extLst>
              <p:ext uri="{D42A27DB-BD31-4B8C-83A1-F6EECF244321}">
                <p14:modId xmlns:p14="http://schemas.microsoft.com/office/powerpoint/2010/main" val="933703095"/>
              </p:ext>
            </p:extLst>
          </p:nvPr>
        </p:nvGraphicFramePr>
        <p:xfrm>
          <a:off x="5217803" y="368817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4" name="Graphic 13" descr="Arrow Right outline">
            <a:extLst>
              <a:ext uri="{FF2B5EF4-FFF2-40B4-BE49-F238E27FC236}">
                <a16:creationId xmlns:a16="http://schemas.microsoft.com/office/drawing/2014/main" id="{86B0CBA5-0E0A-954E-4655-BC049B04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826820" y="3359609"/>
            <a:ext cx="186292" cy="387922"/>
          </a:xfrm>
          <a:prstGeom prst="rect">
            <a:avLst/>
          </a:prstGeom>
        </p:spPr>
      </p:pic>
      <p:graphicFrame>
        <p:nvGraphicFramePr>
          <p:cNvPr id="15" name="Table">
            <a:extLst>
              <a:ext uri="{FF2B5EF4-FFF2-40B4-BE49-F238E27FC236}">
                <a16:creationId xmlns:a16="http://schemas.microsoft.com/office/drawing/2014/main" id="{F5C46334-D4EF-B3ED-2BF2-B19AEAC9D3CC}"/>
              </a:ext>
            </a:extLst>
          </p:cNvPr>
          <p:cNvGraphicFramePr/>
          <p:nvPr>
            <p:extLst>
              <p:ext uri="{D42A27DB-BD31-4B8C-83A1-F6EECF244321}">
                <p14:modId xmlns:p14="http://schemas.microsoft.com/office/powerpoint/2010/main" val="3625728238"/>
              </p:ext>
            </p:extLst>
          </p:nvPr>
        </p:nvGraphicFramePr>
        <p:xfrm>
          <a:off x="6614203" y="285877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pic>
        <p:nvPicPr>
          <p:cNvPr id="17" name="Graphic 16" descr="Arrow Right outline">
            <a:extLst>
              <a:ext uri="{FF2B5EF4-FFF2-40B4-BE49-F238E27FC236}">
                <a16:creationId xmlns:a16="http://schemas.microsoft.com/office/drawing/2014/main" id="{73BB2B83-B390-DA32-17ED-70FE9CD6E3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8103428" y="3342353"/>
            <a:ext cx="186292" cy="387922"/>
          </a:xfrm>
          <a:prstGeom prst="rect">
            <a:avLst/>
          </a:prstGeom>
        </p:spPr>
      </p:pic>
      <p:graphicFrame>
        <p:nvGraphicFramePr>
          <p:cNvPr id="18" name="Table">
            <a:extLst>
              <a:ext uri="{FF2B5EF4-FFF2-40B4-BE49-F238E27FC236}">
                <a16:creationId xmlns:a16="http://schemas.microsoft.com/office/drawing/2014/main" id="{B8F09685-AEB2-E30A-485D-E403A14BB100}"/>
              </a:ext>
            </a:extLst>
          </p:cNvPr>
          <p:cNvGraphicFramePr/>
          <p:nvPr>
            <p:extLst>
              <p:ext uri="{D42A27DB-BD31-4B8C-83A1-F6EECF244321}">
                <p14:modId xmlns:p14="http://schemas.microsoft.com/office/powerpoint/2010/main" val="2931261596"/>
              </p:ext>
            </p:extLst>
          </p:nvPr>
        </p:nvGraphicFramePr>
        <p:xfrm>
          <a:off x="7890671" y="2841521"/>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911D4175-BC46-B7AA-CE98-F75233309236}"/>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F2092B0A-DECC-7C48-1518-0A36240B04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0650" y="1935126"/>
            <a:ext cx="430268" cy="430268"/>
          </a:xfrm>
          <a:prstGeom prst="rect">
            <a:avLst/>
          </a:prstGeom>
        </p:spPr>
      </p:pic>
      <p:sp>
        <p:nvSpPr>
          <p:cNvPr id="24" name="TextBox 23">
            <a:extLst>
              <a:ext uri="{FF2B5EF4-FFF2-40B4-BE49-F238E27FC236}">
                <a16:creationId xmlns:a16="http://schemas.microsoft.com/office/drawing/2014/main" id="{6FC2BD6C-912C-2EC7-0148-FB6BAF70BEE8}"/>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354C7812-3B0C-6FF1-8C0E-E19599CCEE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45ABCF4A-16E3-C49B-78AE-F810D1D690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07260" y="1871399"/>
            <a:ext cx="550611" cy="550611"/>
          </a:xfrm>
          <a:prstGeom prst="rect">
            <a:avLst/>
          </a:prstGeom>
        </p:spPr>
      </p:pic>
      <p:sp>
        <p:nvSpPr>
          <p:cNvPr id="28" name="TextBox 27">
            <a:extLst>
              <a:ext uri="{FF2B5EF4-FFF2-40B4-BE49-F238E27FC236}">
                <a16:creationId xmlns:a16="http://schemas.microsoft.com/office/drawing/2014/main" id="{1BFDBA6C-57D1-5F4E-901D-043F223D23B9}"/>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pic>
        <p:nvPicPr>
          <p:cNvPr id="29" name="Graphic 28" descr="Arrow Right outline">
            <a:extLst>
              <a:ext uri="{FF2B5EF4-FFF2-40B4-BE49-F238E27FC236}">
                <a16:creationId xmlns:a16="http://schemas.microsoft.com/office/drawing/2014/main" id="{EE3E7DDA-BD54-D87F-994E-11BF5BEA60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5515287" y="4348711"/>
            <a:ext cx="432006" cy="387922"/>
          </a:xfrm>
          <a:prstGeom prst="rect">
            <a:avLst/>
          </a:prstGeom>
        </p:spPr>
      </p:pic>
      <p:pic>
        <p:nvPicPr>
          <p:cNvPr id="30" name="Graphic 29" descr="Arrow Right outline">
            <a:extLst>
              <a:ext uri="{FF2B5EF4-FFF2-40B4-BE49-F238E27FC236}">
                <a16:creationId xmlns:a16="http://schemas.microsoft.com/office/drawing/2014/main" id="{1AD3DB91-206D-73D8-CD37-0D883D5BFF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695456" y="4299263"/>
            <a:ext cx="440655" cy="387922"/>
          </a:xfrm>
          <a:prstGeom prst="rect">
            <a:avLst/>
          </a:prstGeom>
        </p:spPr>
      </p:pic>
      <p:pic>
        <p:nvPicPr>
          <p:cNvPr id="31" name="Graphic 30" descr="Arrow Right outline">
            <a:extLst>
              <a:ext uri="{FF2B5EF4-FFF2-40B4-BE49-F238E27FC236}">
                <a16:creationId xmlns:a16="http://schemas.microsoft.com/office/drawing/2014/main" id="{2AF8010F-6230-1E6D-94DE-A2AEBB85AF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851209" y="4235888"/>
            <a:ext cx="414510" cy="387922"/>
          </a:xfrm>
          <a:prstGeom prst="rect">
            <a:avLst/>
          </a:prstGeom>
        </p:spPr>
      </p:pic>
      <p:pic>
        <p:nvPicPr>
          <p:cNvPr id="484" name="Graphic 483" descr="Arrow Right outline">
            <a:extLst>
              <a:ext uri="{FF2B5EF4-FFF2-40B4-BE49-F238E27FC236}">
                <a16:creationId xmlns:a16="http://schemas.microsoft.com/office/drawing/2014/main" id="{0D789C33-E50B-BF65-1D2F-EA428880FB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7993558" y="5905515"/>
            <a:ext cx="532992" cy="387922"/>
          </a:xfrm>
          <a:prstGeom prst="rect">
            <a:avLst/>
          </a:prstGeom>
        </p:spPr>
      </p:pic>
      <p:pic>
        <p:nvPicPr>
          <p:cNvPr id="256" name="Graphic 255" descr="Arrow Right outline">
            <a:extLst>
              <a:ext uri="{FF2B5EF4-FFF2-40B4-BE49-F238E27FC236}">
                <a16:creationId xmlns:a16="http://schemas.microsoft.com/office/drawing/2014/main" id="{99F64B31-432B-9D91-0531-E440A9D65A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707792" y="5817086"/>
            <a:ext cx="430269" cy="387922"/>
          </a:xfrm>
          <a:prstGeom prst="rect">
            <a:avLst/>
          </a:prstGeom>
        </p:spPr>
      </p:pic>
      <p:sp>
        <p:nvSpPr>
          <p:cNvPr id="257" name="TextBox 256">
            <a:extLst>
              <a:ext uri="{FF2B5EF4-FFF2-40B4-BE49-F238E27FC236}">
                <a16:creationId xmlns:a16="http://schemas.microsoft.com/office/drawing/2014/main" id="{4428F809-2A74-3343-6538-F261D77FB896}"/>
              </a:ext>
            </a:extLst>
          </p:cNvPr>
          <p:cNvSpPr txBox="1"/>
          <p:nvPr/>
        </p:nvSpPr>
        <p:spPr>
          <a:xfrm>
            <a:off x="6659605" y="8572609"/>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17593596-3BB4-6CFA-6701-C469C7B94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0651" y="8224771"/>
            <a:ext cx="430268" cy="430268"/>
          </a:xfrm>
          <a:prstGeom prst="rect">
            <a:avLst/>
          </a:prstGeom>
        </p:spPr>
      </p:pic>
      <p:graphicFrame>
        <p:nvGraphicFramePr>
          <p:cNvPr id="430" name="Table">
            <a:extLst>
              <a:ext uri="{FF2B5EF4-FFF2-40B4-BE49-F238E27FC236}">
                <a16:creationId xmlns:a16="http://schemas.microsoft.com/office/drawing/2014/main" id="{9490547F-FA62-8EBD-2E16-1D6CE31948EF}"/>
              </a:ext>
            </a:extLst>
          </p:cNvPr>
          <p:cNvGraphicFramePr/>
          <p:nvPr>
            <p:extLst>
              <p:ext uri="{D42A27DB-BD31-4B8C-83A1-F6EECF244321}">
                <p14:modId xmlns:p14="http://schemas.microsoft.com/office/powerpoint/2010/main" val="868703564"/>
              </p:ext>
            </p:extLst>
          </p:nvPr>
        </p:nvGraphicFramePr>
        <p:xfrm>
          <a:off x="5717228" y="368817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E73D0028-0783-6294-ED8B-F4B129E6C047}"/>
              </a:ext>
            </a:extLst>
          </p:cNvPr>
          <p:cNvGraphicFramePr/>
          <p:nvPr>
            <p:extLst>
              <p:ext uri="{D42A27DB-BD31-4B8C-83A1-F6EECF244321}">
                <p14:modId xmlns:p14="http://schemas.microsoft.com/office/powerpoint/2010/main" val="2566384510"/>
              </p:ext>
            </p:extLst>
          </p:nvPr>
        </p:nvGraphicFramePr>
        <p:xfrm>
          <a:off x="6459637" y="3662929"/>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57B900A1-98F5-6AC0-D2AE-4B26751CE46A}"/>
              </a:ext>
            </a:extLst>
          </p:cNvPr>
          <p:cNvGraphicFramePr/>
          <p:nvPr>
            <p:extLst>
              <p:ext uri="{D42A27DB-BD31-4B8C-83A1-F6EECF244321}">
                <p14:modId xmlns:p14="http://schemas.microsoft.com/office/powerpoint/2010/main" val="2387695491"/>
              </p:ext>
            </p:extLst>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44C0F35B-D1D4-9F42-3977-2124809DC01D}"/>
              </a:ext>
            </a:extLst>
          </p:cNvPr>
          <p:cNvGraphicFramePr/>
          <p:nvPr>
            <p:extLst>
              <p:ext uri="{D42A27DB-BD31-4B8C-83A1-F6EECF244321}">
                <p14:modId xmlns:p14="http://schemas.microsoft.com/office/powerpoint/2010/main" val="3596876685"/>
              </p:ext>
            </p:extLst>
          </p:nvPr>
        </p:nvGraphicFramePr>
        <p:xfrm>
          <a:off x="7737264" y="36412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27A5471-8F3D-335C-A99A-C9196E401C03}"/>
              </a:ext>
            </a:extLst>
          </p:cNvPr>
          <p:cNvGraphicFramePr/>
          <p:nvPr>
            <p:extLst>
              <p:ext uri="{D42A27DB-BD31-4B8C-83A1-F6EECF244321}">
                <p14:modId xmlns:p14="http://schemas.microsoft.com/office/powerpoint/2010/main" val="3433853918"/>
              </p:ext>
            </p:extLst>
          </p:nvPr>
        </p:nvGraphicFramePr>
        <p:xfrm>
          <a:off x="8230791" y="3637299"/>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73" name="Google Shape;156;p1">
            <a:extLst>
              <a:ext uri="{FF2B5EF4-FFF2-40B4-BE49-F238E27FC236}">
                <a16:creationId xmlns:a16="http://schemas.microsoft.com/office/drawing/2014/main" id="{BD38CFE9-CED1-E3BA-7134-8AA19FB2A82E}"/>
              </a:ext>
            </a:extLst>
          </p:cNvPr>
          <p:cNvGrpSpPr/>
          <p:nvPr/>
        </p:nvGrpSpPr>
        <p:grpSpPr>
          <a:xfrm>
            <a:off x="4743746" y="6295553"/>
            <a:ext cx="1467990" cy="1173376"/>
            <a:chOff x="10592773" y="4524354"/>
            <a:chExt cx="3298954" cy="2446782"/>
          </a:xfrm>
        </p:grpSpPr>
        <p:sp>
          <p:nvSpPr>
            <p:cNvPr id="374" name="Google Shape;157;p1">
              <a:extLst>
                <a:ext uri="{FF2B5EF4-FFF2-40B4-BE49-F238E27FC236}">
                  <a16:creationId xmlns:a16="http://schemas.microsoft.com/office/drawing/2014/main" id="{7235DAD1-0836-B559-3881-6A7D24FF5A6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EC9799DC-1638-78B0-B7E7-93E2DB9116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D1DCC1CA-990A-69F8-F944-7A313A1925F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610D019B-66E0-1B44-B4DB-33980264063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8FB1401F-48EE-1F15-E333-5BD525DE4F8C}"/>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D82A7D4E-528C-2D63-D730-7E0D42DAA3B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FBD255C6-0257-D256-8A1B-2070EB2C682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C5DC913B-BF61-1691-CB4D-E9CA9BE7E67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07624F31-CDBD-26C7-ABF1-97495690AA87}"/>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DC20F5C6-C5DF-D3D7-7B06-47E3472105F8}"/>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5AE3765D-62BF-565C-38DB-2BC4AD416163}"/>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E788235D-7905-0FB6-4645-FAD3FEF0EF6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EFC20165-AB62-D971-C2DA-B3101034BFF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EE55CB63-04DF-98C3-5356-5D96545170A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8613F70-F1EC-DBC7-A588-2396D8C52D06}"/>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454BC1C1-0ACA-6EB6-EC98-13D75DD7F2C9}"/>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D72D6665-3918-21F6-3773-9FEE2E755EB9}"/>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FF6570AB-A8AB-CE30-BEC3-58DF6229AA83}"/>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69ED0874-84C3-38CE-13CB-B037CE1BC7BC}"/>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46D06A87-24E8-0F03-5EF0-D6556751714F}"/>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8FBF2F4-E514-7AA6-9B7B-0342CF8F7B1C}"/>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AB3912F-C7B6-93D7-8D6B-550F20B3770D}"/>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13935E84-989B-BE64-F0F6-B9669873E1C0}"/>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652ADAF-FCDB-28A0-4732-D8282CF83842}"/>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7BEFD258-C636-8FCA-AB6C-247EC8EE9B4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AF7CA6DC-964A-11A9-E104-13F7FC2AA205}"/>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C74087E1-6043-DAAA-3421-7730363660BC}"/>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0B135FEC-AD3C-21CE-1F72-65627FF6550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73ABE1EF-8126-7EB1-CE6A-A6980A964E55}"/>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165DF0FB-AAA2-799C-4EE7-63BB11E3F59B}"/>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9926D082-A7BA-5F2F-C20F-24429BC80EB0}"/>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178DB1C6-0072-24B6-FD4C-5FCDFBDD104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C94F6BC5-5E7F-6228-0071-337F9CCE80CE}"/>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87D9F4C4-FD3F-C4C0-D88C-07EFA6EBD90F}"/>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EFEB9716-A511-DA2A-5370-9282B347EFE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0F063DA-7A9E-9111-4890-09B6EBA59AA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8383963D-2BE1-2F5A-D915-083F411940CC}"/>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0FB41F9D-EBA8-FC90-E590-B73EED2C7B74}"/>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85C34D23-F749-0B6A-6514-607F61359B0E}"/>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61BE28CA-7DC8-EDC0-4497-282C4EEBF190}"/>
                </a:ext>
              </a:extLst>
            </p:cNvPr>
            <p:cNvCxnSpPr>
              <a:stCxn id="409" idx="5"/>
              <a:endCxn id="381" idx="1"/>
            </p:cNvCxnSpPr>
            <p:nvPr/>
          </p:nvCxnSpPr>
          <p:spPr>
            <a:xfrm>
              <a:off x="12525471" y="6012955"/>
              <a:ext cx="392100" cy="789300"/>
            </a:xfrm>
            <a:prstGeom prst="straightConnector1">
              <a:avLst/>
            </a:prstGeom>
            <a:noFill/>
            <a:ln w="9525"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DB5D2A2A-28CB-B2C0-911F-32AC136CB49B}"/>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D8229E3E-45DE-185F-328A-9EE31C3AB380}"/>
                </a:ext>
              </a:extLst>
            </p:cNvPr>
            <p:cNvCxnSpPr>
              <a:stCxn id="409" idx="6"/>
              <a:endCxn id="383" idx="2"/>
            </p:cNvCxnSpPr>
            <p:nvPr/>
          </p:nvCxnSpPr>
          <p:spPr>
            <a:xfrm>
              <a:off x="12553633" y="5942951"/>
              <a:ext cx="770400" cy="255300"/>
            </a:xfrm>
            <a:prstGeom prst="straightConnector1">
              <a:avLst/>
            </a:prstGeom>
            <a:noFill/>
            <a:ln w="9525"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EF8AED54-F792-A39C-60B1-C99D662BE8D4}"/>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4A7CFB6-A614-D37D-02C9-2BA28D00C160}"/>
                </a:ext>
              </a:extLst>
            </p:cNvPr>
            <p:cNvCxnSpPr>
              <a:stCxn id="409" idx="6"/>
              <a:endCxn id="380" idx="1"/>
            </p:cNvCxnSpPr>
            <p:nvPr/>
          </p:nvCxnSpPr>
          <p:spPr>
            <a:xfrm>
              <a:off x="12553633" y="5942951"/>
              <a:ext cx="755400" cy="670800"/>
            </a:xfrm>
            <a:prstGeom prst="straightConnector1">
              <a:avLst/>
            </a:prstGeom>
            <a:noFill/>
            <a:ln w="17925" cap="flat" cmpd="sng">
              <a:solidFill>
                <a:schemeClr val="accent1"/>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9277FF6C-AFF7-EBC5-6BED-D48A77F23F43}"/>
                </a:ext>
              </a:extLst>
            </p:cNvPr>
            <p:cNvSpPr/>
            <p:nvPr/>
          </p:nvSpPr>
          <p:spPr>
            <a:xfrm>
              <a:off x="10889318" y="4524354"/>
              <a:ext cx="2891521" cy="666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p:txBody>
        </p:sp>
      </p:grpSp>
      <p:grpSp>
        <p:nvGrpSpPr>
          <p:cNvPr id="317" name="Google Shape;156;p1">
            <a:extLst>
              <a:ext uri="{FF2B5EF4-FFF2-40B4-BE49-F238E27FC236}">
                <a16:creationId xmlns:a16="http://schemas.microsoft.com/office/drawing/2014/main" id="{87E35303-6438-0389-E9FB-F9A23C24F872}"/>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3ED3EF7-AA07-815A-C2F0-EE55F0FB2D8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63CCDF99-8816-C4E8-0203-5A13F64109F4}"/>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EBE89DFB-8363-5733-06C8-79FA6AE4D709}"/>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A234011D-81A0-3560-821D-9883485B71E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FE04EEE-E7F9-29DF-010F-A1590EA928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ACB805E6-8AB9-B8FC-ABF3-42FEE1E70051}"/>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C31C0C95-0489-0916-519F-652D16364B7A}"/>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DBCCDF7-8CB0-DBB4-1897-C865BD471AAA}"/>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E4287922-2435-82FF-2109-FBD193282990}"/>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0DF3359E-9FAA-9A35-BB0D-53C903E9B87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A9D13071-E031-9F94-CDA4-241D7448190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77B41716-E4D3-0AA7-1355-29E795E16D91}"/>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D36A43C-1DD6-0A1E-B3E0-12EEB3B89A03}"/>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64F47344-7604-E5F2-5946-DA9FD107403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B4EED4E9-CC07-B9E9-7497-33F7FC9ACCFF}"/>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E8149A3B-EFC0-3308-079A-E215E7763C99}"/>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DEC692FB-F11D-779D-257A-2699C645B55B}"/>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3015E1C4-2561-E237-5FDB-7ADB3EE3F6B0}"/>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0367DBA-2997-E469-02F2-0B9A6E1F8334}"/>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D3412F1C-31DD-7A13-1D38-70E3DAB0ACAE}"/>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EB9DEB6E-39A9-6DA7-3627-8B07E5F495B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787D0917-1427-6733-F80A-7C5D372C4C2C}"/>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DDCAE76-D412-AF9D-2E00-5CB0DC29FC7F}"/>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B670204A-1BB0-9048-ABB6-56ACE0089330}"/>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740AEC08-A623-28B2-D73B-5985E7964D02}"/>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ED883DC7-6221-25D6-E6D7-F092ABE85EE4}"/>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4542000C-7D02-C439-0E8A-59F27BB6CE89}"/>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D125AB2D-4ACC-A94B-7285-D73C643A9790}"/>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7C7B591-1EBC-EA8B-B9BB-81ABE220D589}"/>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D6B961DC-8B76-709F-FE70-C16F05900205}"/>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A5449219-EDFD-61E5-4056-5F9ACAF238BA}"/>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21796AB4-53A5-D3E1-98F9-CC95E563674B}"/>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6BE2AED5-3266-79AA-86EA-B109C751D22E}"/>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9D92D2BC-03C5-D6A6-C504-36E150C8FBE7}"/>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07D65CB2-B5C3-2B83-797C-3E50046CCB54}"/>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E29A1064-EFA5-B08A-C04D-235E9D6C664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E69C1759-BB21-957C-D4FE-6D1AD0BAA405}"/>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BFF36A03-B254-6ED9-9F2E-E961192DCAC2}"/>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770322DD-E0AF-CC6D-0E29-4098D5AF1567}"/>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E02C1D3B-4B49-4BFF-0B8A-E27E939DFB59}"/>
              </a:ext>
            </a:extLst>
          </p:cNvPr>
          <p:cNvGrpSpPr/>
          <p:nvPr/>
        </p:nvGrpSpPr>
        <p:grpSpPr>
          <a:xfrm>
            <a:off x="6353314" y="6523175"/>
            <a:ext cx="1361060" cy="803822"/>
            <a:chOff x="10592773" y="5229745"/>
            <a:chExt cx="3298954" cy="1741391"/>
          </a:xfrm>
        </p:grpSpPr>
        <p:sp>
          <p:nvSpPr>
            <p:cNvPr id="33" name="Google Shape;157;p1">
              <a:extLst>
                <a:ext uri="{FF2B5EF4-FFF2-40B4-BE49-F238E27FC236}">
                  <a16:creationId xmlns:a16="http://schemas.microsoft.com/office/drawing/2014/main" id="{838044DF-E872-61CD-ABCC-AA57E3E8F3AB}"/>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185FDA41-F1B5-C532-2452-84116C33923F}"/>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94F5F134-EA23-2795-2FF4-1E9CA44AF7B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ABFF34B-C210-10EF-7BD7-7CFA897A658B}"/>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89A3365-6ACE-8690-1ADF-60D6DE4A927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5505DEBD-D3EE-537E-F240-A25F46EBD9B7}"/>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46536EE8-B42C-7B3E-84B9-3AF7248ADF91}"/>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CE47E98E-1867-491F-3C53-69AF12E150C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95E495AA-029A-3E12-F50E-58ECF99BCB7B}"/>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922EBDB-EED9-850F-F4D0-FFC508AEF972}"/>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52C4E47F-499F-06AB-7B10-BF0A0875E355}"/>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ED93E931-2E42-DC31-A0B4-C3F3BDF7E853}"/>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C281910D-AD2C-8350-E2F7-5CED95133677}"/>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30071C37-1949-58B7-9255-DCA9CA1621E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6B197286-A728-F7DA-4C89-504638F46AC8}"/>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7E862966-E38A-E9D4-12BF-9DFFCCDE7F7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1A736188-ED75-3806-EED7-A989CCDA5495}"/>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F89C0926-4BB0-92AF-0AF5-09C1BA65AE1A}"/>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5D950092-19C2-7459-BB15-72255439AFE1}"/>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A6FE2C2F-EDB9-2E91-3974-1A96E29E29A0}"/>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D5D3AEF9-5B8C-9532-014E-4708A1D2AE88}"/>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8A3DA2A4-5C8E-A1C0-7034-476C289FE92F}"/>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A2C1242B-5BB0-A3C3-B597-15340707F1F3}"/>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7DC538CA-1F5D-9C26-8696-819B793F82D4}"/>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2B4B2FA0-8694-E838-A085-FB2620D93B47}"/>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90ACDA83-DA3F-DF2D-7009-D2D2662FBDC9}"/>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B4A79DD3-4581-00E4-C50C-D797247A7392}"/>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AF7D5CB-CA6E-B101-C81F-C07C2E67BE9A}"/>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6099846A-25B3-8994-0D55-4CAA1C863E7F}"/>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D97AABDB-DCA2-1D5A-1C93-097AC7AE2E40}"/>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B7D58AA5-BDDF-C211-E880-C52236C7E5E9}"/>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684F92D2-F39F-2ABC-0C0F-7E57B38D7A2A}"/>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44FB17A6-E17E-38F5-686D-27434E85AE73}"/>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D2FC1432-FEF5-FE7F-1AEF-69583321CF1E}"/>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F20A5DBE-EDE0-D5B3-7D7B-643E19884E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DDE4B431-9130-17F4-EEE8-4A6988E622E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52495981-A7DE-D264-063E-083615BBF76D}"/>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9A993D3C-32A6-5DED-B34B-1EB10220AC39}"/>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B4FB557A-421D-384E-74FC-826586BF0DF3}"/>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87273D5B-7844-95EE-EB55-3BA1ED15D4DE}"/>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C960E8FE-A6CD-9332-DC26-EF236F81D65E}"/>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719882C9-5944-6E5E-E421-A1D7ECCB605F}"/>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1052B42D-8F4E-B313-5DBA-F969195DDB6C}"/>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85FFBF9E-22B4-9EBA-B95F-22E0EC3FD93C}"/>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3A2670A6-8F88-02C7-41ED-005A04DC9EAC}"/>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4FD8E199-B504-F8DD-ECB2-440B41F0B113}"/>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3E00B999-BBC2-7661-F4FB-97D63E831FB6}"/>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11FE87BC-C982-6B18-BDE1-95B7267F400D}"/>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11D6D815-7BF4-904B-A763-7C29F1BC3B7E}"/>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63" name="Graphic 262" descr="Arrow Right outline">
            <a:extLst>
              <a:ext uri="{FF2B5EF4-FFF2-40B4-BE49-F238E27FC236}">
                <a16:creationId xmlns:a16="http://schemas.microsoft.com/office/drawing/2014/main" id="{A7163F76-BBE4-E88F-DFA8-08218C5AE3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581335" y="7618342"/>
            <a:ext cx="593755" cy="387922"/>
          </a:xfrm>
          <a:prstGeom prst="rect">
            <a:avLst/>
          </a:prstGeom>
        </p:spPr>
      </p:pic>
      <p:pic>
        <p:nvPicPr>
          <p:cNvPr id="266" name="Graphic 265" descr="Arrow Right outline">
            <a:extLst>
              <a:ext uri="{FF2B5EF4-FFF2-40B4-BE49-F238E27FC236}">
                <a16:creationId xmlns:a16="http://schemas.microsoft.com/office/drawing/2014/main" id="{1FC322E3-8C78-4830-D6D1-AE3F9FB161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5451880" y="7689131"/>
            <a:ext cx="1050321" cy="387922"/>
          </a:xfrm>
          <a:prstGeom prst="rect">
            <a:avLst/>
          </a:prstGeom>
        </p:spPr>
      </p:pic>
      <p:pic>
        <p:nvPicPr>
          <p:cNvPr id="341" name="Graphic 340" descr="Arrow Right outline">
            <a:extLst>
              <a:ext uri="{FF2B5EF4-FFF2-40B4-BE49-F238E27FC236}">
                <a16:creationId xmlns:a16="http://schemas.microsoft.com/office/drawing/2014/main" id="{55495D4A-A52E-6D66-4948-F42174C100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361830" y="7692169"/>
            <a:ext cx="1025613" cy="387922"/>
          </a:xfrm>
          <a:prstGeom prst="rect">
            <a:avLst/>
          </a:prstGeom>
        </p:spPr>
      </p:pic>
      <p:sp>
        <p:nvSpPr>
          <p:cNvPr id="368" name="Line">
            <a:extLst>
              <a:ext uri="{FF2B5EF4-FFF2-40B4-BE49-F238E27FC236}">
                <a16:creationId xmlns:a16="http://schemas.microsoft.com/office/drawing/2014/main" id="{755C8193-169B-476F-5AD3-BE00E2F993E3}"/>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4BC9A06A-AE60-EE49-B787-1FE5B520CB84}"/>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5B3ED82F-D46F-40A5-15DC-F5EBE92CE29E}"/>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64AAC7DB-1915-2157-D94D-9F46840CD77A}"/>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2DB6E5B8-ADB8-2053-732D-31160DF57028}"/>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EB74BB91-F1A4-6320-F86E-5905DD72D9DE}"/>
              </a:ext>
            </a:extLst>
          </p:cNvPr>
          <p:cNvSpPr/>
          <p:nvPr/>
        </p:nvSpPr>
        <p:spPr>
          <a:xfrm flipV="1">
            <a:off x="4538043"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7" name="TextBox 446">
            <a:extLst>
              <a:ext uri="{FF2B5EF4-FFF2-40B4-BE49-F238E27FC236}">
                <a16:creationId xmlns:a16="http://schemas.microsoft.com/office/drawing/2014/main" id="{2FC8C5AA-975F-AB62-0453-A16647CAA204}"/>
              </a:ext>
            </a:extLst>
          </p:cNvPr>
          <p:cNvSpPr txBox="1"/>
          <p:nvPr/>
        </p:nvSpPr>
        <p:spPr>
          <a:xfrm>
            <a:off x="3867167"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366F6CDE-3339-2E97-0EE2-6DC4C8B83BE6}"/>
              </a:ext>
            </a:extLst>
          </p:cNvPr>
          <p:cNvSpPr txBox="1"/>
          <p:nvPr/>
        </p:nvSpPr>
        <p:spPr>
          <a:xfrm>
            <a:off x="3875117"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3" name="TextBox 512">
            <a:extLst>
              <a:ext uri="{FF2B5EF4-FFF2-40B4-BE49-F238E27FC236}">
                <a16:creationId xmlns:a16="http://schemas.microsoft.com/office/drawing/2014/main" id="{1C7541A6-597A-FE7B-0F69-E5641AC5EB12}"/>
              </a:ext>
            </a:extLst>
          </p:cNvPr>
          <p:cNvSpPr txBox="1"/>
          <p:nvPr/>
        </p:nvSpPr>
        <p:spPr>
          <a:xfrm>
            <a:off x="393404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16" name="TextBox 515">
            <a:extLst>
              <a:ext uri="{FF2B5EF4-FFF2-40B4-BE49-F238E27FC236}">
                <a16:creationId xmlns:a16="http://schemas.microsoft.com/office/drawing/2014/main" id="{EB4AD498-6585-2A0E-C307-EF7843A95F62}"/>
              </a:ext>
            </a:extLst>
          </p:cNvPr>
          <p:cNvSpPr txBox="1"/>
          <p:nvPr/>
        </p:nvSpPr>
        <p:spPr>
          <a:xfrm>
            <a:off x="3875117"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cxnSp>
        <p:nvCxnSpPr>
          <p:cNvPr id="528" name="Elbow Connector 527">
            <a:extLst>
              <a:ext uri="{FF2B5EF4-FFF2-40B4-BE49-F238E27FC236}">
                <a16:creationId xmlns:a16="http://schemas.microsoft.com/office/drawing/2014/main" id="{F70423B9-F904-2284-0264-C4D61760CE3E}"/>
              </a:ext>
            </a:extLst>
          </p:cNvPr>
          <p:cNvCxnSpPr>
            <a:cxnSpLocks/>
          </p:cNvCxnSpPr>
          <p:nvPr/>
        </p:nvCxnSpPr>
        <p:spPr>
          <a:xfrm rot="10800000">
            <a:off x="9241139" y="6908499"/>
            <a:ext cx="182880" cy="0"/>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9" name="Manipulate Variables">
            <a:extLst>
              <a:ext uri="{FF2B5EF4-FFF2-40B4-BE49-F238E27FC236}">
                <a16:creationId xmlns:a16="http://schemas.microsoft.com/office/drawing/2014/main" id="{C5F45128-8C97-141B-4CF2-93AC21893D01}"/>
              </a:ext>
            </a:extLst>
          </p:cNvPr>
          <p:cNvSpPr txBox="1"/>
          <p:nvPr/>
        </p:nvSpPr>
        <p:spPr>
          <a:xfrm>
            <a:off x="9865510" y="1880534"/>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30" name="Create a visual hierarchy. Help users navigate the page with titles, subtitles, and subsubtitles">
            <a:extLst>
              <a:ext uri="{FF2B5EF4-FFF2-40B4-BE49-F238E27FC236}">
                <a16:creationId xmlns:a16="http://schemas.microsoft.com/office/drawing/2014/main" id="{98CF7EC4-7529-08D7-B4AB-CBCC7B2B5C0B}"/>
              </a:ext>
            </a:extLst>
          </p:cNvPr>
          <p:cNvSpPr txBox="1"/>
          <p:nvPr/>
        </p:nvSpPr>
        <p:spPr>
          <a:xfrm>
            <a:off x="9846553" y="2186514"/>
            <a:ext cx="4001355" cy="2764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Download </a:t>
            </a:r>
            <a:r>
              <a:rPr lang="en-US" dirty="0">
                <a:latin typeface="Source Sans Pro" panose="020B0503030403020204" pitchFamily="34" charset="0"/>
                <a:ea typeface="Source Sans Pro" panose="020B0503030403020204" pitchFamily="34" charset="0"/>
              </a:rPr>
              <a:t>raw data: cheatsheets/refresher-cheatsheet.pdf</a:t>
            </a:r>
            <a:endParaRPr dirty="0">
              <a:latin typeface="Source Sans Pro" panose="020B0503030403020204" pitchFamily="34" charset="0"/>
              <a:ea typeface="Source Sans Pro" panose="020B0503030403020204" pitchFamily="34" charset="0"/>
              <a:sym typeface="Source Sans Pro"/>
            </a:endParaRPr>
          </a:p>
        </p:txBody>
      </p:sp>
      <p:cxnSp>
        <p:nvCxnSpPr>
          <p:cNvPr id="540" name="Elbow Connector 539">
            <a:extLst>
              <a:ext uri="{FF2B5EF4-FFF2-40B4-BE49-F238E27FC236}">
                <a16:creationId xmlns:a16="http://schemas.microsoft.com/office/drawing/2014/main" id="{50717985-25AE-08C3-5BA7-E9334D7B4C90}"/>
              </a:ext>
            </a:extLst>
          </p:cNvPr>
          <p:cNvCxnSpPr>
            <a:cxnSpLocks/>
            <a:endCxn id="529" idx="1"/>
          </p:cNvCxnSpPr>
          <p:nvPr/>
        </p:nvCxnSpPr>
        <p:spPr>
          <a:xfrm flipV="1">
            <a:off x="8474045" y="2050549"/>
            <a:ext cx="1391465" cy="140508"/>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3077259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4DE621A8-057D-989C-77D5-DCE27141FEA5}"/>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63B2B592-D550-7549-E3DA-32D0C82517C9}"/>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F54AC4AB-BF46-0E52-DA37-E8E327C5A145}"/>
              </a:ext>
            </a:extLst>
          </p:cNvPr>
          <p:cNvSpPr txBox="1"/>
          <p:nvPr/>
        </p:nvSpPr>
        <p:spPr>
          <a:xfrm>
            <a:off x="9875520" y="3912912"/>
            <a:ext cx="4177348" cy="41574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5. get_bidirected_edges()</a:t>
            </a:r>
          </a:p>
          <a:p>
            <a:r>
              <a:rPr lang="en-US" b="0" dirty="0"/>
              <a:t>Returns all mutual edge pairs from a graph.</a:t>
            </a:r>
          </a:p>
          <a:p>
            <a:endParaRPr lang="en-US" b="0" dirty="0"/>
          </a:p>
        </p:txBody>
      </p:sp>
      <p:sp>
        <p:nvSpPr>
          <p:cNvPr id="514" name="TextBox 513">
            <a:extLst>
              <a:ext uri="{FF2B5EF4-FFF2-40B4-BE49-F238E27FC236}">
                <a16:creationId xmlns:a16="http://schemas.microsoft.com/office/drawing/2014/main" id="{23191793-B12C-C17B-4C8B-31B964F243F6}"/>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755391"/>
            <a:ext cx="2952178"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937760" y="1472502"/>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8135FB15-36EA-3743-CBD4-A2B352C5D1AE}"/>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9F224D0-ACAA-A383-A5B7-9C8BF3D36A5E}"/>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C6A4BC3E-FCF7-9C39-B38C-2EF03F010BD9}"/>
              </a:ext>
            </a:extLst>
          </p:cNvPr>
          <p:cNvSpPr txBox="1"/>
          <p:nvPr/>
        </p:nvSpPr>
        <p:spPr>
          <a:xfrm>
            <a:off x="274320" y="7065586"/>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274320" y="7435454"/>
            <a:ext cx="3546143" cy="25421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transform_gitlog_to_temporal_network()</a:t>
            </a:r>
          </a:p>
          <a:p>
            <a:r>
              <a:rPr lang="en-US" b="0" dirty="0"/>
              <a:t>Git Log commit table → temporal projection graph.</a:t>
            </a:r>
          </a:p>
          <a:p>
            <a:r>
              <a:rPr lang="en-US" sz="1300" dirty="0"/>
              <a:t>4. transform_reply_to_bipartite_network()</a:t>
            </a:r>
          </a:p>
          <a:p>
            <a:r>
              <a:rPr lang="en-US" b="0" dirty="0"/>
              <a:t>Reply table → person-issue bipartite graph.</a:t>
            </a:r>
          </a:p>
        </p:txBody>
      </p:sp>
      <p:sp>
        <p:nvSpPr>
          <p:cNvPr id="421" name="Manipulate Variables">
            <a:extLst>
              <a:ext uri="{FF2B5EF4-FFF2-40B4-BE49-F238E27FC236}">
                <a16:creationId xmlns:a16="http://schemas.microsoft.com/office/drawing/2014/main" id="{F1C65CA7-4FB5-4F4F-C516-5E6FA6D0D4D7}"/>
              </a:ext>
            </a:extLst>
          </p:cNvPr>
          <p:cNvSpPr txBox="1"/>
          <p:nvPr/>
        </p:nvSpPr>
        <p:spPr>
          <a:xfrm>
            <a:off x="9875520" y="8325727"/>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B9D79143-BA5B-16C6-AA8A-F68EEA70E5CC}"/>
              </a:ext>
            </a:extLst>
          </p:cNvPr>
          <p:cNvSpPr txBox="1"/>
          <p:nvPr/>
        </p:nvSpPr>
        <p:spPr>
          <a:xfrm>
            <a:off x="9875520" y="8551640"/>
            <a:ext cx="4138222" cy="14131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B4944F2A-1A12-33AB-ED8A-BD692D03AD64}"/>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E8C5F551-80C8-F803-E5BB-FED185031D6C}"/>
              </a:ext>
            </a:extLst>
          </p:cNvPr>
          <p:cNvSpPr txBox="1"/>
          <p:nvPr/>
        </p:nvSpPr>
        <p:spPr>
          <a:xfrm>
            <a:off x="9875520" y="3572883"/>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18D0A762-0B7B-FDB3-41B1-FF2C3BC5A9EE}"/>
              </a:ext>
            </a:extLst>
          </p:cNvPr>
          <p:cNvSpPr txBox="1"/>
          <p:nvPr/>
        </p:nvSpPr>
        <p:spPr>
          <a:xfrm>
            <a:off x="274320" y="4130484"/>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C0D5D492-F216-E4B3-1B4F-A5A600FAE1A1}"/>
              </a:ext>
            </a:extLst>
          </p:cNvPr>
          <p:cNvSpPr txBox="1"/>
          <p:nvPr/>
        </p:nvSpPr>
        <p:spPr>
          <a:xfrm>
            <a:off x="274320" y="4485433"/>
            <a:ext cx="3141449" cy="212152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300" dirty="0"/>
          </a:p>
          <a:p>
            <a:r>
              <a:rPr lang="en-US" sz="1300" dirty="0"/>
              <a:t>3. parse_mbox()</a:t>
            </a:r>
          </a:p>
          <a:p>
            <a:r>
              <a:rPr lang="en-US" b="0" dirty="0">
                <a:latin typeface="Source Sans Pro" panose="020B0503030403020204" pitchFamily="34" charset="0"/>
                <a:ea typeface="Source Sans Pro" panose="020B0503030403020204" pitchFamily="34" charset="0"/>
              </a:rPr>
              <a:t>Parses mbox files into a reply table.</a:t>
            </a:r>
            <a:endParaRPr lang="en-US" b="0" dirty="0"/>
          </a:p>
        </p:txBody>
      </p:sp>
      <p:sp>
        <p:nvSpPr>
          <p:cNvPr id="2" name="TextBox 1">
            <a:extLst>
              <a:ext uri="{FF2B5EF4-FFF2-40B4-BE49-F238E27FC236}">
                <a16:creationId xmlns:a16="http://schemas.microsoft.com/office/drawing/2014/main" id="{7E73B777-3ED3-FD16-B3FE-57926B8C9D73}"/>
              </a:ext>
            </a:extLst>
          </p:cNvPr>
          <p:cNvSpPr txBox="1"/>
          <p:nvPr/>
        </p:nvSpPr>
        <p:spPr>
          <a:xfrm>
            <a:off x="9875520" y="1829267"/>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D60F828-FBEE-83BD-0314-7F0C33DA2262}"/>
              </a:ext>
            </a:extLst>
          </p:cNvPr>
          <p:cNvCxnSpPr>
            <a:cxnSpLocks/>
            <a:stCxn id="257" idx="3"/>
          </p:cNvCxnSpPr>
          <p:nvPr/>
        </p:nvCxnSpPr>
        <p:spPr>
          <a:xfrm flipV="1">
            <a:off x="7241179" y="6231543"/>
            <a:ext cx="2649301" cy="2496654"/>
          </a:xfrm>
          <a:prstGeom prst="bentConnector3">
            <a:avLst>
              <a:gd name="adj1" fmla="val 85953"/>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38BEC5A-8C1E-245D-4DB4-A5098A818BC9}"/>
              </a:ext>
            </a:extLst>
          </p:cNvPr>
          <p:cNvCxnSpPr>
            <a:cxnSpLocks/>
            <a:endCxn id="10" idx="1"/>
          </p:cNvCxnSpPr>
          <p:nvPr/>
        </p:nvCxnSpPr>
        <p:spPr>
          <a:xfrm flipV="1">
            <a:off x="9277609" y="3742898"/>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4135687-C0E2-CD9D-E105-EC77B13FCE1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34E0EB3-1FB4-128B-22B5-7E83B686F898}"/>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7C37CFA8-04F8-CC24-E723-544072D584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07D0B619-8BE1-9EC0-1B68-03C95300E3E3}"/>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B34AEDD-D15B-E1F5-2020-9BC9675B65EC}"/>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92AB60E5-F98B-CD95-ACAB-CC81364F6A1F}"/>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320FAED1-392E-BAF4-4652-B3AA88811E2D}"/>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A70B537F-0064-958A-5DC9-37965B6F906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D8C6EBD4-F1DF-B5D8-2A23-FC5BE3EB0864}"/>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02326692-0B0E-E77A-6C39-0474AEA3C5A5}"/>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AA12D52-5978-0545-1FB8-1E154D1E9E26}"/>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727F5794-39C1-2854-8F23-1FCC3EBA95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D30C9606-AB30-3811-2AD4-38F3F239647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23B7EF7-D905-7349-AED0-C5793BA31FC6}"/>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92905AA3-B522-D7C9-0C15-BE5DD6425E3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D17D279C-7194-03F9-C769-364692DD2EF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C1C74A9-0EF3-174A-441B-129C017238B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152F612-8D9D-9C14-8638-29BD5FAFAEB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66659B1-7E7D-F5DF-6A20-62415F29BD18}"/>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4CFF7ACB-E7F3-A17F-7D90-42F3ED75605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E0FD321-D224-7E37-2602-24619D0AFDE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8493893B-725F-366C-FF51-4376DDA650B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717E52DF-C994-2A3A-6EA8-8C0CCAD73A2E}"/>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74BC19B0-F01B-F146-8C48-9C89937EAD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FC24770C-F43F-000B-0102-E40E0524BB16}"/>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5D3EA0-F477-5C53-6895-5CB777E013D1}"/>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8894610-9C54-2284-F455-25A248F7C663}"/>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12C48FDA-8854-803A-B522-383F99407C9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139E525-DD8E-CA0C-7811-799161965E0C}"/>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EE40A902-81BD-1154-E6CA-EE5FBD695B34}"/>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F5CAAA3-E179-170B-7D6B-0D024A6124B2}"/>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DB679690-FD4A-8D43-3FCD-2DCDB444FF95}"/>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9DAECC12-365F-3F46-BF0E-B22A6AC48CAB}"/>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A0023DA0-6B35-115F-9DBD-60EFC189BC4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0D83C4B-6629-F1C1-1C5E-0C5D46CAC9C8}"/>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EDC465F-0A70-5F33-394F-AA5131FFDFA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5469DEEC-D101-EB48-C43C-5F66A375188D}"/>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75A328-D5E6-3A63-2B8D-4BB3AF0F8877}"/>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59AF1324-946E-3D0D-9F1D-45910DCEA8E7}"/>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AA5AFD2B-EB9F-3AB2-ECCD-E8723EF203C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4A771F1-BFD5-4DC3-F333-F16727929F91}"/>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6C2FDFE-6741-DF3D-1DA3-C8454BC68989}"/>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CE02A82E-05E7-8264-517A-2C8B234FFDB0}"/>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34BB2810-B195-6705-6877-1EEF9A961CC4}"/>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E3059D59-7F52-1D9F-1BE7-9DA4EE15B2EC}"/>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3770C9DA-BEDA-C5B7-A591-6006F0CA4291}"/>
              </a:ext>
            </a:extLst>
          </p:cNvPr>
          <p:cNvGraphicFramePr/>
          <p:nvPr>
            <p:extLst>
              <p:ext uri="{D42A27DB-BD31-4B8C-83A1-F6EECF244321}">
                <p14:modId xmlns:p14="http://schemas.microsoft.com/office/powerpoint/2010/main" val="2261391179"/>
              </p:ext>
            </p:extLst>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BA0726DB-C7AC-020F-A8BA-6CC78CBA82CD}"/>
              </a:ext>
            </a:extLst>
          </p:cNvPr>
          <p:cNvGraphicFramePr/>
          <p:nvPr>
            <p:extLst>
              <p:ext uri="{D42A27DB-BD31-4B8C-83A1-F6EECF244321}">
                <p14:modId xmlns:p14="http://schemas.microsoft.com/office/powerpoint/2010/main" val="1087508091"/>
              </p:ext>
            </p:extLst>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4E6C4BE7-A04C-6144-CFA3-70FD89DF8A09}"/>
              </a:ext>
            </a:extLst>
          </p:cNvPr>
          <p:cNvGraphicFramePr/>
          <p:nvPr>
            <p:extLst>
              <p:ext uri="{D42A27DB-BD31-4B8C-83A1-F6EECF244321}">
                <p14:modId xmlns:p14="http://schemas.microsoft.com/office/powerpoint/2010/main" val="2115845681"/>
              </p:ext>
            </p:extLst>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0286B92-AA08-6142-D57D-8757AA5169C3}"/>
              </a:ext>
            </a:extLst>
          </p:cNvPr>
          <p:cNvGraphicFramePr/>
          <p:nvPr>
            <p:extLst>
              <p:ext uri="{D42A27DB-BD31-4B8C-83A1-F6EECF244321}">
                <p14:modId xmlns:p14="http://schemas.microsoft.com/office/powerpoint/2010/main" val="4728649"/>
              </p:ext>
            </p:extLst>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AE92951-5C5C-3FFA-52A7-1EFF1C45873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89C79610-E55A-1542-2169-BDEFDAE6D0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15AB188C-90B3-6B61-137B-45415AB79FE3}"/>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BC75747A-7827-3CC5-25D9-9B8A331BEC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D40E424F-04BB-EE5E-DD7C-B4F32A885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89A5824-AD4C-A8C8-E5B1-3324EA0D280B}"/>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DF5B618-E58B-BD21-B6CF-C706B2BD48BC}"/>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05C6E2CB-4339-DA2E-DDAE-975DEA4275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7AA96E9-7D63-995F-C4E8-038766CE1EE1}"/>
              </a:ext>
            </a:extLst>
          </p:cNvPr>
          <p:cNvGraphicFramePr/>
          <p:nvPr>
            <p:extLst>
              <p:ext uri="{D42A27DB-BD31-4B8C-83A1-F6EECF244321}">
                <p14:modId xmlns:p14="http://schemas.microsoft.com/office/powerpoint/2010/main" val="4082234670"/>
              </p:ext>
            </p:extLst>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C52738FC-C6D7-C999-733C-95A0EB46B5B4}"/>
              </a:ext>
            </a:extLst>
          </p:cNvPr>
          <p:cNvGraphicFramePr/>
          <p:nvPr>
            <p:extLst>
              <p:ext uri="{D42A27DB-BD31-4B8C-83A1-F6EECF244321}">
                <p14:modId xmlns:p14="http://schemas.microsoft.com/office/powerpoint/2010/main" val="4120374591"/>
              </p:ext>
            </p:extLst>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3AF6522-90DB-C834-D562-833688955A6E}"/>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F6630C-9D96-65C3-6E80-E63A80E6FE6F}"/>
              </a:ext>
            </a:extLst>
          </p:cNvPr>
          <p:cNvGraphicFramePr/>
          <p:nvPr>
            <p:extLst>
              <p:ext uri="{D42A27DB-BD31-4B8C-83A1-F6EECF244321}">
                <p14:modId xmlns:p14="http://schemas.microsoft.com/office/powerpoint/2010/main" val="68865112"/>
              </p:ext>
            </p:extLst>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DC6A3EAF-4D34-FE36-3DD2-7947871D4A38}"/>
              </a:ext>
            </a:extLst>
          </p:cNvPr>
          <p:cNvGraphicFramePr/>
          <p:nvPr>
            <p:extLst>
              <p:ext uri="{D42A27DB-BD31-4B8C-83A1-F6EECF244321}">
                <p14:modId xmlns:p14="http://schemas.microsoft.com/office/powerpoint/2010/main" val="3028300361"/>
              </p:ext>
            </p:extLst>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9F529D18-7821-9C43-673F-1D1416E084F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C6B96DC-F038-3ABB-1483-E887E243719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27BE260E-E781-C7A0-1AAA-6CE93EE0E5D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2B4C38B3-401C-610A-622C-00612BF6B96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D3B8B642-09A7-F579-08F4-74A16C69455A}"/>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28D1020-71BF-E30B-2A77-48FA3E086FE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36487028-676A-0F2E-4381-E79A0FE804E6}"/>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BBEF1802-76D4-B63B-C2A5-965A80DF89C8}"/>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698B8D98-ABCF-B130-05D6-12DD4CC215E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979DD1ED-CC7E-E054-0B74-9289CE3685DB}"/>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6897D734-6443-D8B9-8915-BCC414009CE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6A4D417B-00AB-316F-A5A2-E1B3159652A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355282FE-241C-4BE1-5111-BDDCEA1B8AA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7AA49914-2F19-6317-59FE-6E56DC74EC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2E728DB-DC40-E450-3B54-96BFFC7641C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C0F81FFA-13C9-5D9F-C3BA-3DD0CB9F33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AC2C8067-A66B-28CB-F6CE-98F9765B23B5}"/>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2B3AAF95-68B1-96C7-707D-B8D2AD750E4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465FB73C-833B-CEF6-2A48-7E1FAE46AAC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57E4A4F-AD0B-73A5-0A5C-56884A9F481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45569165-C41E-1EED-4585-455DB7BD9AB6}"/>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BF7E941-62A6-C910-86D9-5DC3E2618683}"/>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C0D805B3-342C-1770-2CF7-597F04AC50B7}"/>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7219904-0009-F777-058D-96C981C4D046}"/>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6082AD7-BF50-12B8-74D1-0C446267E095}"/>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9FED86CE-C1DF-E5D5-A95F-EEE153AB3B9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F9E4F4A4-CA3C-2695-B5C4-330B94E7A962}"/>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0103FC8C-FF1A-BA88-BAEE-DD47190E6DE8}"/>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437CBBB5-6F14-3E30-AD01-AACC6D7104A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926BE26-99A7-7D7C-0F87-1F2D882DB943}"/>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87646689-EF73-A0F9-431B-A6A4B7044D7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90465FB-7976-AF0B-E8D9-90163190AEA5}"/>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49793BC4-271B-B3FC-65C6-1DA3C5EB078A}"/>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D905EB00-FB71-0731-FFB1-042FE15C49BB}"/>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0D8AB851-56F9-7B0F-5252-4FAEE4BABEF3}"/>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1568F14B-04D1-68D8-8282-2C8B4C472CC0}"/>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436CE4A8-304D-2B43-09F8-FA8CD908076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2CAFE08D-378F-880B-382F-8769ED3429E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DB184E1-2D19-768E-209A-B7EDBF6AC05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2C56C47-F692-A1FA-6BB2-CD9D774C503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03A0751-3FB6-2595-15AA-891531F50BB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B7D87CC1-E7B4-E4B2-0633-E597B5675CE1}"/>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ABC564B8-C405-9513-9A8E-9EFD8821BF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0CAA5F1-4B3E-941A-CE43-C2D1736CBBC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E2C1969-39FE-F5FA-F742-471A7E08A1C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03B06CF-033C-EDA1-1029-B146655975B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043DDF28-6E60-1B82-C9DF-D8A7329E8CE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ED33A462-FEB9-2F4A-4E74-CFEC72175AC4}"/>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DA5103F-C4F1-44AE-07EA-2DB778C61DA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2CE4E3B5-130D-4925-A401-F0A5135E5DD1}"/>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93B6637B-8B48-300A-6076-2D37A9EFCE2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0D3EF0D9-D1F2-B773-B757-E1799C2C249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21E2A3BA-C6E2-8847-B69B-4ED2D3BB85F2}"/>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1CCA5A05-C62E-DC90-0AFE-3D01B6E495C1}"/>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742A2A45-FA21-87A6-4828-8B47936B7B7B}"/>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AF77EAC4-3A4C-8720-AFA8-303D67BDAEA9}"/>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69A9D8EC-66AA-A1EF-8A7A-3D10F621535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AE60357C-E509-8E73-E147-5968551AF972}"/>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D4FC6CB-0D79-1523-18E4-E8A1E6BA6F7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01DB5278-EC90-6387-9531-6293F5B27B7A}"/>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93D4AA4C-EA2C-33B7-CDD7-ED3B3E601B23}"/>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B0975197-ECEE-9CC1-52DF-74E3557791CA}"/>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92245B-21CC-75D1-EF61-85A4D9D87F79}"/>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3CDC54B-45E2-4F74-0A72-861C0870F975}"/>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5BCC7206-2BD7-EE67-349E-8E3BBA4225A2}"/>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91711339-9F8A-9161-C8A0-861340C8F8B3}"/>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E98123B9-5D28-3995-56E8-D5751C7FAC1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62FD3C9A-4909-D5C2-CBCE-DA7157C2FF43}"/>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BD5107E-87E2-7808-1A1E-CF36B75655A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83205FF-CB4D-AC63-111C-E0275BA12C9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D40D9E-5571-DA16-67B7-09193E4FCACD}"/>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86C103C4-B00A-014F-C24F-2C9B34AECDD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BE133CCD-2195-A570-5577-B8A7546FF9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33B3EAA-C1B0-5548-8437-07AA5CF6CE7E}"/>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EBA61FE-68DB-C4A2-E606-5A0257F555F1}"/>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3D191C0-9172-D40E-8D15-46283C7D8B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8D9D2351-33B5-FC19-E9CD-2C9BAD62C08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EA4B3381-2930-66B3-BB52-6E55C846B3C0}"/>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57BA541-7C2C-1EED-A241-DC0E544F8F0F}"/>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08A820A7-F42C-8429-C00C-DCBB8A30E208}"/>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2D8D0456-41BF-252B-061D-B1D37C00E45B}"/>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E71D2DF4-BAFE-EFA1-1A57-5EB4DFCD92B1}"/>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0E836F1E-261F-E894-064E-8EB31CDDCE58}"/>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2EB7A3C6-5B06-D5B6-3AEB-7BECDBBEFBE8}"/>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1C446E3B-2AED-3E60-98AA-B6B54463B052}"/>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16F76724-11DD-8F29-B7DE-FDC9374648FD}"/>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524FF976-3FD1-3BF5-43C5-712AAB951828}"/>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65D733D8-6BCA-9C47-9686-8B3D3F6E8E9D}"/>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957961F8-F5CA-B64E-851E-4F3D5F44A400}"/>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B3DEB36-D17D-C15D-11BF-86DC146C45B8}"/>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B738495F-7CD8-8164-8652-3813C5BA90C7}"/>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65BC1BD7-D643-BD45-9D2A-721153844CC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8C69A398-90E0-F329-80B6-538A23880C0B}"/>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4F9B4014-ECBC-6E5A-F7DE-DA6FD404B346}"/>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03242D13-667B-F773-42A0-DCF4E3338AB6}"/>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5CC5FC1B-C08D-CE3B-A544-0DA9D432405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91FA0246-BDF2-8724-39CD-47FB2AC4CC7B}"/>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274320" y="308220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4320" y="3390605"/>
            <a:ext cx="2952178" cy="4426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Download </a:t>
            </a:r>
            <a:r>
              <a:rPr lang="en-US" dirty="0">
                <a:latin typeface="Source Sans Pro" panose="020B0503030403020204" pitchFamily="34" charset="0"/>
                <a:ea typeface="Source Sans Pro" panose="020B0503030403020204" pitchFamily="34" charset="0"/>
              </a:rPr>
              <a:t>raw data: cheatsheets/refresher-cheatsheet.pdf</a:t>
            </a:r>
            <a:endParaRPr dirty="0">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D495B2A4-03E8-D070-FBC8-FDACA8AB104B}"/>
              </a:ext>
            </a:extLst>
          </p:cNvPr>
          <p:cNvCxnSpPr>
            <a:cxnSpLocks/>
            <a:endCxn id="421" idx="1"/>
          </p:cNvCxnSpPr>
          <p:nvPr/>
        </p:nvCxnSpPr>
        <p:spPr>
          <a:xfrm flipV="1">
            <a:off x="5301583" y="8495742"/>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47D7ABBF-17FF-BC0C-0216-2EB387822EDA}"/>
              </a:ext>
            </a:extLst>
          </p:cNvPr>
          <p:cNvCxnSpPr>
            <a:stCxn id="529" idx="3"/>
            <a:endCxn id="447" idx="1"/>
          </p:cNvCxnSpPr>
          <p:nvPr/>
        </p:nvCxnSpPr>
        <p:spPr>
          <a:xfrm flipV="1">
            <a:off x="2074493" y="2148962"/>
            <a:ext cx="1765987" cy="1103253"/>
          </a:xfrm>
          <a:prstGeom prst="bentConnector3">
            <a:avLst>
              <a:gd name="adj1" fmla="val 6391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756C590F-25B8-1E3D-598F-5975C25073C8}"/>
              </a:ext>
            </a:extLst>
          </p:cNvPr>
          <p:cNvCxnSpPr>
            <a:cxnSpLocks/>
            <a:stCxn id="488" idx="3"/>
            <a:endCxn id="512" idx="1"/>
          </p:cNvCxnSpPr>
          <p:nvPr/>
        </p:nvCxnSpPr>
        <p:spPr>
          <a:xfrm flipV="1">
            <a:off x="1292227" y="3099580"/>
            <a:ext cx="2548253" cy="1200919"/>
          </a:xfrm>
          <a:prstGeom prst="bentConnector3">
            <a:avLst>
              <a:gd name="adj1" fmla="val 7999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stCxn id="326" idx="3"/>
            <a:endCxn id="513" idx="1"/>
          </p:cNvCxnSpPr>
          <p:nvPr/>
        </p:nvCxnSpPr>
        <p:spPr>
          <a:xfrm flipV="1">
            <a:off x="2100141" y="3995721"/>
            <a:ext cx="1740339" cy="3239880"/>
          </a:xfrm>
          <a:prstGeom prst="bentConnector3">
            <a:avLst>
              <a:gd name="adj1" fmla="val 8372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DECB7C1-B418-49DD-096D-F9BDF9554B3C}"/>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B48922F7-A51C-4456-CE2F-7474714FE0C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B0843C1C-D492-37F2-446B-80E6AD918B72}"/>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5E259953-1DA8-9C17-57E7-EBAD320BC2EE}"/>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8792DC42-6870-231E-FF6A-C7A3C052B408}"/>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699781B-E7E6-AA56-4D92-06BC07E78174}"/>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F87D8FBD-AD48-566A-E5DA-4B0AB2CCECE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7888E207-87D0-9114-954B-FA4B0EB25898}"/>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64F2C321-608D-6250-403C-AFFA459589A3}"/>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78798FF6-8BC2-E069-4920-8EC56D03D112}"/>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B9B0303-BD08-DA19-5E81-F3363FD4C5BA}"/>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E0041321-F85D-308E-05F1-9EF87D984346}"/>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20974141-5EF1-0D5D-4EB5-84F439BF3393}"/>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02228206-C074-E655-5B3B-284B19B89994}"/>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4246EE67-E157-1713-7BDD-58623E72C5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4CFBE71-58B0-E38F-7612-482542A36D7C}"/>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4CFFDB74-6250-4A2C-A716-6B1AC6EB3C1F}"/>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5169D6CB-2747-EA76-964E-915E9C7204D9}"/>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1EC0423D-E08E-48A5-F6FA-6A6A62063438}"/>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0D75B7FF-84B0-E9D5-B121-5FEF5C06541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D9BD4434-746D-8F6B-3B38-217B8462B64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EB8E2600-126A-FE41-7CA2-D8C5DC5F03B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00EE65A4-F099-BF9E-2F54-B1A60D2E0A7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8FFDE943-8509-7DB0-FFD8-2A745C17656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F37C6305-EBE5-E7B1-735C-3460A4881EBC}"/>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5A904E2B-49F0-5EA8-58E0-080F09B550FE}"/>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C1719387-DBE4-7DDD-E4EB-9A38D1082B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C6F628C5-DA74-54C0-FDDE-9B7740D67726}"/>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10F66462-F4CB-CA6D-F8C0-DACB04B615FD}"/>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6AC13618-B6B5-9FCC-8FBC-1C81BB1B1C3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A8667B67-C411-6619-9586-71CBFAC4137F}"/>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4B342E80-049D-C9CC-A8DE-8A77B4EA01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24F1405F-0735-4247-80BA-F236D05E568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1A8BC70B-5691-4C0F-EB90-FC6B68DECC59}"/>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92435014-553C-4ACA-8A91-635858BA097E}"/>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CBA7394-642E-6C7F-5E84-F2C010BFA9C6}"/>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29447D7-5341-EE5F-11BF-1DB7C802F7E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FF6B937D-0C59-6FD1-69D8-A8D47AF1433E}"/>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F4BB8514-9BAA-BC76-47D5-5EA414402FC3}"/>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A41B10E-B68F-6C4B-F651-DF1791231989}"/>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FFB62B3-7705-A36F-5CA1-1123D2CCBD09}"/>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E1226F65-C2E6-4A91-6EE1-595CB13E2AFF}"/>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C256A88B-194F-EE80-646C-5F102F86FF03}"/>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B4C1F41E-5150-8D78-8B56-F96F8A12F8F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778C6FF9-C3CB-51B0-264F-389C26EF013B}"/>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5FB40C02-5B25-56B2-BF25-72DA4FDD89FA}"/>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5E98B1A8-1932-6168-04A6-2C547EF4398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0BE0E83F-BB43-84B0-8017-2F7C07FF0A91}"/>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CC5C0AD2-E2E2-5E93-43E3-C7FFFBA5EFA4}"/>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8F5A8BB0-D3B8-5385-63E2-3BAE615D7CC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FFCEA939-D5F5-C678-975D-4D2F236E481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2476E15F-E053-1A24-5D6A-C815521624C0}"/>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EA90FE93-95AC-3A52-0686-EFC31A29C1F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3A882E7F-C52E-C675-3F45-B028402F2E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67132357-B346-F5A4-CB72-5D9DAC03708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F28C97C9-F819-754C-E661-5253BC3A1D0D}"/>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D4EF57C5-6048-BD26-05B2-8EF89DABD773}"/>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E99E2CBC-6754-962E-B58E-7BA4EDD987B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497A83E-FB4E-B17B-1184-33005D87F4E7}"/>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1436071D-BA56-9599-6759-EB66E1988F3C}"/>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CA8D504-0D4C-C5E2-A83D-440A943F092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C34C0142-1A51-510C-0E17-852F8F4927C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C6B53662-4912-1BBF-CBF1-B8784435B684}"/>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82C6F2BA-E3F2-A5E1-2227-6BBA12203769}"/>
                </a:ext>
              </a:extLst>
            </p:cNvPr>
            <p:cNvGraphicFramePr/>
            <p:nvPr>
              <p:extLst>
                <p:ext uri="{D42A27DB-BD31-4B8C-83A1-F6EECF244321}">
                  <p14:modId xmlns:p14="http://schemas.microsoft.com/office/powerpoint/2010/main" val="4269995155"/>
                </p:ext>
              </p:extLst>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78356426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ADE7-0369-CC80-4FDB-26DD70CE1806}"/>
            </a:ext>
          </a:extLst>
        </p:cNvPr>
        <p:cNvGrpSpPr/>
        <p:nvPr/>
      </p:nvGrpSpPr>
      <p:grpSpPr>
        <a:xfrm>
          <a:off x="0" y="0"/>
          <a:ext cx="0" cy="0"/>
          <a:chOff x="0" y="0"/>
          <a:chExt cx="0" cy="0"/>
        </a:xfrm>
      </p:grpSpPr>
      <p:sp>
        <p:nvSpPr>
          <p:cNvPr id="530" name="Create a visual hierarchy. Help users navigate the page with titles, subtitles, and subsubtitles">
            <a:extLst>
              <a:ext uri="{FF2B5EF4-FFF2-40B4-BE49-F238E27FC236}">
                <a16:creationId xmlns:a16="http://schemas.microsoft.com/office/drawing/2014/main" id="{D03FB976-E2C6-F0F3-C2EA-D8B8A6482EB6}"/>
              </a:ext>
            </a:extLst>
          </p:cNvPr>
          <p:cNvSpPr txBox="1"/>
          <p:nvPr/>
        </p:nvSpPr>
        <p:spPr>
          <a:xfrm>
            <a:off x="274320" y="3566160"/>
            <a:ext cx="3303826" cy="14156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Light"/>
              </a:rPr>
              <a:t>Kaiaulu downloaders allow different raw data to be obtained. For reference, see refreshers cheatsheet.</a:t>
            </a:r>
            <a:r>
              <a:rPr lang="en-US" dirty="0">
                <a:latin typeface="Source Sans Pro" panose="020B0503030403020204" pitchFamily="34" charset="0"/>
                <a:ea typeface="Source Sans Pro" panose="020B0503030403020204" pitchFamily="34" charset="0"/>
              </a:rPr>
              <a:t>: cheatsheets/refresher-cheatsheet.pdf</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download_jira_issues()</a:t>
            </a:r>
          </a:p>
          <a:p>
            <a:r>
              <a:rPr lang="en-US" b="0" dirty="0"/>
              <a:t>Downloads JIRA data to a locally as JSON files</a:t>
            </a:r>
          </a:p>
        </p:txBody>
      </p:sp>
      <p:sp>
        <p:nvSpPr>
          <p:cNvPr id="491" name="Create a visual hierarchy. Help users navigate the page with titles, subtitles, and subsubtitles">
            <a:extLst>
              <a:ext uri="{FF2B5EF4-FFF2-40B4-BE49-F238E27FC236}">
                <a16:creationId xmlns:a16="http://schemas.microsoft.com/office/drawing/2014/main" id="{99189A03-F788-C273-3A46-5B605CD2C8C0}"/>
              </a:ext>
            </a:extLst>
          </p:cNvPr>
          <p:cNvSpPr txBox="1"/>
          <p:nvPr/>
        </p:nvSpPr>
        <p:spPr>
          <a:xfrm>
            <a:off x="274320" y="5303520"/>
            <a:ext cx="3383618" cy="195532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300" dirty="0"/>
          </a:p>
          <a:p>
            <a:r>
              <a:rPr lang="en-US" sz="1300" dirty="0"/>
              <a:t>3. parse_mbox()</a:t>
            </a:r>
          </a:p>
          <a:p>
            <a:r>
              <a:rPr lang="en-US" b="0" dirty="0">
                <a:latin typeface="Source Sans Pro" panose="020B0503030403020204" pitchFamily="34" charset="0"/>
                <a:ea typeface="Source Sans Pro" panose="020B0503030403020204" pitchFamily="34" charset="0"/>
              </a:rPr>
              <a:t>Parses mbox files into a reply table.</a:t>
            </a:r>
            <a:endParaRPr lang="en-US" b="0" dirty="0"/>
          </a:p>
        </p:txBody>
      </p:sp>
      <p:sp>
        <p:nvSpPr>
          <p:cNvPr id="447" name="TextBox 446">
            <a:extLst>
              <a:ext uri="{FF2B5EF4-FFF2-40B4-BE49-F238E27FC236}">
                <a16:creationId xmlns:a16="http://schemas.microsoft.com/office/drawing/2014/main" id="{71B20802-D9A5-EE35-A8F1-8C9836124693}"/>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CE894B04-D09C-7A6C-A907-3EDC59162C79}"/>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2B41AC9B-8375-ED99-0DD8-C9CDACEA1912}"/>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ABC6E0A-1482-2D31-6888-38C6BD8A3BC7}"/>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038CBC08-530A-FA47-32CA-F1C24831BE4B}"/>
              </a:ext>
            </a:extLst>
          </p:cNvPr>
          <p:cNvSpPr txBox="1"/>
          <p:nvPr/>
        </p:nvSpPr>
        <p:spPr>
          <a:xfrm>
            <a:off x="9875520" y="3840480"/>
            <a:ext cx="4177348" cy="41472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5.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6EA3F7A9-6B02-77B6-6AB0-E2A99AB7F02C}"/>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5EC42403-563F-190D-5139-2F127D5E1DBE}"/>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8DDCDEE0-4646-3B47-CA11-A489EBBB21E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D9D0D13D-E27A-2BB2-4CA0-178583ED87E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6A5A9B4E-6B41-3177-B388-FF802943D3B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1856C885-C762-EA29-DEE8-353301736E04}"/>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A3A9F83E-F577-61F5-105B-D6D4A6617C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1E5FB569-EE96-B7E4-DB8F-5EC55F8C7298}"/>
              </a:ext>
            </a:extLst>
          </p:cNvPr>
          <p:cNvSpPr txBox="1"/>
          <p:nvPr/>
        </p:nvSpPr>
        <p:spPr>
          <a:xfrm>
            <a:off x="274319" y="1737360"/>
            <a:ext cx="3284761"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Raw project data (git logs, mailing lists, issue trackers) is parsed and transformed into S3 (R's object-oriented system) graph objects encoding directionality and weight. Functions like projections, exports, and community detection automatically dispatch the correct behavior regardless of the data origin.</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31F5D6FC-5F28-C1E8-5658-737BD006C869}"/>
              </a:ext>
            </a:extLst>
          </p:cNvPr>
          <p:cNvSpPr txBox="1"/>
          <p:nvPr/>
        </p:nvSpPr>
        <p:spPr>
          <a:xfrm>
            <a:off x="4937760" y="1463040"/>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DFCAB21C-E372-3BB9-0691-DAB4CCB53D90}"/>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998F88E3-8B9A-845B-992F-F6E5BE57CFC8}"/>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F75CADA6-EE35-6583-06D2-1CE22B34358E}"/>
              </a:ext>
            </a:extLst>
          </p:cNvPr>
          <p:cNvSpPr txBox="1"/>
          <p:nvPr/>
        </p:nvSpPr>
        <p:spPr>
          <a:xfrm>
            <a:off x="274320" y="7315200"/>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55D58BD5-6722-613B-83DE-BD1DE9E5DFF1}"/>
              </a:ext>
            </a:extLst>
          </p:cNvPr>
          <p:cNvSpPr txBox="1"/>
          <p:nvPr/>
        </p:nvSpPr>
        <p:spPr>
          <a:xfrm>
            <a:off x="274320" y="7589520"/>
            <a:ext cx="3546143" cy="2542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transform_gitlog_to_temporal_network()</a:t>
            </a:r>
          </a:p>
          <a:p>
            <a:r>
              <a:rPr lang="en-US" b="0" dirty="0"/>
              <a:t>Git Log commit table → temporal projection graph.</a:t>
            </a:r>
          </a:p>
          <a:p>
            <a:r>
              <a:rPr lang="en-US" sz="1300" dirty="0"/>
              <a:t>4. transform_reply_to_bipartite_network()</a:t>
            </a:r>
          </a:p>
          <a:p>
            <a:r>
              <a:rPr lang="en-US" b="0" dirty="0"/>
              <a:t>Reply table → person-issue bipartite graph.</a:t>
            </a:r>
          </a:p>
        </p:txBody>
      </p:sp>
      <p:sp>
        <p:nvSpPr>
          <p:cNvPr id="421" name="Manipulate Variables">
            <a:extLst>
              <a:ext uri="{FF2B5EF4-FFF2-40B4-BE49-F238E27FC236}">
                <a16:creationId xmlns:a16="http://schemas.microsoft.com/office/drawing/2014/main" id="{99CE0211-A19C-046E-1E72-FC791D482B0F}"/>
              </a:ext>
            </a:extLst>
          </p:cNvPr>
          <p:cNvSpPr txBox="1"/>
          <p:nvPr/>
        </p:nvSpPr>
        <p:spPr>
          <a:xfrm>
            <a:off x="9875520" y="8321040"/>
            <a:ext cx="369331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820ACDF8-44EC-8014-FFC0-EA38C73D8B9E}"/>
              </a:ext>
            </a:extLst>
          </p:cNvPr>
          <p:cNvSpPr txBox="1"/>
          <p:nvPr/>
        </p:nvSpPr>
        <p:spPr>
          <a:xfrm>
            <a:off x="9875520" y="8595360"/>
            <a:ext cx="4138222" cy="13823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weights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0014FFB3-4ED5-E300-8065-D16AE4ED3F2D}"/>
              </a:ext>
            </a:extLst>
          </p:cNvPr>
          <p:cNvSpPr txBox="1"/>
          <p:nvPr/>
        </p:nvSpPr>
        <p:spPr>
          <a:xfrm>
            <a:off x="9875520" y="1459299"/>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8E709234-6137-89C0-6619-4023A46F12D6}"/>
              </a:ext>
            </a:extLst>
          </p:cNvPr>
          <p:cNvSpPr txBox="1"/>
          <p:nvPr/>
        </p:nvSpPr>
        <p:spPr>
          <a:xfrm>
            <a:off x="9875520" y="3566160"/>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E94307BD-35B2-6218-FE4D-B66B93922991}"/>
              </a:ext>
            </a:extLst>
          </p:cNvPr>
          <p:cNvSpPr txBox="1"/>
          <p:nvPr/>
        </p:nvSpPr>
        <p:spPr>
          <a:xfrm>
            <a:off x="274320" y="5029200"/>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5CE0FF26-1D49-3AA3-5F67-736E02DE5DD2}"/>
              </a:ext>
            </a:extLst>
          </p:cNvPr>
          <p:cNvSpPr txBox="1"/>
          <p:nvPr/>
        </p:nvSpPr>
        <p:spPr>
          <a:xfrm>
            <a:off x="9875520" y="1737360"/>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14F4577-5EE2-777B-3F06-674B422D2125}"/>
              </a:ext>
            </a:extLst>
          </p:cNvPr>
          <p:cNvCxnSpPr>
            <a:cxnSpLocks/>
            <a:stCxn id="257" idx="3"/>
          </p:cNvCxnSpPr>
          <p:nvPr/>
        </p:nvCxnSpPr>
        <p:spPr>
          <a:xfrm flipV="1">
            <a:off x="7241179" y="6345871"/>
            <a:ext cx="2634341" cy="2382326"/>
          </a:xfrm>
          <a:prstGeom prst="bentConnector3">
            <a:avLst>
              <a:gd name="adj1" fmla="val 8633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03C9053-D83B-DD91-A291-3B5F6CF55EED}"/>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8045561-5248-6B9E-5EEA-261241053D36}"/>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54552331-46D3-0FA8-333D-288F28C3AFFE}"/>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A0BCDE1A-7690-86E5-C9A6-6B585FEF5771}"/>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3B831A4F-29D1-174D-9857-D0EBC56F9AD8}"/>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73FA720D-8968-E5A8-6BBD-3B6BC59A0C26}"/>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E1F1C868-1D16-CE50-8BFB-4D40F3F693FA}"/>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41AAB4E3-5956-EE97-68AB-DEC640932BF3}"/>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8A9874ED-A094-1AEE-E024-827AD3F6C7FF}"/>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5711C7E3-DBB7-E54A-FC0C-889516F5539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21933E35-07F1-EAAC-B67E-2E1DB8A9F9F3}"/>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B67BB974-F656-63E4-0DD7-DF4E8A63CB71}"/>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58CF31F0-4479-F15A-6B57-90361F2D594F}"/>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66ECBFCD-FE1C-D4A6-DBAE-2D9ED5DCEFEF}"/>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531D460B-47F8-833F-71E5-F674537B35A9}"/>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82D338D3-2FC6-FB21-3D05-F027C9BB0913}"/>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22658F48-C1AB-EC4E-3A70-AA6A28992CF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ED6EB3AE-52E9-265B-AB20-9A30DDA14D2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7227FC1C-ED1C-7DD5-BAA6-0E223A5B281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99D9DEED-229C-3943-25AB-7CAB45C675C3}"/>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385BA638-F705-6DBF-C59D-2AE3DB6AD591}"/>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6A3812F0-B828-DB2E-E240-0AF2623D63B6}"/>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FAE34449-49D7-E7A4-E92D-8201A8AD8417}"/>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54AB2807-B931-D0A2-4D3C-4F69ECC6584B}"/>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96EB1B6-79A5-7979-2BA5-6110B9FC28E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A51DD7CB-ED08-BB94-7A17-7AE62E245A35}"/>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650FC455-6C11-8A53-4B38-F15849E364C8}"/>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933C1A69-5911-ABBB-7B13-6B2D2E2D1026}"/>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472E870D-9F72-87A4-6988-2F1DF43BF5C1}"/>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61C10B4-5174-4D26-247E-8C745AC8D29D}"/>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D5B33E92-DA0F-DC34-902A-F05E028BE438}"/>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1112CF3-7C27-86BE-DDA1-9B62760B4369}"/>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B854F44F-7709-44FD-4D83-675909B4C2BD}"/>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84929643-4E1D-3C39-C5BE-6E8DE2673432}"/>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24AB6306-1C1C-5701-C363-428D5C228A2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48D63EE5-8038-546D-EDD6-6361757EF6A2}"/>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B4D8DFF9-FEF3-05D7-68AC-0058C4BFED09}"/>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E88DEE90-494A-408D-66F5-806521D53906}"/>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3688776A-AF25-BAE2-592F-1291244036A1}"/>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6EFD1596-1702-925D-597C-457F2522B72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66B0DF4D-C23C-CA31-7404-083C44800AE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456EA32-79EE-EB20-0481-8529D1C5504F}"/>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13B8ABF-13D8-B77B-142A-57F5664FDCD4}"/>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8CD19273-F677-FF98-4EA2-884DDE9B7E04}"/>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E1EE0C15-85D1-56EC-AC87-C897AAB43270}"/>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2434E894-00F8-6D0B-F814-75D3DE96271B}"/>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F3B74C47-8E57-7113-D679-4DAAE92BD90B}"/>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DADA5906-3592-9816-64FC-B0010ED85D98}"/>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B4FC565C-F254-CCCD-2ADE-3C0C3821D71C}"/>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8C8051AA-9F53-EA97-4E5A-A59D0CB39AE2}"/>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26A3036-A36B-CA8B-6B51-C5DF511AD78C}"/>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E67EDABD-FC17-7C05-41F7-A23BA6FCBC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3D670835-619F-5D77-AB37-177F9C44CD46}"/>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06BD92C0-BB4B-3FDE-DD87-B83D709226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5B949C6B-9468-1F96-366A-A893F28338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E5CF9B6F-70FA-89CD-2999-C2EDBDF216D8}"/>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0A908C0A-4109-50F9-80E5-EC728D4DA5D3}"/>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9B09F7DE-F409-1DB6-B92D-6D15707131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3EE67A4E-536C-3A2C-5EC8-D708ADD43F91}"/>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A3B733C6-D216-49AE-6047-8D4CCC952E17}"/>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171936C4-BA0B-5F0F-BBCC-F9C913B16CE3}"/>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0D994EB7-DC77-EF12-C6B0-9AF464B9BD13}"/>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71DD404-676B-B760-B0ED-36337E955362}"/>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5853230E-92B1-EE33-1EEA-CEB39042B9BA}"/>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4D1B7BDF-E99E-94EE-6727-9CDEB73024A4}"/>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0E8AEE1D-52BF-6BCD-53EC-5804146C77B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E5760EB1-9365-2C2C-DA48-87F44A0CC8E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C6B148D2-5008-15F3-9FAB-D1BC410ACEE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FA83203C-B7DC-1309-281E-10DE2C20EE3D}"/>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97A2105D-3253-3EBA-A9D6-5F41A83169D9}"/>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248AC7D7-0890-B851-A780-CBD5BC5A0E5B}"/>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2887AF77-A682-03EA-7431-047793E2CA3D}"/>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00189011-A1C4-2031-D223-22411C22992E}"/>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9A27C4A5-C5AA-7630-D3D0-FF35C6BC9AA8}"/>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355ED913-8BC9-0278-EADC-12F09424E068}"/>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A7A8E421-86DC-96FB-FE10-33C9AA739EEE}"/>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F0A9420-06E3-CBA4-450E-DD5D9FEC8221}"/>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88E2DC87-46E0-6A31-1325-57CD56BF376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C247360-0F9D-3CD9-D58F-1C614F27CDBF}"/>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2761A7A5-83C5-3F62-3372-7DA711D3086F}"/>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C7F7EC2-5CBE-28A7-952B-28E5C652E2E9}"/>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C997B4F4-0994-FADE-7619-1045A7FDD1F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94D31331-90A1-CC52-FAD4-4A0959DCCF27}"/>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12AEB95B-C26B-6868-BFEF-FEA04B2D2268}"/>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E0A53A3C-5878-3F61-5388-B193440D94A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103D88E7-26E3-0498-85B1-43CF8AE68C12}"/>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981A36B-69A5-4321-DB15-927ECAE46399}"/>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2CC902EF-0081-8E24-1641-31A818199B31}"/>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FD6DBA50-4161-27CD-F97E-7161E6A9277C}"/>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30C3C98-76B8-5033-110D-B3C76248BF9A}"/>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21E0A870-728F-B4F4-9927-BBA3E179571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566BB85E-62EE-51F8-939B-B1BBF3F2544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A1466841-8E83-DAD1-5F88-A203186F7644}"/>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984D91FC-27B1-CC55-85F7-3DC703B51407}"/>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F85BD26F-CBD1-DAC1-EFC6-246C425AEB40}"/>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A9E900A6-AAD5-DF41-C4B4-A2CCF1280086}"/>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05DAD58B-E0A6-81DB-818A-644AA2AC4CE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3CC6BB2-7C23-191D-0F92-E60839CA440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67F94EBD-7777-42B0-D6C8-FD081181ED89}"/>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EFC3552C-647E-C9D8-7ABA-9E0CDCD255C7}"/>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0D21445A-AB4E-F6C1-4F26-8D6525624B21}"/>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3DF1B610-CBE4-8585-13FB-93AA5E853B10}"/>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7F85236A-6B04-5A39-61DE-2409DB4896D0}"/>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9E29C8A5-456D-9E28-55D7-A9930D672A80}"/>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6DA4B5E1-C4AA-9971-BB11-5D69CA62940A}"/>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3C504DBF-C227-CC07-F32F-3887116EFCA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A95E216E-1DA8-DEA5-829C-6C751CC44C32}"/>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D6781BB-F629-D302-9602-2586538DB4D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5C78AB1E-92BF-1FFE-D6DD-64FBB8F5496A}"/>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9830DAA2-8EA1-3410-6168-CC9809BFD999}"/>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6D604229-C168-2A1E-F434-ABA30A4CAF9D}"/>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2FA02941-3E7D-6BBA-B6BA-1CFB75A17177}"/>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547523A2-C20B-A315-8592-C9DB69E34B92}"/>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8D3B799-F320-9763-D11F-67CE149D60B3}"/>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796AF555-06CB-94A9-EFD5-BF4C680D97C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24D1E27-C547-48B0-1C0C-69A91224049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8C2F0E84-50C6-E4A9-0ECF-FE11D865FC5E}"/>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0A3DB636-E460-F8E3-92F1-55A8602F57E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B484EDCA-03D4-F630-242D-4AD618F2CD26}"/>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74CACC8F-41AC-4294-0CF5-0570554FA40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2B5C2B47-4A5D-2B05-0DBB-8C9D56A233CC}"/>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140CB51A-AF0E-F1C9-C669-890E60F14FB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E2B309FE-BD03-2389-F058-03D1F582CDA9}"/>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EF0051B7-3C3C-1D63-9770-9BA12E7BA7E5}"/>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ECC410B1-6B6D-31E3-7E49-DFFF8ADC9B33}"/>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0BCC93DD-D699-8F49-4B8E-C75106294303}"/>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D35614EC-0C7E-740F-9C9C-B9E26E6624C3}"/>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354A30FC-4E09-6BD8-9E28-95B12287177A}"/>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32C62371-87DE-FEB7-8808-F2598DF899F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7C661749-C1D2-EA35-3536-AFBB849981F4}"/>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D1F82A61-3E52-75A3-6196-E448A6CECC5A}"/>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98047FCE-DDE0-9F0F-ED14-34163259C2B5}"/>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3D9E721-D237-A3A7-5CCE-9D417B3CC1D2}"/>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31698688-2249-CD72-6940-EAB35DD03CF7}"/>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B36446A4-09C3-5A4E-433B-F51EF6E4BBA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E8E5BACA-4966-0533-B4C0-7F8F025C4FD8}"/>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E68D9227-566E-CFA0-699A-3C10B3562754}"/>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A6D99CE6-F1C0-56F7-FF10-94803A4D6117}"/>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17CC40CD-B2C2-E76C-4078-85518683AAC5}"/>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3A1D2B7-8254-A10B-62D6-B53E1A81FDA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30DF5671-AC2A-E428-DFD4-62A3647352FD}"/>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1D55A221-E2C9-A074-49F5-1C8EDAFD090C}"/>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26E6FC65-06EE-B026-A943-88DCCA4D85D9}"/>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D6F36F9B-69FA-8A4A-E43D-3C98731CE827}"/>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CB6658F7-C504-0A24-5FD9-D4142F178F80}"/>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1038A67D-7AF3-4C67-BA90-5908EC6B55E6}"/>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B60C4B96-054D-AB93-C0BD-DB138DFC9F06}"/>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9484F643-1557-3FF9-4D1D-6A585AC86DA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A2EA117D-A0F1-05CB-D5A7-86BABFE1377F}"/>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0FD6BF74-DC7E-88BC-C588-0DAAB556E315}"/>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99482763-7FCE-F7CE-4A77-44ABDDDD15DB}"/>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B9A8A99B-019C-EB0A-AF61-12A2FD69FCDA}"/>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260E08D-7670-2573-2944-B582DCAB150A}"/>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FCCDD5FE-F4D1-20C9-61F8-480FFBD79916}"/>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75C19BF6-0AE4-7030-0BD3-7F65A6F512C7}"/>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286DAD08-6344-9B99-823B-61A9EB7E81E1}"/>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42EE5ABC-B230-622D-8F95-877D2DC2C6CD}"/>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ECFB25F0-0FF3-8E34-54FC-871D7EFD17EB}"/>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03BFF0C5-2A55-49C0-2C83-06E109C669F9}"/>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0C21D86A-00A3-A497-60C3-38232EDB4B0E}"/>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509E0D80-2152-A0D5-63B0-6449FD47EFB9}"/>
              </a:ext>
            </a:extLst>
          </p:cNvPr>
          <p:cNvSpPr txBox="1"/>
          <p:nvPr/>
        </p:nvSpPr>
        <p:spPr>
          <a:xfrm>
            <a:off x="274320" y="3291840"/>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BE2FD28E-4AD2-9EF3-E0D9-608905EB17B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18CB7E74-8BFD-97CC-E26D-129A07648094}"/>
              </a:ext>
            </a:extLst>
          </p:cNvPr>
          <p:cNvCxnSpPr>
            <a:cxnSpLocks/>
            <a:endCxn id="421" idx="1"/>
          </p:cNvCxnSpPr>
          <p:nvPr/>
        </p:nvCxnSpPr>
        <p:spPr>
          <a:xfrm flipV="1">
            <a:off x="5301583" y="8491055"/>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E3CE73EF-24A3-5AB6-DB26-E498D46593F4}"/>
              </a:ext>
            </a:extLst>
          </p:cNvPr>
          <p:cNvCxnSpPr>
            <a:stCxn id="529" idx="3"/>
            <a:endCxn id="447" idx="1"/>
          </p:cNvCxnSpPr>
          <p:nvPr/>
        </p:nvCxnSpPr>
        <p:spPr>
          <a:xfrm flipV="1">
            <a:off x="2074493" y="2148962"/>
            <a:ext cx="1765987" cy="1312893"/>
          </a:xfrm>
          <a:prstGeom prst="bentConnector3">
            <a:avLst>
              <a:gd name="adj1" fmla="val 7987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2C60032C-D8EF-F946-04CA-4BD7ED3D6C45}"/>
              </a:ext>
            </a:extLst>
          </p:cNvPr>
          <p:cNvCxnSpPr>
            <a:cxnSpLocks/>
            <a:stCxn id="488" idx="3"/>
            <a:endCxn id="512" idx="1"/>
          </p:cNvCxnSpPr>
          <p:nvPr/>
        </p:nvCxnSpPr>
        <p:spPr>
          <a:xfrm flipV="1">
            <a:off x="1292227" y="3099580"/>
            <a:ext cx="2548253" cy="2099635"/>
          </a:xfrm>
          <a:prstGeom prst="bentConnector3">
            <a:avLst>
              <a:gd name="adj1" fmla="val 9053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FC091CE2-7C22-0131-598C-AA1CD812BF90}"/>
              </a:ext>
            </a:extLst>
          </p:cNvPr>
          <p:cNvCxnSpPr>
            <a:cxnSpLocks/>
            <a:stCxn id="326" idx="3"/>
            <a:endCxn id="513" idx="1"/>
          </p:cNvCxnSpPr>
          <p:nvPr/>
        </p:nvCxnSpPr>
        <p:spPr>
          <a:xfrm flipV="1">
            <a:off x="2100141" y="3995721"/>
            <a:ext cx="1740339" cy="3489494"/>
          </a:xfrm>
          <a:prstGeom prst="bentConnector3">
            <a:avLst>
              <a:gd name="adj1" fmla="val 9183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7C90B8F8-890F-2660-3958-F493DAF7F56F}"/>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01165DCC-ACDA-BDF6-0771-A6D51C82EE1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CA0B4DFA-E11E-96EF-F1C0-7A13F32CA2C3}"/>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00A74A40-CBCB-8BEE-3A4F-FADF5EC2E9A8}"/>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33C30B9F-BF09-F7B9-1D35-35E506BA16E1}"/>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B308AC9-03E3-3F12-2B5F-733D09DA1216}"/>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80146F66-DC8B-693C-ABB8-0B9EFDA255B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BFF3E9CF-8565-959C-24A5-1F21DB67C554}"/>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C280F63F-007A-386C-4DFF-8F1BCD28A095}"/>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DBF48220-7B55-40C1-9434-1E2E3BDF9456}"/>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719748FA-85F9-FF56-2192-10CC43A53C54}"/>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C2601020-2884-3A6F-FD9B-9C693AC96834}"/>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536D7715-25FB-F52B-BCB5-26D145159FDA}"/>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BCFF4E0E-4689-6EF4-ADAF-11BA1061F522}"/>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34DB883A-CEE3-529F-9450-AC0DE148B9EC}"/>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C8452EFF-77D5-30E0-C62D-FECEF61FA473}"/>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7C96047F-4905-CCF8-DB84-31DDA93302C1}"/>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F3613597-D0C6-D191-EA39-4522759818CE}"/>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D48197B0-DED3-FC05-65DC-58A3D35F2A2E}"/>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8830889F-202D-28DA-EDAE-EE98BEFC611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EFF4E6E0-D61F-FE76-4C78-3876AE6F4A4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A2B1CC89-2A00-8C3C-E2D9-89FB17C4EA45}"/>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6C111A9C-D987-D5D6-8DE4-D5EEBDB9520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E6D78C33-08F9-DCFE-1F4D-0BD0957D89B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6D63BE88-C126-4440-3F93-B8CA0F19D07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8F61497D-E217-EC4D-69DD-94CA15C0D64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C0E5D6CB-19EB-3DAD-D89D-0C3287367E55}"/>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3CE78D6D-9059-C1E3-0432-3CA9653DD40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607540DB-FC69-F1D7-77B7-BDEA918CE480}"/>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4D416654-AF50-B378-0985-1FDBD45511F9}"/>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A9C7F508-DEB6-93A9-5308-E4F66E635E5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E475DAAC-EDC2-E53C-F16E-CAE6CB6BB9C1}"/>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030E196A-DBD4-5544-103B-CBDF410F4FA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668E6D23-E2E6-BC85-9DF3-CDF9D988EBE8}"/>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45F3DD17-78C5-209A-A5CA-888DA31EB123}"/>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6618B9F-64CE-5CFB-98E5-609182F05C5A}"/>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22A2E6DC-2C8F-3C94-4897-A905CB19120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AEC0940F-DFBD-C12B-7282-A4254146C0F2}"/>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7BAFD72F-463E-1ED4-A5B4-C45DCD17501A}"/>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F82C70EF-B342-7B0D-1908-7A15FD0C1AE4}"/>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539055E6-B4E0-000C-4369-F67B5E04ADCA}"/>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D2DD1E86-17F9-D056-9793-34C70C7A4A92}"/>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5E62C8B-8ADA-A0EF-7C96-681BCBD0CDB1}"/>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453BD3C8-024A-311D-ACDA-D4E73486D79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265D85E7-5398-4DB5-404C-9A3F0E467B25}"/>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FDC627BA-9ACD-12A9-CACB-658D95D19959}"/>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AA63B8E7-56A3-9DAB-CE54-A16D630029DB}"/>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406BE375-27A4-2658-2E2F-56C49DB5E683}"/>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73AA660E-7A26-9B86-EDDE-D259087ABEFE}"/>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AADDFCAA-D3C3-0294-88B5-4B13916AFDE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8385D99B-F1DF-8240-CDBB-2640A008B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9F4F7384-D4F6-DC7D-F3C6-D75C9ED79B3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F7B25581-67A6-AC1B-7A6E-5F381367024A}"/>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164CF50B-5168-B292-BFCA-F73B01C38469}"/>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10E05C2E-D53C-E4DD-4F5C-87BFAFFF0CC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88AA4FE6-2174-4C5A-ECF3-288ECC96ED81}"/>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C71D4903-B17E-687D-2FDB-D5D81ADFD9A8}"/>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0E11B0DB-A292-8AEE-35CF-8CCE28DDBBA6}"/>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251B315D-F9B4-37D6-F899-9989F1DB3130}"/>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84359DFF-8F39-CF1B-DFCE-CB5C5B23633B}"/>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A9EE0176-23AC-36EB-7A31-48B6AD71AAB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B394C8DE-5F36-40E4-0B7E-352B4B054C3B}"/>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AD34E86B-22A7-F3EE-B0E8-84D7FA39D648}"/>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AF48C307-10D9-813D-7CBD-EB4BD5430102}"/>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1500117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D7249-7CD8-181F-97DA-9C58143FB452}"/>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C106C039-D86B-C739-A0C9-74060417BB6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E63B8545-055E-D9FC-87AC-F561BDA0F5D9}"/>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E44CF1D1-629F-E786-7B3F-E409D33FB39E}"/>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49086369-BB6A-80E5-73F9-7C8684361A7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16E41CE5-E243-EE52-CAF7-94E3DE9657DF}"/>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6B12C0FC-2035-A2CC-1E97-ECCCE9F111E0}"/>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75D51E35-5156-27BC-7EEE-D5E1C45259D2}"/>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7FEB8081-B85E-9618-2144-D1270168990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5F404F77-0BEE-7B00-7DB4-B33DB6FD49C3}"/>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F86742C7-3177-E60C-B3E8-54E7CA4DCB1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394C8F9-AA99-7E50-9761-2186AB781E26}"/>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1EFF8E2-43D9-B423-57A3-2E26A35E0B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C659AE2E-B140-BB0D-74AD-73649C77FB86}"/>
              </a:ext>
            </a:extLst>
          </p:cNvPr>
          <p:cNvSpPr txBox="1"/>
          <p:nvPr/>
        </p:nvSpPr>
        <p:spPr>
          <a:xfrm>
            <a:off x="274319" y="1737360"/>
            <a:ext cx="3284761" cy="164592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unifies a variety of data sources (e.g. git logs, mailing lists) in a consistent object-oriented graph structure 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7E972990-0CE2-307C-711B-D103205D1B5F}"/>
              </a:ext>
            </a:extLst>
          </p:cNvPr>
          <p:cNvSpPr txBox="1"/>
          <p:nvPr/>
        </p:nvSpPr>
        <p:spPr>
          <a:xfrm>
            <a:off x="4937760" y="1463040"/>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9B4CE97C-781B-4928-BBA2-B2708CA18715}"/>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58E59ACD-92FE-3380-A367-F91BBB45ECB4}"/>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272C77CC-B318-84C9-4ECD-EB0339EB2566}"/>
              </a:ext>
            </a:extLst>
          </p:cNvPr>
          <p:cNvSpPr txBox="1"/>
          <p:nvPr/>
        </p:nvSpPr>
        <p:spPr>
          <a:xfrm>
            <a:off x="274320" y="7498080"/>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1" name="Manipulate Variables">
            <a:extLst>
              <a:ext uri="{FF2B5EF4-FFF2-40B4-BE49-F238E27FC236}">
                <a16:creationId xmlns:a16="http://schemas.microsoft.com/office/drawing/2014/main" id="{53E8CE0D-781D-D8D6-4673-9883C459EC9C}"/>
              </a:ext>
            </a:extLst>
          </p:cNvPr>
          <p:cNvSpPr txBox="1"/>
          <p:nvPr/>
        </p:nvSpPr>
        <p:spPr>
          <a:xfrm>
            <a:off x="9875520" y="8321040"/>
            <a:ext cx="30857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6" name="TextBox 425">
            <a:extLst>
              <a:ext uri="{FF2B5EF4-FFF2-40B4-BE49-F238E27FC236}">
                <a16:creationId xmlns:a16="http://schemas.microsoft.com/office/drawing/2014/main" id="{9D28FC07-6662-0C73-4471-9AF8139F77EA}"/>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6" name="Manipulate Variables">
            <a:extLst>
              <a:ext uri="{FF2B5EF4-FFF2-40B4-BE49-F238E27FC236}">
                <a16:creationId xmlns:a16="http://schemas.microsoft.com/office/drawing/2014/main" id="{D879DD52-1AEE-A08F-327F-8F83EEC90394}"/>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22AB5A13-F37D-91B0-2EEE-798435C4D5AC}"/>
              </a:ext>
            </a:extLst>
          </p:cNvPr>
          <p:cNvSpPr txBox="1"/>
          <p:nvPr/>
        </p:nvSpPr>
        <p:spPr>
          <a:xfrm>
            <a:off x="9875520" y="3566160"/>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7985F5F1-764B-F15F-9B2B-4E400D70C8F1}"/>
              </a:ext>
            </a:extLst>
          </p:cNvPr>
          <p:cNvSpPr txBox="1"/>
          <p:nvPr/>
        </p:nvSpPr>
        <p:spPr>
          <a:xfrm>
            <a:off x="274320" y="5303520"/>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BCBC272B-DA73-2D39-53AA-207EB8A67D16}"/>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4A0F8DC-A1E3-7934-CB88-D39B414FAD49}"/>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7CC740F9-90AF-54F9-09D8-FE81B442E55B}"/>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B348B8C-458C-BCF0-3A65-CFD47E6942B8}"/>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B061CF05-0C83-4722-21CE-8BBA33CAA22C}"/>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8D36FB61-6071-B1C3-39F4-E32F4C74AAB3}"/>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D0A035DC-D3FB-8888-354C-73F07964BE7F}"/>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D5A35E9D-32B2-7BD9-880E-E198CEA5F9C7}"/>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A4E5953A-CB23-989B-B9C5-0D75F6B466C4}"/>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D170E770-D604-1C6F-04A7-F6953A54900C}"/>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DD030D54-FB93-5308-3574-A837C3F9DC6E}"/>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3F982FCE-9C93-F6BE-E47F-EFF97C4DD05E}"/>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A6786C19-CCDA-981D-8B2F-4F0C329FFC53}"/>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8D53A4C3-9BFE-2715-9ACD-6DE0AF6139EB}"/>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984960FF-D1FE-5EFB-EE47-86F3C05F955B}"/>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300E0169-8B90-18A6-D83D-9CD2CA32097C}"/>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EC8FD989-7FBE-C800-70D8-FB876D26DB35}"/>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176019BF-E16D-D32B-3095-93C2EA369306}"/>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F8385324-28EC-96B3-1800-C88CD894E73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42D44015-1EF1-7508-C9A0-FB2036A42287}"/>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F9879A5B-26B7-3E23-D5D4-FAB3C9910907}"/>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C54352AB-A235-5F49-9713-DE3E8F215C45}"/>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3DD038D8-36B8-0334-4AC0-9BC961CC6BCD}"/>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B3668BFB-9856-3394-BFAA-7ED018E2B3CE}"/>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1967A772-1364-4F20-1708-C11901A84BD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4B493A82-CE07-E88E-A926-E0F7835FBBB4}"/>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BB1C8788-1CB7-5FC7-A5CC-1964BE126C5E}"/>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9298D3B4-6BBC-5958-118A-ACB1B1C63988}"/>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A2C22544-311A-6017-B621-60ACE68AA39F}"/>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3ECB518-1A73-02B8-B33F-44E3C41B142F}"/>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C6C5F94-CD35-D46D-E21D-7D0BD874683A}"/>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321FB714-95B1-D436-4C84-C53AFA568502}"/>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D0F7E2ED-2CB2-DEDE-2603-1C541E84116F}"/>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03567B94-D458-7EFA-DF05-6D34848D4ED7}"/>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01073FAE-3662-A64F-B205-20A2855A1D52}"/>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D9C0FFCA-165B-6F41-EAB8-B2E403445144}"/>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798A49CE-009A-CDD1-9647-7E90C7C3B912}"/>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A43C4A15-5636-5E26-D33B-45C80FDCB8DD}"/>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C58D1B5-E2B2-235C-DC96-EE4DE0229DB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3813B3DF-5A9E-9A55-4B38-13EBC7B9D194}"/>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27B534-63C8-76AE-D37F-900A47C62090}"/>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CD731C43-9552-4555-EA4E-D9CD7AEC13B1}"/>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C4B0F2A0-BA79-17DA-10EB-856ED09EA2EE}"/>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B6F091D-154B-A49E-0E5C-AA290DC94745}"/>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7DE536D-DF37-150F-3F3A-DB610819840A}"/>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98A8D1F6-B107-4E8D-A527-A1ACC911603D}"/>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667CC837-D5D1-371C-A2BB-2203118628C8}"/>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E39FB98-BF4C-0C74-4AFD-2EB14F17CC97}"/>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E457B2D9-7534-30EE-FA44-63DB0290B070}"/>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733A053B-CCF2-DC00-19D6-3F9E45222FA2}"/>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F347D23F-4513-55AC-1641-EADDD18B2258}"/>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A516E13B-D833-DE80-6C31-1B81518B105C}"/>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EC0C1D05-AEA5-A994-9BD6-F0F20D8963E2}"/>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15DF3676-164F-2522-89FF-C58ED22F49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8F35CBE8-61FA-8227-B2E6-F8A7F7738A5B}"/>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F8672001-2831-8A86-EF4E-9E7A222685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02EA9131-9923-C2DF-DFA7-932956B54B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F577BBB-4FF5-CC5E-4593-299504785617}"/>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4B528D97-58E6-5EFB-D98F-CC04FFCD0446}"/>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DFEA282C-E1A3-C48A-FE37-F6EADBBEF9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EC370BF0-A70B-7964-848F-72BA0B0C8C00}"/>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860E2857-50F7-8559-76F5-F23EF3C55DEE}"/>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32DA5A51-60F3-E64E-FDBD-3DEC51A48286}"/>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98104823-AE08-AFFE-8E65-94BA40FE17F4}"/>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9D019A9A-B369-866B-865C-D1D24EC2B0BE}"/>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FA640A4D-A45E-5213-747B-C00531ABAA1D}"/>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B401A26A-F4AB-4B4F-163E-0E823EC83CFE}"/>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D70FC2F-97D2-8FFD-5B59-EACC320D757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8AF56861-2EEA-DAB8-1F53-6B64419F61A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173FFCCF-C578-1F07-EADC-35CDA7E64EE5}"/>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58B932A7-9A6A-F8A8-31DE-D5CD4E33B7C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0EFA0D7C-17FA-B749-BD71-FB9980814AD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6C98E341-BF5E-F586-F686-A4F90895D9D2}"/>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96235AA-10AF-1ABC-1223-F5763B0A9E4F}"/>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76459A58-22E8-23AC-548B-4B6920C59B11}"/>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B24F3B65-570E-3D6A-6724-B6F68D5B914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F5B42C2A-256F-C543-EB2D-F1224BC487A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AF443232-5E64-163F-DA3E-AA9885F7AC5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D65DC050-4669-277D-1D44-2511DD9E5839}"/>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D92D06A-B5EF-D5C2-8E0A-E89EB47A667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9FF58EC0-4958-D2B0-D605-27301345ABDC}"/>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DD792EDF-44E9-F45E-25A9-B31A7FED4E6C}"/>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9489DEA1-23FA-6AA2-919F-E8935B9F1D1E}"/>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1512F063-FE2E-7A4E-016F-32CE5BA491F3}"/>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7B834C04-A9F7-6F3F-DD5A-D6D19E408819}"/>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FD6FB428-5446-9C23-2257-309FCDF35964}"/>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1A719FEC-3922-22B0-8531-A4559F75CB96}"/>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DD294C07-789F-CCB5-6AA0-9B745D6C3A4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ABD2D1B-F499-877E-ECF6-5E2F230C5883}"/>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829AD2F-3478-4234-FEA1-A6DA03D2228F}"/>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6F438BEC-4ACA-0830-BA9F-F484C825311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8DE09DB5-7FB7-7A75-DCDC-44B31DB23BD5}"/>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FE8F7D73-7ED4-20DB-F1E1-814B32BC31FA}"/>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13022B1-3CB3-94BA-D245-2BD289A616BA}"/>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78D24E65-1882-B0CC-CCC7-80B511041CC2}"/>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7DAF0051-EAC7-C8FF-4E80-F008A0C3ADAA}"/>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A6E17224-1EA5-84E1-A466-E58644DD216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8641E711-498C-4B02-5EDD-6501935A3342}"/>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3269EBC2-2640-5729-5893-5FE701DBFF1C}"/>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361530A-D0BE-D4F7-634E-B610DDF0E6E7}"/>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9D8A8D3C-1B9A-075B-332F-36DA1BA7B34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72B03CDD-5ECE-D5ED-B926-D8B075E504F2}"/>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99B832EB-9C98-3BEF-36C9-86EC01588D5F}"/>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BCEBB8EB-E4CC-DBC6-3A50-F616C58D546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4AE01AFB-0076-EF64-8B4B-9DEB756723F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8DC98EB5-FB1E-02F1-CE22-4E9DC085A45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DD0884D1-7AEF-44BA-0446-2B795FBFCFB0}"/>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23025CA5-C763-AD9C-61E5-FCB77A12EB6F}"/>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E95D26B8-1617-0375-F8A3-793CD1CFE5D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85D7F6EE-EDE0-9254-BF07-5368B470769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7A8E75B0-900A-C0F0-1869-A6A5F1E8F00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9BE1311F-3A89-BC78-A776-4C7088BFCA4A}"/>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F0FA2D53-EE50-9087-948F-CAF8C54CD3A6}"/>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EEB4F9B-47BE-9EB5-B980-B8FC493B1F2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428F2B2B-5597-455E-D22D-2850032B4F86}"/>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E858411-870B-42E6-4B99-DF11CE0EE160}"/>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A22A4808-2BD4-5DE7-8468-E304EA182CB5}"/>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7254689-02A5-7E95-DC7C-053729B9258A}"/>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E0E3E7CD-A336-D4BC-AD86-D1776FD14834}"/>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D9E49476-8ABB-BACE-C3DE-6660484951B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616E1DF8-43AD-10DB-A1F0-1E1909F18D28}"/>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1E5E8107-588D-4103-2B5F-BE28FE5188B5}"/>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3009FA16-6072-C0C4-DC30-F438C9A09BDB}"/>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B473D4CF-E5DF-CE13-5599-F910012DEE04}"/>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B720CF62-C4EF-8B1A-4512-073291D958C9}"/>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E8BD0E36-CBD2-AC46-BA32-0C1A672E7957}"/>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C005A0F0-35B1-EC87-EBED-65B3EE22FE71}"/>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2019C680-8B48-1B4F-B55A-643ECFEBDD24}"/>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7594979-F367-02EA-B018-69EACAFC8C57}"/>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24F7CE81-C763-E68E-0EA3-EB9569D9BBBC}"/>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81C194A8-4D75-13A4-A407-9E2AEE7A02CC}"/>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B3C1D15A-40D6-8861-2463-80804E82E9DA}"/>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CE1D35C8-334E-AA76-C808-CFBFB7A553B9}"/>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075C691C-8675-2CA0-9D8B-8D5DDE8AE4B9}"/>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7F340BE6-E03C-8728-7E4E-D7BFABF395C5}"/>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7988625F-54A3-2FBE-F469-81E2796AFDBE}"/>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976A9970-42A2-2327-0C3A-009FC897F3FF}"/>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7172A778-92E9-AE58-6A48-04FC3CFAB7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617CF777-D3AA-FD9A-1D93-A99017CA1938}"/>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6A5DB938-9F19-AA2E-AD46-87A7110CB33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5F340E1B-147E-AFD5-5E99-ECB708FCA74D}"/>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7C456956-3923-817F-FA38-1B9B9F8F7B7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2E5ADFD2-D2FF-0C56-09CA-B97DF86B21E8}"/>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D0DF193-7C29-F62E-5B92-EDD272FEB170}"/>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BB7FBE0A-1D72-756E-8B72-71E4F6AB30E7}"/>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A1F27503-8F26-FF60-50EC-620E0D341563}"/>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B95FF028-6397-B764-57C5-D9761F5D08CD}"/>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B369F479-86BC-C6D3-888B-FC3DDCBC719F}"/>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4404984A-05A3-7A62-BDA8-506A60239237}"/>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DECF83B2-0052-EB16-2136-7E9491F4600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3DB61701-2408-BDB7-13D9-68F31526161E}"/>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6CA29E77-5C4A-585A-C7B5-B5DAF083D19B}"/>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5EC15FDA-FA07-C569-0480-8BBECBC1C660}"/>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EE4175F7-470E-035E-A727-C5E84FBD6BA4}"/>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63E692E7-650C-2389-5BD2-E1FE899C2A3F}"/>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E3E8D5FB-4A29-7F0C-3076-373D3DCC9AA6}"/>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5D0F40D7-F210-A2B8-2B12-0040961C5376}"/>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DC7F0C2B-196A-993C-482A-9B35D18E1625}"/>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099C68E7-18FD-9E3D-666F-DE0167FD619F}"/>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930A6259-9E8E-5307-0E0C-70C67BF52BDE}"/>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97DF535B-15BA-7E75-3C6B-A7E3586400F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2314953E-F5DD-B744-B576-7C44A3F1DCA8}"/>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75880A9E-8863-52D6-F57D-4175CB561113}"/>
              </a:ext>
            </a:extLst>
          </p:cNvPr>
          <p:cNvSpPr txBox="1"/>
          <p:nvPr/>
        </p:nvSpPr>
        <p:spPr>
          <a:xfrm>
            <a:off x="274320" y="347472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E66962D8-88C2-CFC6-DB2B-3B2BA54352D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B6215238-AB91-8A2E-C113-394DD79DB273}"/>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9CD81567-0450-35C4-EBD0-309381404458}"/>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36AB474D-5D49-C9EE-F2D6-8B086EFCB692}"/>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7166FBA0-C8AB-A991-777C-F05D8E4308B2}"/>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342093FB-FDC5-35F8-39AF-609C5FA3D4D1}"/>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1CC31C33-2E83-1532-E9AF-F3ADD59EB1B5}"/>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8CA455C3-5EB0-2FED-7987-EEC6E01335C6}"/>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AF2E714B-9B16-8F21-9032-56ABC033CB2A}"/>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6F830F82-E8E5-E584-A9B4-71DD6660EE0B}"/>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032D1561-1806-6A99-859F-BE0A89C94828}"/>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4F796300-1CF8-C6E5-78C4-5B63F97DC303}"/>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432D9B35-D567-39A7-2CA0-EF394F455FE4}"/>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8A14FBFD-9B66-C3FA-CFFB-57ABEF224508}"/>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B2FFC30C-415D-348B-07B3-1CBEEC794F4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802122B9-96C2-FC89-BBA2-98A687654A4C}"/>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D7EC9750-C59B-7AD5-3612-C79C5EEF344E}"/>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EC209A30-B523-EB85-5227-59BF1259B074}"/>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76269B29-E2BF-74CB-1951-7B3BE3618E4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93DDFAAA-4DBF-2B7E-ADEB-9088240914D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7FF5F97-EDDE-B83C-2683-2B3F1DE96B2F}"/>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DB0317A3-4A19-3881-F0FB-1DB1EC62D74B}"/>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4F3DBF55-840F-093F-B36E-7C518E5CF1B5}"/>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C08953D7-CB97-BFB6-52E8-CAA4400F993B}"/>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D8D6655A-CBE0-9234-15C1-9D2A7D83AFE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6CEA48E1-C9F0-EB22-37CA-D2919299BEB7}"/>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1CFC529F-0390-01E0-FF40-62FD649FAA76}"/>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AE697022-9384-1677-8A0B-198043E7C4F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E1FE7640-BCB9-0C90-B969-ABD0B050FAD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FF1947CB-A8C3-1B91-9443-CEBEC0B9A8A6}"/>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7631932D-E46E-D8AA-2B01-13DA96E8D9BD}"/>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151B5E9D-793D-B030-CC47-81F0E6D880A9}"/>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B2BAA1FB-C8A6-482E-9C87-BBD9B87EB3B0}"/>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DF6FAEA6-5007-6DEF-7E11-56E60C62977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FA494BE0-D8C8-21B9-2A0E-7E7BD8A5B4D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B2F85676-96F1-6C9F-4CD4-002406AB799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B64412B2-933A-BF3D-0462-0B0C94A17F42}"/>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32050DC4-5583-8594-538A-9EB7C4F7A8D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BE30CD35-9AFA-FF16-0282-3B17CD9B568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D5C397DB-A1FD-1BBE-1A00-F873721B4CA3}"/>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9AB220B1-5A2B-C65D-4379-02784990B14A}"/>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04510B5-B398-8B84-DC4E-62D83092F7A7}"/>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F96C9A3-D458-8B7A-022D-54E545FDFDCD}"/>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A3078EE6-0CE1-52D6-2E2B-ECE853A8DF99}"/>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8FF57338-3F15-5D22-C355-AC45D7F2E0B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F69F4DD3-5024-D2ED-D6BB-A6C1BFF48D74}"/>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6C0258E6-C53C-A7E5-43D9-D8C96B229C39}"/>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47A1D0F-8B7E-96CB-471E-DB918A101B05}"/>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74231198-AA44-0CDD-C006-26AD493C03D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82C46BB6-11FE-5971-E399-D5FDEDF12F0C}"/>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67553104-70CE-CA62-B1E8-0966F88C9A70}"/>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C8A73838-1607-232E-B770-AAAD22072E85}"/>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FCACF845-1827-BBAE-AB56-76F13806173E}"/>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814AC6FD-D526-0BBD-663C-0A22A96B3577}"/>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69CB0D2F-62F8-1355-581B-FB68506358C1}"/>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C0F96CDB-3185-E305-313D-D8CB522D96A1}"/>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9E1BA2C7-E9E5-46E1-1582-000A050F833F}"/>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DF5CF161-C06B-3F0B-92FD-A84311CF252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FB15FB0F-45B6-DDBF-C0E3-D36620AE14E1}"/>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C22EEFBF-39E6-F0DA-C748-7E532E604DE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5619821D-731E-A570-CA79-114317653C92}"/>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49401E4C-3BB9-9822-822E-9A9403DC5DFE}"/>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01DE7E93-E330-67C1-F247-08C7C044D471}"/>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B4859A02-20B6-B33F-3A37-17231D9990E5}"/>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6DC3985B-2F5C-923D-34B3-3E582A8AFAFD}"/>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39691DCF-BF9A-C532-8F96-AA86F5FA56F9}"/>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3AF6D1B5-10E7-538A-20D8-09C99563828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57428B5B-92F7-F410-3442-502705E8D1D0}"/>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963FA5A9-B1FA-49BD-B627-FF3D1B485ECD}"/>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AF7FA83D-2ABD-AC43-7716-8514F4F4D679}"/>
              </a:ext>
            </a:extLst>
          </p:cNvPr>
          <p:cNvSpPr txBox="1"/>
          <p:nvPr/>
        </p:nvSpPr>
        <p:spPr>
          <a:xfrm>
            <a:off x="274319" y="3699618"/>
            <a:ext cx="3291840" cy="1561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9CA56B2A-D1B1-16A4-38EC-DF1E091DB524}"/>
              </a:ext>
            </a:extLst>
          </p:cNvPr>
          <p:cNvSpPr txBox="1"/>
          <p:nvPr/>
        </p:nvSpPr>
        <p:spPr>
          <a:xfrm>
            <a:off x="274320" y="5493289"/>
            <a:ext cx="3291840" cy="1997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6B0406FD-75DD-3E77-96DE-C942B7C8EFA2}"/>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Tree>
    <p:extLst>
      <p:ext uri="{BB962C8B-B14F-4D97-AF65-F5344CB8AC3E}">
        <p14:creationId xmlns:p14="http://schemas.microsoft.com/office/powerpoint/2010/main" val="168983181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75CB-94B8-D94D-4792-670E2E4F1E3D}"/>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CB52EFD3-14B3-CC6B-3593-435986ECCE54}"/>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00175A15-8CCF-2D74-A709-B7D5E49F1DD2}"/>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92715091-098C-BA22-1EF1-6A8A3B3B7001}"/>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FB00A6E2-6F18-1C4F-E0CF-D0C2F298C719}"/>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B77E5AED-F21D-F3C8-54E5-14C8DAA2492C}"/>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A6A38651-6143-58E0-A426-291742B7F63E}"/>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D412143F-8C0B-8E9F-6A3D-7E14A3B531CE}"/>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C11ACDA3-A330-A7FC-35FF-39E6F1C972A8}"/>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7AF3A487-ABDE-7E86-C609-05D77F192B61}"/>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6B65408F-2C85-7530-C56E-E5ABBD2AA71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4453C3E4-42A9-B61F-8214-74E6D6EF2559}"/>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BA9E0E7-A9EB-DFF3-2296-C97A3DD379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F2FF23E-9199-57EA-026B-924449FE61BB}"/>
              </a:ext>
            </a:extLst>
          </p:cNvPr>
          <p:cNvSpPr txBox="1"/>
          <p:nvPr/>
        </p:nvSpPr>
        <p:spPr>
          <a:xfrm>
            <a:off x="274319" y="1661397"/>
            <a:ext cx="3284761" cy="179784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Kaiaulu’s graph module unifies a variety of data sources (e.g. git logs, mailing lists) in a consistent object-oriented structure 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D8B9ADEC-CA83-2673-D6C2-A2E2EE9D874C}"/>
              </a:ext>
            </a:extLst>
          </p:cNvPr>
          <p:cNvSpPr txBox="1"/>
          <p:nvPr/>
        </p:nvSpPr>
        <p:spPr>
          <a:xfrm>
            <a:off x="4937760" y="1463040"/>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E8C57EA0-3E21-7D0A-382E-548B3351106F}"/>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D62725E0-088E-28DD-C11C-92446A1680A3}"/>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2F9498C8-3307-19D4-3FFB-BEE8A00DCD6C}"/>
              </a:ext>
            </a:extLst>
          </p:cNvPr>
          <p:cNvSpPr txBox="1"/>
          <p:nvPr/>
        </p:nvSpPr>
        <p:spPr>
          <a:xfrm>
            <a:off x="274320" y="7498080"/>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1" name="Manipulate Variables">
            <a:extLst>
              <a:ext uri="{FF2B5EF4-FFF2-40B4-BE49-F238E27FC236}">
                <a16:creationId xmlns:a16="http://schemas.microsoft.com/office/drawing/2014/main" id="{FA72E449-20FE-F250-AC94-A5497D4C26C8}"/>
              </a:ext>
            </a:extLst>
          </p:cNvPr>
          <p:cNvSpPr txBox="1"/>
          <p:nvPr/>
        </p:nvSpPr>
        <p:spPr>
          <a:xfrm>
            <a:off x="9875520" y="8321040"/>
            <a:ext cx="30857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6" name="TextBox 425">
            <a:extLst>
              <a:ext uri="{FF2B5EF4-FFF2-40B4-BE49-F238E27FC236}">
                <a16:creationId xmlns:a16="http://schemas.microsoft.com/office/drawing/2014/main" id="{2DDA2A86-B769-8136-86EB-0CFF91555CF0}"/>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6" name="Manipulate Variables">
            <a:extLst>
              <a:ext uri="{FF2B5EF4-FFF2-40B4-BE49-F238E27FC236}">
                <a16:creationId xmlns:a16="http://schemas.microsoft.com/office/drawing/2014/main" id="{D9CD50D7-683A-4B82-527A-E84ACEE9860B}"/>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BC8E8649-E6DB-14B3-DA18-C77D4490374E}"/>
              </a:ext>
            </a:extLst>
          </p:cNvPr>
          <p:cNvSpPr txBox="1"/>
          <p:nvPr/>
        </p:nvSpPr>
        <p:spPr>
          <a:xfrm>
            <a:off x="9875520" y="3566160"/>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A19A1B5F-591A-91BC-4C56-1DDE109EAE59}"/>
              </a:ext>
            </a:extLst>
          </p:cNvPr>
          <p:cNvSpPr txBox="1"/>
          <p:nvPr/>
        </p:nvSpPr>
        <p:spPr>
          <a:xfrm>
            <a:off x="274320" y="5303520"/>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AF3DD7FE-1D2F-33B5-E486-E1B17606F920}"/>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D1D414F4-2453-F882-726F-688250CFFF9A}"/>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28BABB3F-6289-4947-355B-11FACA129A9F}"/>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0200B923-6526-C1CE-2C0F-F6780D010CD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80549F22-C576-CE4B-6B43-EE1415571467}"/>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0A03372-F9AA-C143-683A-50A494BF4E40}"/>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C5B6B6B3-1724-C4E3-F556-B6638BB6B045}"/>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FB274E5C-CB04-01A8-7291-478E2339A03D}"/>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2B75F399-E6BD-188B-D1CF-DA94F4036679}"/>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4984491A-3B0F-ACE7-ACB1-12C07CD18F64}"/>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EA2A6675-A6AB-2DDD-5306-9FEC7C1832B1}"/>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EC4BE474-4748-C40A-D243-5524DE72567D}"/>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F393AAC1-8A2A-EB02-85F5-4649C860AD20}"/>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37E909D-0552-42B4-5BFF-94A2D0F8C845}"/>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61219249-2FE5-B5E7-67FD-1168E0FA6B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BCC98B69-E71E-3A59-E315-316CF74D54E4}"/>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D7DD295-D18B-C0B1-2AD5-E92A6269F805}"/>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DF0166E3-DC77-EE43-5C87-4729A9DEC195}"/>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E80EA9F3-EB5A-FABF-7BCC-D90277EA9667}"/>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A4765164-3EBA-A2E9-99AF-0948E2E6C047}"/>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E470307F-E4DC-0A0B-D435-D0583ED9736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F151BA6A-5472-0BBA-D6EF-58DD7E93780D}"/>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8992B35-3DB8-67D2-EF54-D3870FEEF159}"/>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5CA12ED4-93AA-D484-E913-58ACC82C520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29CD0455-185F-85BF-15B2-B4C272B00F7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51F1E688-0C60-D9CD-0DF6-8D9E42998C31}"/>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E8A58B43-A20B-9CC5-2E85-727E5F968C50}"/>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028E7661-C1F4-DD67-E2D8-E791C630BD9B}"/>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5A9603ED-0430-5A73-102B-59FEE01D440F}"/>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DB93B45A-97CE-9420-D7A9-3667E766F9A7}"/>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405D54C8-7CC3-4785-5D12-EB75C124A4EB}"/>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8960A3E4-F4FE-EA03-DEC0-5D24B0F2F92F}"/>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CDCA0B84-7406-8516-8C99-C39B4A31E22B}"/>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09A9323-A0A4-2652-2A4B-6452DD09C6B5}"/>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560443F5-D97F-01D4-9B7C-8BEB7893A29D}"/>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092EA975-ED3D-7E48-902F-79BB92F85803}"/>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3618EA37-1B63-8750-0B9C-D546F5203037}"/>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5AF6ED1B-64EF-DBB0-4CD7-24FD35C5D3E4}"/>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B26A54D6-C67D-A516-B50B-45E1D19C395B}"/>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23D74E42-9647-E967-4CB1-9900307BB643}"/>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820DCFC4-4B0B-7C85-5261-C0F3FCC809B8}"/>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840C78C3-BF45-1E85-9F7F-7AF1E94FEE83}"/>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C72B216-2C2A-8A3A-9ED9-9A0B05AE0201}"/>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A5DED4B-4189-56D3-DC8E-72352E7685CA}"/>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F5E8FA9-A28C-EDBB-2B05-6360A9026A3D}"/>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8D301A68-A8DC-0FC2-AC3D-5C827A11A737}"/>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8F61631B-6E83-CBBB-E0FF-614D73D25E12}"/>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8AC75B14-67B7-C3EC-AEE8-F3B232E889CF}"/>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8A6C3249-EAAC-0B4B-28AB-5C383679AE67}"/>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D64A28F2-A7C2-FD87-85BB-1A25888CB68A}"/>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FE95B880-9A32-8FBF-6758-27E11486E7A2}"/>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3180637-F841-743C-7CFD-8900EB4C00B1}"/>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BEC8F253-EF3D-5F70-942B-A924D6D3FBCE}"/>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F6F40F79-F5FF-D252-BA00-5AD33F288C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F0B25E12-DDAA-2358-A945-D1DA0D285BB2}"/>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867B23D2-8558-ADBB-B70D-4E913E13BE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4AF09060-F7F0-B014-6A0E-05A5B311C4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77FF68D-CC2C-66BF-4A13-1F3F6F186A5E}"/>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2047A232-AAB4-0B8C-F957-85BAAE0CB95E}"/>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A28FEFAB-BFE5-EBA2-FD89-B56A6BDF15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393CD5AF-5531-C212-2C2A-760A5CA39117}"/>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53FB9CC4-BC7C-EA7A-793E-2CAA6A6E5691}"/>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789A2292-A200-37D1-6329-42432E90E5BB}"/>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BAAA4A15-A2CA-FA39-3B35-D308773C9432}"/>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2CB44C32-FB87-514F-8C4C-92D7CBF7BE73}"/>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661C4011-770F-71C2-2390-B3AA185EB8A8}"/>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BD4A2FAF-9962-0C53-F1AC-D787A43E9BC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ECBCB881-C131-D11A-EC5E-246C2A06EC45}"/>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DB71C440-092A-5014-8D84-19A26DEF86B1}"/>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4CFE16C5-9B9F-2318-2761-3F1A675D36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E5F92F66-6487-DB57-0F5C-3D9E99BEE16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96EEE50A-3E4F-577D-74E0-1F4913DAA82B}"/>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F17AC113-56C2-966E-EC77-735729C14ADA}"/>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479B0C9-F7D3-D0D9-51C8-B2557547F5F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F0C52D15-1BC3-75C9-B5CF-94F358FA2ED0}"/>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03E587DD-251E-F6D6-9F46-0D6119148C53}"/>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9C670EA1-0FE4-B5E1-269A-1E357F22C47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C7AE135B-C7D7-43BE-151D-201FD73D8AB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C4DCC4CA-40F6-D06D-37C3-429A433E3AA9}"/>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453CC3B7-D5EC-FB52-2AAE-0B420A6C7BC0}"/>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9A3C6B66-64A2-CECC-95DC-5945BEE992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BC7C9399-BCB7-DDAD-9F9A-B6FEC8FCBBE9}"/>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099429B7-B63D-529A-66EB-2538DA97703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DCC97C2A-00DA-5250-53FE-C2BD40894DD2}"/>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03C08D8-16F0-7223-FA32-FE9019729A0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797072A7-008F-A19D-3DE8-94F9EA617731}"/>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875D63F-2413-F4B0-C86C-A901F2A0813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B175E5A3-FED9-65A8-C4C4-3C1364C25F81}"/>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D043103-4ECA-E768-51E6-1BB4CAFB39BC}"/>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D1DE24CE-F4CB-2EB8-A84E-4A832D501AC3}"/>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40B6B233-3568-1180-83B6-158BCCA62E9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B3840EAB-E1F0-6604-A335-5A5A97534815}"/>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7C0D42F6-3FFD-AD69-A622-397C13F6FE12}"/>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05C801D-0727-5AE5-0BFB-5B93D24D217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4C229871-C930-BA17-D80A-34281E58A2A0}"/>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5A849896-A74D-F6B8-2F37-5FBCA78B1A61}"/>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1B3FC94-25B5-4CAF-02DD-8AD60AC024E4}"/>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D4969438-DC1E-F5BF-6FE8-4A21E88911F8}"/>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403C421-B182-6172-3D82-780F4F2785F5}"/>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EEAEDDC-EB76-8569-65BE-9960D90ECC25}"/>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CF85D9F7-130D-B90E-9EE7-6976F77917F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E2CB464-2281-B225-64D0-C469A22133B2}"/>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FD69479A-ECA1-68A1-0E63-98FD1FCCC80F}"/>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1812DE6-62E3-FFEA-3C06-17F04C68A8A7}"/>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2C54D3CB-8BB2-0418-CE8E-05108AE684A0}"/>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03433D60-A844-D0DA-02F2-32CE35D84614}"/>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0D9A1D7B-2842-EAF9-8DEC-EE8A858A3820}"/>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5A3E5A1A-7940-DCE8-0C76-330F87E9065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3A903ADA-2E57-66BB-3FB0-6F39C9EDEA8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008DB1EC-DB0A-1165-5F67-DF95D28E019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E48E85F0-E3B5-37F3-922B-FA5266C4F3B1}"/>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37E5B600-7C90-F4DC-A620-C79FAA4B71AB}"/>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1E10D562-6848-21DC-5407-0E16600FE279}"/>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582FE6D4-4078-0FFA-6485-5A15D047E60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C45A999E-CD30-9AA1-C0D0-014564F53989}"/>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19601A04-2B4D-1A9F-DDB5-6490DD97E79E}"/>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EF8C878C-0B0A-E2E0-2BCD-ABA9714E1E3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547EBDF-504C-4CE7-3B7C-023E00DCA2CB}"/>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3B3DD9C5-2E62-1D2D-962E-D419A98BE416}"/>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3D2EB38E-2FA4-93C8-DEAD-C7722F3EC67C}"/>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5943D9C0-ABB6-9ECE-864F-6BFB78D411CB}"/>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1745CAF4-EB11-44B7-F35E-BB4B2CB1B018}"/>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C6971447-EA1C-DF30-2E3B-7001597336FD}"/>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E0F13C2B-5528-2A35-735E-7E7BA540E6A3}"/>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1F858A7B-E6EC-8A2E-7A3C-FBBE32957BF2}"/>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DE014F1F-6463-1698-9E10-5003544957CB}"/>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9AFAB3F8-2D91-C349-EA30-B58D867618D4}"/>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2DD1ABBE-4BF1-D15A-7C82-999CD5F50ED4}"/>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3CF8E67E-7C59-E0AA-F574-C7BFE4E46B18}"/>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9ADD1A20-543B-31BD-9181-9961FB737E53}"/>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8B621B07-D6B9-3215-9A91-2C7CAC164A01}"/>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35CECF86-A79A-2E3C-6E26-F760DDD9B8C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969ED485-BA13-011B-4CB1-AE371D451599}"/>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DF8F2C9E-B6D4-F5D1-7963-9DBB091A7672}"/>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C7164743-2C8C-AF71-D123-7BFEA0B444A1}"/>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2C7E87-3770-CD21-EC1D-742408BE7605}"/>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E11CD28C-6871-E901-D47C-0DC835436B7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571F07DB-1937-EEA9-1548-DED38E72C3C0}"/>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6D4C6CF2-7736-9F68-82B6-3EA92D9A6FA5}"/>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F2AFA970-3013-A28D-BDB6-ABC3C176176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2DA2C577-98E7-E4F5-3F8F-B15D992B9754}"/>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7430157-D487-FE37-93B8-21E25D09873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DDB41A31-BF67-4923-E431-7D88EE6EFBC8}"/>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E687FC90-FB9C-384A-641C-AE7550712EC0}"/>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26344311-515B-50B5-7F73-75A484A6646A}"/>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CAA393BD-1369-8166-8EED-A536E3888A87}"/>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0D1323CD-2731-24FB-5641-AD95FC452CAC}"/>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CE10506B-BE0B-7A97-8400-D8EFA370FCD2}"/>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A2F077F2-3EA0-BF5D-1A25-055FF430D953}"/>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D768B278-F553-72D6-2D50-4EB2E78080A6}"/>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84000670-2F6A-BA47-6590-F3F8B0F8C80E}"/>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B7D5DFB1-FA2B-5A7D-26F7-616D3DD1569C}"/>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C4760FB2-CB1D-45F3-7961-F42595D51F2C}"/>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E94B8471-E4D2-15FC-762C-F13CB57BD87A}"/>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3082276C-1511-FD0E-7DAC-4D99E2791D09}"/>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07F93DC9-B015-1FE6-AD23-5629BAAC6B9B}"/>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6C56CD6C-2DB9-B7D0-4DC5-23218D3C075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5F5DBC1C-B109-B239-C093-E3947E684DC5}"/>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0B070A94-484C-1F85-327C-B8522FA6B1DA}"/>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F3A79D4E-052A-881D-C04C-A21FD29931E8}"/>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A882E228-6013-469B-6720-295324934DD7}"/>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C7CF9F48-65E2-784B-F900-CDB9CE9106F8}"/>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FB2BE27B-97CE-9C42-523C-1C79AA5EC17C}"/>
              </a:ext>
            </a:extLst>
          </p:cNvPr>
          <p:cNvSpPr txBox="1"/>
          <p:nvPr/>
        </p:nvSpPr>
        <p:spPr>
          <a:xfrm>
            <a:off x="274320" y="347472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50FD7596-DFBC-AF09-A0D7-DE7222337296}"/>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317BD4D3-2BDD-F486-BB37-C4C8B1B35A28}"/>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FBE9EB6B-0DBF-FEDE-C370-176C677E5D6C}"/>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1852C2A1-04BC-91F2-2529-4ECE638025BE}"/>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64BB1902-84BD-0E31-3105-CD8049B558C3}"/>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4D71BE41-7D5A-5406-24C8-A4C7A47C5CD2}"/>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8027A995-FDDF-0A87-70DC-835E4441C175}"/>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3F37A830-5C8F-6548-1AE9-6BC74F4A2171}"/>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918CA74F-06D5-A3BC-8C96-F695EBE1B6AB}"/>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AE1D04CA-4565-7701-20F7-2236388EAF49}"/>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A500FA4A-CCEA-AD60-ACCF-DCF6E3EB7C8B}"/>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00C71DB0-8351-09C7-A0DF-3DCBFE5A9F9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5088E348-78A6-38A9-8B4A-8E7DA104013D}"/>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04DFAE84-CE06-30CC-E9DE-864CA3A6D37F}"/>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4E10EFFA-2171-A7FD-0BD3-82C4DDA8711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E6DBC591-E7A8-4F93-85F4-D44F5725C457}"/>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BBCC7275-B0AF-E568-1CCE-8B7E583DACA5}"/>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F56AA4A8-9F6D-24EA-E067-ADD0332962F4}"/>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40421267-B2A4-8395-C64C-14BD1EE24BD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00E6FF21-9201-632F-5617-DF2710A5BB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A4ACA83D-3C45-F577-CA1A-76878A78AA4A}"/>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E6A199E4-C323-70D5-4DF0-48DBC5C4C438}"/>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9A5440E2-B3EB-E626-9474-E5CED33B3ADE}"/>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557DF384-9494-A8AD-BBE1-5D47A3076282}"/>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4B367089-88A7-97FD-3F89-95D0932745EF}"/>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F9F320CA-EA95-58E2-30DB-B1594273ED9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C73540F7-E851-A7BA-0190-4D93E3D13AA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9A3717E6-1C4B-E5A3-1E7E-6F0FA51076F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7021E6C8-034E-B05E-749B-057B04DC7D3D}"/>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53BB3D37-908F-B0DB-D982-E0796F9B0DD5}"/>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CFF00200-CEFC-C448-09E7-D6A6351A1DDA}"/>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A7FB777C-400A-3B4E-A5A1-144290FE1C31}"/>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6A5B0B10-A48B-89E4-9C9A-CDBA751DC359}"/>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89FBABE8-271F-B8D8-C6AD-7280022E056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0FC31C3C-BF43-6479-6A2A-BFF847EA96D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B61CE04E-E18B-1212-71F8-B0A4F3992B2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00FDCB4A-B4FC-8619-F9DC-464B2A32FD7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714F82B2-DBBE-09C1-832A-C1578375131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D6E152D1-5E04-331B-AC95-148F51196E8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3547655A-0B68-88D1-9F54-A8045297F5ED}"/>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0E4427F2-DB0D-5446-8279-283A8F085389}"/>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3C9E4E7B-16A8-84A6-5CF2-DE7A7CFF1502}"/>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9758D70-7DE8-DCAC-0962-667BACADE27A}"/>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C4D5E36-559B-E7C0-FEBF-5E2B0F240B06}"/>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8A37B587-540B-3D9A-0378-5EB525585D5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6A7204DD-220C-6AE5-1EC2-36EFB136C86E}"/>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2F6C80D0-1ACD-E8F1-7BCD-B0CB92F8A937}"/>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5398C726-9ED3-049F-78D9-29C6F83065AA}"/>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5670E7A9-AA9C-BF47-11BA-C751A375906A}"/>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F895C011-0749-ED46-FE95-98304511E152}"/>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6F6D821D-7757-CBD7-C733-E017C9CBD354}"/>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0760B263-FCA4-8895-FA7D-F07654B7E48E}"/>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E39CEDDD-E01E-406C-AB4B-0F8BC088BF3F}"/>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D25DAB40-36BA-673A-5010-17AB3001EDAB}"/>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C60F9E9A-45BA-84A0-7AC5-B100F086CA3F}"/>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27F3916-102F-2D3B-F287-6B1607F166B8}"/>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DBBF9DFC-676F-44A2-0275-FD68D3BDAB84}"/>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61C1DDE7-803C-A98D-DC8E-8C02E39DBC8D}"/>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CACF5458-FB36-53C0-DE5E-4111A96C43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367C7319-BB16-52A3-FF62-C1E8E38DD335}"/>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B608ADF9-4FA7-6E29-49CC-063BBF344AB7}"/>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92184AC2-326D-F82D-CF13-5F416E388DB4}"/>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5D655AA9-FDA5-F2A4-8808-C30B43AF68FB}"/>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E5831266-1C7C-81B1-C4DC-1D401E05A4EB}"/>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8FA715C6-B197-1B5F-6FFD-E9B077BB5EB5}"/>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4DD749CD-1E84-7789-A13D-5A60CD628BB8}"/>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31242443-454F-F5B9-B12A-9F6A57D2F134}"/>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973099B0-5943-5508-A469-F9BDAAEFF17E}"/>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4BB3AF93-BC74-C905-2296-2170BD1AC16D}"/>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CE080807-A0B1-E306-8BD4-B661C39F86AD}"/>
              </a:ext>
            </a:extLst>
          </p:cNvPr>
          <p:cNvSpPr txBox="1"/>
          <p:nvPr/>
        </p:nvSpPr>
        <p:spPr>
          <a:xfrm>
            <a:off x="274319" y="3699618"/>
            <a:ext cx="3291840" cy="1561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EEE584CB-EF20-1E9D-F6C6-E89DCCE6FDF7}"/>
              </a:ext>
            </a:extLst>
          </p:cNvPr>
          <p:cNvSpPr txBox="1"/>
          <p:nvPr/>
        </p:nvSpPr>
        <p:spPr>
          <a:xfrm>
            <a:off x="274320" y="5493289"/>
            <a:ext cx="3291840" cy="1997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D9B64059-CABF-AF93-E0DA-58AE0C6FA06F}"/>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Tree>
    <p:extLst>
      <p:ext uri="{BB962C8B-B14F-4D97-AF65-F5344CB8AC3E}">
        <p14:creationId xmlns:p14="http://schemas.microsoft.com/office/powerpoint/2010/main" val="327685962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960BA-5BA0-AF4F-261A-5A97ECE57743}"/>
            </a:ext>
          </a:extLst>
        </p:cNvPr>
        <p:cNvGrpSpPr/>
        <p:nvPr/>
      </p:nvGrpSpPr>
      <p:grpSpPr>
        <a:xfrm>
          <a:off x="0" y="0"/>
          <a:ext cx="0" cy="0"/>
          <a:chOff x="0" y="0"/>
          <a:chExt cx="0" cy="0"/>
        </a:xfrm>
      </p:grpSpPr>
      <p:pic>
        <p:nvPicPr>
          <p:cNvPr id="56" name="Image" descr="Image">
            <a:extLst>
              <a:ext uri="{FF2B5EF4-FFF2-40B4-BE49-F238E27FC236}">
                <a16:creationId xmlns:a16="http://schemas.microsoft.com/office/drawing/2014/main" id="{A2F62703-C143-B799-3593-561228B348A1}"/>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447" name="TextBox 446">
            <a:extLst>
              <a:ext uri="{FF2B5EF4-FFF2-40B4-BE49-F238E27FC236}">
                <a16:creationId xmlns:a16="http://schemas.microsoft.com/office/drawing/2014/main" id="{B85EF6AD-A856-EB07-C50B-10E577548EE9}"/>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F128F195-DB72-50E7-1E97-A9B539A937B2}"/>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DF28AAD1-1D33-61B2-98AB-CC61CB9CFEC6}"/>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42DA7EF8-AC4E-C6CB-9343-C30F15BCE25E}"/>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520C60E1-2663-3EC5-15DF-CEBC07458A14}"/>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E05E5074-A8A1-1C0F-7CBB-E71862B7B6B9}"/>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sp>
        <p:nvSpPr>
          <p:cNvPr id="312" name="Line">
            <a:extLst>
              <a:ext uri="{FF2B5EF4-FFF2-40B4-BE49-F238E27FC236}">
                <a16:creationId xmlns:a16="http://schemas.microsoft.com/office/drawing/2014/main" id="{29E76B25-1FD2-46A2-2E78-AD9205E6C94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5F5ED31A-0A1B-78DE-C2E1-F3E81941C44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B35D9F55-410C-702E-BD81-4E2418BA40C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2EB782C-FFC7-044E-17F9-5B570C801F40}"/>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501" name="TextBox 500">
            <a:extLst>
              <a:ext uri="{FF2B5EF4-FFF2-40B4-BE49-F238E27FC236}">
                <a16:creationId xmlns:a16="http://schemas.microsoft.com/office/drawing/2014/main" id="{E7B7BA2C-7409-C813-C0EE-091C39123808}"/>
              </a:ext>
            </a:extLst>
          </p:cNvPr>
          <p:cNvSpPr txBox="1"/>
          <p:nvPr/>
        </p:nvSpPr>
        <p:spPr>
          <a:xfrm>
            <a:off x="274319" y="1737360"/>
            <a:ext cx="3284761" cy="164592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Kaiaulu’s graph module unifies a variety of data sources (e.g. git logs, mailing lists) in a consistent object-oriented structure 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cxnSp>
        <p:nvCxnSpPr>
          <p:cNvPr id="510" name="Elbow Connector 509">
            <a:extLst>
              <a:ext uri="{FF2B5EF4-FFF2-40B4-BE49-F238E27FC236}">
                <a16:creationId xmlns:a16="http://schemas.microsoft.com/office/drawing/2014/main" id="{D4779BEB-0A33-DF0D-B3B7-D969C5569994}"/>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E5E1ED9C-D5E0-233C-6D96-CF00209C1B79}"/>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7DCEF4F9-EE20-CAC5-6EF5-33D073B7BC00}"/>
              </a:ext>
            </a:extLst>
          </p:cNvPr>
          <p:cNvSpPr txBox="1"/>
          <p:nvPr/>
        </p:nvSpPr>
        <p:spPr>
          <a:xfrm>
            <a:off x="274320" y="7498080"/>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6" name="TextBox 425">
            <a:extLst>
              <a:ext uri="{FF2B5EF4-FFF2-40B4-BE49-F238E27FC236}">
                <a16:creationId xmlns:a16="http://schemas.microsoft.com/office/drawing/2014/main" id="{8B47F1E2-681C-19F7-24A6-86F18ED45FAF}"/>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10" name="Manipulate Variables">
            <a:extLst>
              <a:ext uri="{FF2B5EF4-FFF2-40B4-BE49-F238E27FC236}">
                <a16:creationId xmlns:a16="http://schemas.microsoft.com/office/drawing/2014/main" id="{DB0D10F1-C540-FE1F-662A-B33A51117CDA}"/>
              </a:ext>
            </a:extLst>
          </p:cNvPr>
          <p:cNvSpPr txBox="1"/>
          <p:nvPr/>
        </p:nvSpPr>
        <p:spPr>
          <a:xfrm>
            <a:off x="9875520" y="3566160"/>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04130859-EED8-13E4-2FB9-49C85BEC95EB}"/>
              </a:ext>
            </a:extLst>
          </p:cNvPr>
          <p:cNvSpPr txBox="1"/>
          <p:nvPr/>
        </p:nvSpPr>
        <p:spPr>
          <a:xfrm>
            <a:off x="274320" y="5303520"/>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02B5345F-D81A-8B23-DA3E-CE6AE98B82F5}"/>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5C529D7C-C665-B0CC-CDDD-0CD782B82289}"/>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79272D89-C97A-E6E1-4BFE-31F8CE50D585}"/>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86C73B11-1D70-CCE5-645F-240B4C804000}"/>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4D6EDDB-FABF-BC43-BA4A-E71907C6EFCD}"/>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AA94CE47-ED6F-D0F6-08BE-168AE4CD1D0E}"/>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9DE3156B-EC63-0077-1E74-633201D483C2}"/>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180336F-8BBB-F7CE-1D81-F05CECBB3BFB}"/>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785C31C6-88DA-74A4-C524-74B180435D6E}"/>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CF303448-C23A-9EAA-28D5-5A311D7F4AEB}"/>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1722E6E2-A9F4-D8A3-EF75-64FD7111451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CA540B69-D08D-3F93-69A1-B106A3C9D00E}"/>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3B47B3A9-F5C9-3842-5B22-4EAD8CE93FA0}"/>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58EB9847-94A0-5E8A-3C40-2188B4491888}"/>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6F2F49E2-A70E-0A1E-9EDC-9BB029CEF3E6}"/>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68161072-AE40-FC1F-B9B3-55AF9C1EDB03}"/>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201719F0-C5C6-32D1-4AAF-9802E9685100}"/>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116F1915-ADBB-F832-91FE-2F735B358EF7}"/>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6B7E74DD-361E-6A6E-3BE7-AF3B0E29E781}"/>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FA7E3C09-42DF-D05B-E064-8F7AA1DED54F}"/>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2112FED9-D359-C9AD-F0E5-D13ADA71B4C1}"/>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91A97F52-C0F7-85B3-66AB-2927D90AE511}"/>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FCB91EF3-4C3B-43FD-C9E7-436C04258A90}"/>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11326CF0-262D-AAB8-C7AE-89215AC0A9A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9226557-AD6C-6072-452C-38BFC71F118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ED7815E5-E40E-D9BA-ECAC-0C4C91B07252}"/>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DACBC2F-6D5F-1602-8BAC-96F81AC3E6CD}"/>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8AE4544-7869-966B-6F66-FDB5ED2C89F9}"/>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E1E6221B-C765-4AED-6149-4C4EDA20C9DE}"/>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1FC396C-D02A-7FEC-86CF-168E48D192B6}"/>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AFACB7FF-2EC4-0B2C-811D-3D243594296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6539BB91-DD5D-DC71-5DAC-C46D5F3B22EE}"/>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80DFC4A2-319A-1D25-3064-CEFF5B607A5F}"/>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F383918C-EC7C-CF37-B205-ED7B792923A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7073115C-753C-19B4-9FD1-7D71D65C8CAE}"/>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6EAD997E-93D8-B182-86F7-AFC461CFFF96}"/>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321F8888-E0C7-2D29-447E-0F03165F536A}"/>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0D188FB4-1CA2-BF06-89B8-7EEF4E94E469}"/>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C81BF0A6-1CBF-70F4-79C9-5CB7A55C118C}"/>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DB9FC5F2-9C53-79AB-F5A1-F86B295700A2}"/>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4760CF25-539D-11B4-2B72-7B3BADFDFDF3}"/>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64E874FA-A650-E684-25B9-4E2E0F72878A}"/>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5A50CBD0-E34B-2AAA-1FAA-271B0F17703B}"/>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C7AA68B-9973-E35B-EA2F-FA33E7F2ED5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8EB3C50-F4E3-A798-221D-0C761BBF053E}"/>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FD52C051-DEBD-4B04-EEFB-59D1CDBC2DE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9B9544A7-8A2A-3CBA-A557-6275326C5522}"/>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080C635F-E01C-2296-2387-F5713509B9CA}"/>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1755303D-5C17-AEDD-5094-13DD8D525F5E}"/>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7DA1610B-0B9F-BAB5-BFB1-79517842568B}"/>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8D3EDD3C-72A4-77C2-AB62-714E6D565E26}"/>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DE0643F5-88B4-653C-A19B-812D1C1ABA7F}"/>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C075BC12-64BD-AB6F-9FCB-16E3978165C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4FEA852B-480D-5CDF-09DE-C3D9061892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C54BE284-B20F-08CC-7F93-F1B057953257}"/>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1CD1528C-B0E6-2632-BB9F-D98503E41A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F63B833C-8CBD-F3D4-C8D1-50269F9DD7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C5A7E690-6F88-06FA-F12E-CEF74B1A6A77}"/>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233FFDD-BDCD-208C-C124-8930A72318E7}"/>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FFD5D4C7-99BB-54A7-2ADF-7754F57C5A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B16FD64-B883-9448-1EF0-4E8655977824}"/>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EAC8871A-5B43-7090-47A5-3686FDFF90A1}"/>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49940EC-B134-F76C-63DD-2502E7245C70}"/>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6AE4D28F-F19A-AE75-7544-191C9079D48C}"/>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099E51E-97F6-7EDE-EE76-AEEBCFCBE56C}"/>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A9F13FB3-3D3E-3A11-3EA2-C4EBEE59A38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30A40027-A839-D0B8-3617-DC63B61CE48F}"/>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AFB630B6-28BD-C342-280D-AACBF7F4DAA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99AFE83E-96B4-9692-0F17-C0CD3AD96C52}"/>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593E0308-5052-1036-ECC2-B90E19E6B74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0FAA659A-A1D8-E2D1-26FF-5B0AF68484F4}"/>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6793045B-5084-8B26-9586-3EBE30030213}"/>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759363F7-56AF-1185-8F87-E17E294CEBB7}"/>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12B9438C-9C9D-943B-814B-D4B1AEE4A097}"/>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7A09D6D5-8641-3AD4-3837-21FC3935B266}"/>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CFF58CDE-D609-80B3-93D5-84F243C8A525}"/>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3F6E6C49-97AE-1D4C-147F-8E0FA553D79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47F5962B-7439-3365-D29B-F306D7BF5A54}"/>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1543EE12-C641-ABF8-5DED-E88D4C1AA66E}"/>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74867DDF-0E33-C0EC-DDAA-E9B62DEA31C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D2CC866-403B-6F34-FAD9-0B0E6B96177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DF86432C-0CE6-884A-190A-138CDE7792CA}"/>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F1E67139-FAD1-B29A-9D44-17487CE0A730}"/>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2971FC46-2FFC-39ED-4D57-5A40A8F78A09}"/>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3B1F8C53-C32A-803D-601F-3AFD43E348F9}"/>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761A1E3A-A829-B76E-8405-CA01D887FBC9}"/>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46CD6C9E-C4E6-2630-0058-1234E1F7F9D1}"/>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2F0485EA-2BA7-B53F-24A8-03FCACC3C2F6}"/>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C84DB7F6-FD22-568B-07D3-C23AE332C39A}"/>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0262F3FA-8E18-E811-62E0-7C69EF9EFE3C}"/>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EDA684D-0083-DD67-4847-C5C5F9A1898D}"/>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B632B478-8C9F-E433-0308-D2A8F5964AF8}"/>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B55D6418-410E-55D2-EB7E-91EBD451D1C9}"/>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6BE61C55-EEC0-9C62-C430-C350F8EDA989}"/>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E433740-ADE1-6A64-E7C3-4948C4DA3EE0}"/>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3776BDCC-B499-8497-AC33-5615906E3728}"/>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24A57129-F624-3AC9-4C31-B8BE5D41A582}"/>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F5787252-753E-C987-20A0-EEE5A0FE94B7}"/>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CA78F51-D947-7017-E2AE-F237C4508516}"/>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5CD577ED-94DC-24BB-D81C-0E577A3BA4B9}"/>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7DA0D374-EA1B-E0F0-429E-E5924135BF52}"/>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BA1F2F60-0846-820D-62D5-533CD0BD34CD}"/>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D00A0B20-11BF-C665-C876-CA710C41E238}"/>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AD61222-5EF4-F4DD-5D9D-22894517C36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A7F2B51-87C7-9A55-2404-54A72CD607F3}"/>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4FBC34A-1C36-2268-A222-2B6D0B35A8D2}"/>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5BE52E71-A987-B066-BD71-8B1D332E76F6}"/>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E551ED69-4E13-8C52-E6CE-24FE4911C850}"/>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7B2708A-F49A-720B-2E1D-1C16C78C41A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BAFC5518-F1AA-76A0-659D-7802FACC6115}"/>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961A7F1B-E616-20AB-46F5-E7B481EE9B68}"/>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3C35BDAD-0CB2-3093-C460-786F202105B2}"/>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F642DCFC-61DA-EB65-5E63-4C52AA5B10A2}"/>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E39858C0-8CAC-F1CE-E626-32D958E24D20}"/>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BCF01995-8173-069A-1AD3-8F4EE65B9388}"/>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1471DAA4-2B22-E535-629D-9F4779454A7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6CB07D33-B4AF-21CD-140E-519FC60CF12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1F080BD7-8552-8F66-6915-2E3315C0B22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554C84CD-1D2C-D818-5661-1D6D42F73C15}"/>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1F5A2BE4-D053-C71B-4B60-97A973F8BDD2}"/>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27FCBC23-07D4-7E67-5353-05D9D5C7002E}"/>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239C55F7-F291-82B1-DA50-360A6B711FB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2BC73A85-0286-7695-8637-B4A03BE9A780}"/>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EA35013E-AF6E-9ED7-4048-8B083DEE8E95}"/>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5C3C69A3-C5DF-2F56-89F5-AF638899EFA3}"/>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8376F5A6-B044-0D27-F032-6B99752D5FD5}"/>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9F9D9CD0-148D-6C4C-70E8-91E3B2F780F6}"/>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5A3143-7E95-868E-3F30-CBEC8282D41A}"/>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9478C633-7072-87FE-47DF-5368589B89C1}"/>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2CBE79E8-85F5-2D73-BFAE-DF8932732D0D}"/>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2C5E3446-F93E-7BF4-D51E-F6E8AB5F261F}"/>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3B880F32-3C21-CD2D-536E-01EB211A6743}"/>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09BF4B71-277F-4407-D23E-E137FD9DF948}"/>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CC2B2DE2-3EBE-728E-8D5C-17E8753BB6BD}"/>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44193011-1856-2AAE-2E8A-99667971166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0F2CF676-F257-5F88-0B12-B8F2B12184EB}"/>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12E0C394-F16A-E0BE-B325-71853337B579}"/>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56425D35-98AC-4138-2E19-CFCEE1EA88DE}"/>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616A146-5762-310A-7206-29F7B31BE0BD}"/>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621FABC-9D40-F5BC-265F-070F677C60AA}"/>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FB9A3F5F-D973-F81F-2318-6F058E8DE072}"/>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1BCD0E4-DD7C-08A8-8755-E6FE7442EBB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AC1A41EB-08AB-00EB-642B-BCC5E74C671C}"/>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73758FC8-99E6-7DB5-6A24-9C15F73EB9E7}"/>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AA0FBCC7-01CE-6EE0-B83F-D3C8E3B13BCC}"/>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CBC08898-85CD-324D-1873-4382E58CFE88}"/>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16D7C0A6-5F7C-C894-117F-F1453BB970FD}"/>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39BEE82F-CC69-1511-0CE8-07A40DCD081D}"/>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02C02D98-6FED-1B1A-E252-27356A6D021A}"/>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EC75B8AF-17B2-FFAD-38A7-10BBD158B98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5F3E6CA7-E718-F83D-01FA-CA84424463F0}"/>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70786A80-75CF-6F20-C122-60B4BF075A10}"/>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93040EEC-144A-0086-B725-90106DE2044C}"/>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239882DC-36D9-B2FE-041B-053DD3B6438B}"/>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C474D363-9C85-D36A-FB6F-1DCDD9F70289}"/>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3208538C-AD12-67FE-7450-6063EBA9F2E4}"/>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DDC3206C-EE10-7829-30F0-735C01470498}"/>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3EF9AC49-1B64-A0B4-35C1-74D39609DD10}"/>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9E211AE0-28BC-722B-1958-EE44592D73A5}"/>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D0E9FD65-C049-65A7-B6C0-3A603D16B6CA}"/>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2292D67B-9D57-D88E-6900-85ECCA11FD6B}"/>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05FD7C69-0475-9BAF-050A-DE7EBF21FD1E}"/>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A5F7FD4C-8100-CB1F-1E66-096E5944C08F}"/>
              </a:ext>
            </a:extLst>
          </p:cNvPr>
          <p:cNvSpPr txBox="1"/>
          <p:nvPr/>
        </p:nvSpPr>
        <p:spPr>
          <a:xfrm>
            <a:off x="274320" y="3474720"/>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A021A676-A332-26C1-5DF9-C26BDEDF25A8}"/>
              </a:ext>
            </a:extLst>
          </p:cNvPr>
          <p:cNvSpPr txBox="1"/>
          <p:nvPr/>
        </p:nvSpPr>
        <p:spPr>
          <a:xfrm>
            <a:off x="7737264" y="10327008"/>
            <a:ext cx="6091194"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9BA869DB-971D-74A4-27C3-0A760733BDD8}"/>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9FF53575-0D03-03D5-8563-ACEF5867A3E7}"/>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889FE9ED-2B51-F3C3-FA77-893D112F5968}"/>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7FBEFDD-28C1-94DB-8761-9BD9249709CD}"/>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274FF41-671D-CF9E-7F86-E22B8144400D}"/>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189587FC-9AFA-C56F-82DF-7BE506E32334}"/>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C648418A-9600-9E5C-778F-D1FD96346F94}"/>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0B15C6E8-1347-2C75-176E-309DC5D9077F}"/>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25D4E70D-5A32-FEBA-309F-FDC24EAD1747}"/>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C458A771-B9C8-CF31-4AF9-C48AF26C9A6F}"/>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E481BCF5-441D-2F21-AF62-230F42D166A0}"/>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F408071B-0623-4FDE-544A-2D81799291ED}"/>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F8DB6194-64EF-EF89-A661-C8D371F0F56A}"/>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DF96DCAF-7A15-2458-B9E4-A232AFD2D8B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F05E601-94EE-AD57-E695-339F28AEB042}"/>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434584EA-C5DF-4066-279F-D4298CDC6CBB}"/>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5793ADFD-CCB8-8A89-70D9-D9892CABE987}"/>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B3C20A9D-8742-1C1F-A519-76E6D3EDA86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9E2E05B6-082A-A05B-5F99-23C32DEDA2A8}"/>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020176F5-FC7D-60E6-3F82-649F019E37BE}"/>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E7CE68B9-2A64-7B5F-A49F-EE5DE157C86C}"/>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8647FB9C-D8FA-4001-B1D2-B3657701513D}"/>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BDC09C9D-132F-7914-DAC2-87355B91B2FB}"/>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BC50F154-031F-179A-51F4-EFA1E477332B}"/>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4ECB97E3-9D9C-43D5-D888-99C2B0A3351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6F0EECA8-2F5F-6328-88BA-775B5C0939B3}"/>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00640BFA-3D23-00B8-6D1A-BEC555CD3E9F}"/>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8275E0F8-FC24-804C-FC38-762752C0601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20C68E01-E92F-E760-C17D-3B33B1BF2CA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9955C53A-022D-F0E7-AB94-100463C8B5E3}"/>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4D7A62A7-0C2A-AE4A-780B-8FFB0718DDB2}"/>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CFC23351-7B1A-37A7-0E50-159AB3166A17}"/>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7282C0EE-6CBD-064E-1BDB-950A1FEF7A66}"/>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BAFAB26C-9E9E-0532-DC27-FF16DF9C0093}"/>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57D3BB21-9AD3-DE0E-C4BD-B131F35777C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A782F540-7FC9-DF3D-F165-D8D15284811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800A3974-2421-1AA8-A5D6-17A2BE9AB7CC}"/>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4E4768CE-4A3C-BC3C-2C84-79CDC149B7D8}"/>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DB8E1FCF-EC6F-8205-7512-2BA7B42B3AF5}"/>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A882723A-C7B4-F531-D64C-C5E1E65F9A58}"/>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40E8A6AB-DBDD-CE91-0B80-CC948611D658}"/>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16D2FD60-4B2B-699F-C8D8-2EAFAE7A1AD6}"/>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2C0CB17F-D675-F827-796A-C269536161D7}"/>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E62052B5-A7DE-1DD5-2172-8351704850B8}"/>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E8D509A2-0D8C-D6CD-B8F1-DD2997226B94}"/>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3E30938F-A341-433F-3055-C31FF767CC6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3B5F285-BD51-9242-8311-105F315C9168}"/>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C0A095AB-B9BE-B8F7-EB9B-B90475F70692}"/>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BC96D185-DEF5-77EA-DAE6-1C76D9F23DB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E604A188-78FF-DE60-D012-522D665F3B67}"/>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32961F1C-AC74-8E11-0A7B-1C8848AEEF1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A8B4F513-5074-F07B-F35E-354510BB4E4F}"/>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5A5A09E7-EA04-581E-BD8D-083E8306D8CD}"/>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BBCAAF01-F47D-BEC4-8586-4A329FDF4B93}"/>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CD1B6A64-3EA5-2626-EE4B-0D84903B5CFA}"/>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633D3A88-6785-55AA-901E-A7B1B1D3F54F}"/>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BA09D261-3DD4-7139-5F44-F0DC3163CC83}"/>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C4815E66-157A-9AF7-1BD8-6C15A6026A13}"/>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DA49F370-E2AF-E123-F08F-3BD62EDFFAF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BE0D87CA-556F-3D82-E04E-664749114205}"/>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C3D9A7E7-43B1-D03F-E826-C1A6707D54D7}"/>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1583BCDC-63A2-7FC8-FE05-1ED93E97688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DF229163-3E6C-9FBA-97E4-349B82AE0889}"/>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DEFE91E6-83A3-392E-F143-F607BCCB8F93}"/>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894A9106-F17F-3A0E-94D4-0F321145F300}"/>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921F40C5-C444-AA18-7E25-EADF2B5DC104}"/>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5D66DFAD-8988-0832-603B-B71941F1361D}"/>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19C8E28E-038C-BFED-70B1-A78228B93F0C}"/>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329408FF-87C0-734F-E8CA-FFBAC9B16ABF}"/>
              </a:ext>
            </a:extLst>
          </p:cNvPr>
          <p:cNvSpPr txBox="1"/>
          <p:nvPr/>
        </p:nvSpPr>
        <p:spPr>
          <a:xfrm>
            <a:off x="274319" y="3749040"/>
            <a:ext cx="3291840"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9C00D49E-56F1-3DAF-C5D0-6E1EBB670E87}"/>
              </a:ext>
            </a:extLst>
          </p:cNvPr>
          <p:cNvSpPr txBox="1"/>
          <p:nvPr/>
        </p:nvSpPr>
        <p:spPr>
          <a:xfrm>
            <a:off x="274320" y="5577840"/>
            <a:ext cx="3291840" cy="18288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4FD198A5-8126-BCFB-A80C-CD9FCD4D0792}"/>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
        <p:nvSpPr>
          <p:cNvPr id="3" name="Line">
            <a:extLst>
              <a:ext uri="{FF2B5EF4-FFF2-40B4-BE49-F238E27FC236}">
                <a16:creationId xmlns:a16="http://schemas.microsoft.com/office/drawing/2014/main" id="{1B65CB05-C9BE-D047-A1EC-B1BDA2E90867}"/>
              </a:ext>
            </a:extLst>
          </p:cNvPr>
          <p:cNvSpPr/>
          <p:nvPr/>
        </p:nvSpPr>
        <p:spPr>
          <a:xfrm flipV="1">
            <a:off x="274320" y="173736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Line">
            <a:extLst>
              <a:ext uri="{FF2B5EF4-FFF2-40B4-BE49-F238E27FC236}">
                <a16:creationId xmlns:a16="http://schemas.microsoft.com/office/drawing/2014/main" id="{2627C03E-32E3-1503-AD05-1455FD21438A}"/>
              </a:ext>
            </a:extLst>
          </p:cNvPr>
          <p:cNvSpPr/>
          <p:nvPr/>
        </p:nvSpPr>
        <p:spPr>
          <a:xfrm flipV="1">
            <a:off x="274320" y="374904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2" name="Line">
            <a:extLst>
              <a:ext uri="{FF2B5EF4-FFF2-40B4-BE49-F238E27FC236}">
                <a16:creationId xmlns:a16="http://schemas.microsoft.com/office/drawing/2014/main" id="{3601EFF4-C6AE-DC65-15D1-D2E33045286A}"/>
              </a:ext>
            </a:extLst>
          </p:cNvPr>
          <p:cNvSpPr/>
          <p:nvPr/>
        </p:nvSpPr>
        <p:spPr>
          <a:xfrm flipV="1">
            <a:off x="274320" y="557784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3" name="Line">
            <a:extLst>
              <a:ext uri="{FF2B5EF4-FFF2-40B4-BE49-F238E27FC236}">
                <a16:creationId xmlns:a16="http://schemas.microsoft.com/office/drawing/2014/main" id="{FBFCD262-4877-94E5-FA47-2CB930FE66D9}"/>
              </a:ext>
            </a:extLst>
          </p:cNvPr>
          <p:cNvSpPr/>
          <p:nvPr/>
        </p:nvSpPr>
        <p:spPr>
          <a:xfrm flipV="1">
            <a:off x="274320" y="777240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9" name="Line">
            <a:extLst>
              <a:ext uri="{FF2B5EF4-FFF2-40B4-BE49-F238E27FC236}">
                <a16:creationId xmlns:a16="http://schemas.microsoft.com/office/drawing/2014/main" id="{141FD609-7B32-4ED3-6357-935B69313972}"/>
              </a:ext>
            </a:extLst>
          </p:cNvPr>
          <p:cNvSpPr/>
          <p:nvPr/>
        </p:nvSpPr>
        <p:spPr>
          <a:xfrm flipV="1">
            <a:off x="9875518" y="173736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8" name="Picture 7" descr="A picture containing text&#10;&#10;Description automatically generated">
            <a:extLst>
              <a:ext uri="{FF2B5EF4-FFF2-40B4-BE49-F238E27FC236}">
                <a16:creationId xmlns:a16="http://schemas.microsoft.com/office/drawing/2014/main" id="{B820F464-AE64-53D1-41F0-9489F72A32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30" name="Line">
            <a:extLst>
              <a:ext uri="{FF2B5EF4-FFF2-40B4-BE49-F238E27FC236}">
                <a16:creationId xmlns:a16="http://schemas.microsoft.com/office/drawing/2014/main" id="{4B715B61-7107-3C4C-F533-4E659BE7B126}"/>
              </a:ext>
            </a:extLst>
          </p:cNvPr>
          <p:cNvSpPr/>
          <p:nvPr/>
        </p:nvSpPr>
        <p:spPr>
          <a:xfrm flipV="1">
            <a:off x="9875518" y="384048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4" name="Line">
            <a:extLst>
              <a:ext uri="{FF2B5EF4-FFF2-40B4-BE49-F238E27FC236}">
                <a16:creationId xmlns:a16="http://schemas.microsoft.com/office/drawing/2014/main" id="{4381059C-443F-62AB-6679-41D7ECFF8952}"/>
              </a:ext>
            </a:extLst>
          </p:cNvPr>
          <p:cNvSpPr/>
          <p:nvPr/>
        </p:nvSpPr>
        <p:spPr>
          <a:xfrm flipV="1">
            <a:off x="9875518" y="859536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1" name="Line">
            <a:extLst>
              <a:ext uri="{FF2B5EF4-FFF2-40B4-BE49-F238E27FC236}">
                <a16:creationId xmlns:a16="http://schemas.microsoft.com/office/drawing/2014/main" id="{9745F780-A0E0-51EC-01A0-AFADFD19ABEA}"/>
              </a:ext>
            </a:extLst>
          </p:cNvPr>
          <p:cNvSpPr/>
          <p:nvPr/>
        </p:nvSpPr>
        <p:spPr>
          <a:xfrm flipV="1">
            <a:off x="4937760" y="1737360"/>
            <a:ext cx="37490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 name="Manipulate Variables">
            <a:extLst>
              <a:ext uri="{FF2B5EF4-FFF2-40B4-BE49-F238E27FC236}">
                <a16:creationId xmlns:a16="http://schemas.microsoft.com/office/drawing/2014/main" id="{3D3F03FD-A18D-898C-CDE9-57546DDF2966}"/>
              </a:ext>
            </a:extLst>
          </p:cNvPr>
          <p:cNvSpPr txBox="1"/>
          <p:nvPr/>
        </p:nvSpPr>
        <p:spPr>
          <a:xfrm>
            <a:off x="9875520" y="1459299"/>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421" name="Manipulate Variables">
            <a:extLst>
              <a:ext uri="{FF2B5EF4-FFF2-40B4-BE49-F238E27FC236}">
                <a16:creationId xmlns:a16="http://schemas.microsoft.com/office/drawing/2014/main" id="{7C336D8E-19AF-48D0-5C2F-6C453E98D41D}"/>
              </a:ext>
            </a:extLst>
          </p:cNvPr>
          <p:cNvSpPr txBox="1"/>
          <p:nvPr/>
        </p:nvSpPr>
        <p:spPr>
          <a:xfrm>
            <a:off x="9875520" y="8321040"/>
            <a:ext cx="30857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4" name="Layout Suggestions">
            <a:extLst>
              <a:ext uri="{FF2B5EF4-FFF2-40B4-BE49-F238E27FC236}">
                <a16:creationId xmlns:a16="http://schemas.microsoft.com/office/drawing/2014/main" id="{C740CFCB-250E-91D4-A09E-AFDE2D915000}"/>
              </a:ext>
            </a:extLst>
          </p:cNvPr>
          <p:cNvSpPr txBox="1"/>
          <p:nvPr/>
        </p:nvSpPr>
        <p:spPr>
          <a:xfrm>
            <a:off x="4937760" y="1463040"/>
            <a:ext cx="384048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Tree>
    <p:extLst>
      <p:ext uri="{BB962C8B-B14F-4D97-AF65-F5344CB8AC3E}">
        <p14:creationId xmlns:p14="http://schemas.microsoft.com/office/powerpoint/2010/main" val="204388348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AABC-1CA6-F756-F15F-C6815D61A7EC}"/>
            </a:ext>
          </a:extLst>
        </p:cNvPr>
        <p:cNvGrpSpPr/>
        <p:nvPr/>
      </p:nvGrpSpPr>
      <p:grpSpPr>
        <a:xfrm>
          <a:off x="0" y="0"/>
          <a:ext cx="0" cy="0"/>
          <a:chOff x="0" y="0"/>
          <a:chExt cx="0" cy="0"/>
        </a:xfrm>
      </p:grpSpPr>
      <p:pic>
        <p:nvPicPr>
          <p:cNvPr id="56" name="Image" descr="Image">
            <a:extLst>
              <a:ext uri="{FF2B5EF4-FFF2-40B4-BE49-F238E27FC236}">
                <a16:creationId xmlns:a16="http://schemas.microsoft.com/office/drawing/2014/main" id="{44FD8155-CA48-DB84-070A-F4E5B0035DBD}"/>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9139428A-444A-8A61-9A29-1EF5CAF3F295}"/>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9597B098-F116-87DB-64F0-6933E830552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9C5A2451-9FE8-0D78-13C6-81C9849DFD8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5" name="TextBox 4">
            <a:extLst>
              <a:ext uri="{FF2B5EF4-FFF2-40B4-BE49-F238E27FC236}">
                <a16:creationId xmlns:a16="http://schemas.microsoft.com/office/drawing/2014/main" id="{2DD95D91-329A-A360-AAFD-0D31969F9E1D}"/>
              </a:ext>
            </a:extLst>
          </p:cNvPr>
          <p:cNvSpPr txBox="1"/>
          <p:nvPr/>
        </p:nvSpPr>
        <p:spPr>
          <a:xfrm>
            <a:off x="7737264" y="10327008"/>
            <a:ext cx="6091194"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4">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8" name="Picture 7" descr="A picture containing text&#10;&#10;Description automatically generated">
            <a:extLst>
              <a:ext uri="{FF2B5EF4-FFF2-40B4-BE49-F238E27FC236}">
                <a16:creationId xmlns:a16="http://schemas.microsoft.com/office/drawing/2014/main" id="{13AB636D-DB27-0AD7-D18D-BEC1F7FADD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7" name="TextBox 6">
            <a:extLst>
              <a:ext uri="{FF2B5EF4-FFF2-40B4-BE49-F238E27FC236}">
                <a16:creationId xmlns:a16="http://schemas.microsoft.com/office/drawing/2014/main" id="{27936A67-4B2F-BD65-2C27-C205BF259C7B}"/>
              </a:ext>
            </a:extLst>
          </p:cNvPr>
          <p:cNvSpPr txBox="1"/>
          <p:nvPr/>
        </p:nvSpPr>
        <p:spPr>
          <a:xfrm>
            <a:off x="9875520" y="4206240"/>
            <a:ext cx="4177348" cy="402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384" name="Layout Suggestions">
            <a:extLst>
              <a:ext uri="{FF2B5EF4-FFF2-40B4-BE49-F238E27FC236}">
                <a16:creationId xmlns:a16="http://schemas.microsoft.com/office/drawing/2014/main" id="{A788822F-EA6D-E420-8835-EF00A1B9C79F}"/>
              </a:ext>
            </a:extLst>
          </p:cNvPr>
          <p:cNvSpPr txBox="1"/>
          <p:nvPr/>
        </p:nvSpPr>
        <p:spPr>
          <a:xfrm>
            <a:off x="275721" y="1645920"/>
            <a:ext cx="1349729"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501" name="TextBox 500">
            <a:extLst>
              <a:ext uri="{FF2B5EF4-FFF2-40B4-BE49-F238E27FC236}">
                <a16:creationId xmlns:a16="http://schemas.microsoft.com/office/drawing/2014/main" id="{8FFC82D0-F3A0-4500-1011-116E30FAAE79}"/>
              </a:ext>
            </a:extLst>
          </p:cNvPr>
          <p:cNvSpPr txBox="1"/>
          <p:nvPr/>
        </p:nvSpPr>
        <p:spPr>
          <a:xfrm>
            <a:off x="274319" y="2103120"/>
            <a:ext cx="3284761" cy="12801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Kaiaulu's graph module unifies data sources such as git logs and mailing lists into a consistent structure using R's S3 object-oriented system. This decouples graph functions from their data source, allowing each function to apply the correct transformation based on the graph object it receives, like how a `print()` function behaves.</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cxnSp>
        <p:nvCxnSpPr>
          <p:cNvPr id="510" name="Elbow Connector 509">
            <a:extLst>
              <a:ext uri="{FF2B5EF4-FFF2-40B4-BE49-F238E27FC236}">
                <a16:creationId xmlns:a16="http://schemas.microsoft.com/office/drawing/2014/main" id="{D317DF20-5556-6FF1-265D-E8BBEA2BBD72}"/>
              </a:ext>
            </a:extLst>
          </p:cNvPr>
          <p:cNvCxnSpPr>
            <a:cxnSpLocks/>
            <a:endCxn id="6" idx="1"/>
          </p:cNvCxnSpPr>
          <p:nvPr/>
        </p:nvCxnSpPr>
        <p:spPr>
          <a:xfrm flipV="1">
            <a:off x="8102322" y="1815861"/>
            <a:ext cx="1773198" cy="365742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00AB4484-9BDC-755B-DB95-A623AFC51188}"/>
              </a:ext>
            </a:extLst>
          </p:cNvPr>
          <p:cNvCxnSpPr>
            <a:cxnSpLocks/>
          </p:cNvCxnSpPr>
          <p:nvPr/>
        </p:nvCxnSpPr>
        <p:spPr>
          <a:xfrm rot="16200000" flipV="1">
            <a:off x="4503818" y="8505698"/>
            <a:ext cx="1503618"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797036F7-337E-EC5D-3071-9FBA8A0376DE}"/>
              </a:ext>
            </a:extLst>
          </p:cNvPr>
          <p:cNvSpPr txBox="1"/>
          <p:nvPr/>
        </p:nvSpPr>
        <p:spPr>
          <a:xfrm>
            <a:off x="274320" y="7955280"/>
            <a:ext cx="1825821"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6" name="TextBox 425">
            <a:extLst>
              <a:ext uri="{FF2B5EF4-FFF2-40B4-BE49-F238E27FC236}">
                <a16:creationId xmlns:a16="http://schemas.microsoft.com/office/drawing/2014/main" id="{D302DD13-8606-6B71-0DBC-1ED0A5DD8B67}"/>
              </a:ext>
            </a:extLst>
          </p:cNvPr>
          <p:cNvSpPr txBox="1"/>
          <p:nvPr/>
        </p:nvSpPr>
        <p:spPr>
          <a:xfrm>
            <a:off x="9875520" y="8778876"/>
            <a:ext cx="4138222" cy="14624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10" name="Manipulate Variables">
            <a:extLst>
              <a:ext uri="{FF2B5EF4-FFF2-40B4-BE49-F238E27FC236}">
                <a16:creationId xmlns:a16="http://schemas.microsoft.com/office/drawing/2014/main" id="{29C43816-F46D-0DA5-7801-0C8A13D21FFF}"/>
              </a:ext>
            </a:extLst>
          </p:cNvPr>
          <p:cNvSpPr txBox="1"/>
          <p:nvPr/>
        </p:nvSpPr>
        <p:spPr>
          <a:xfrm>
            <a:off x="9875520" y="3751864"/>
            <a:ext cx="1808187"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32592A40-50EC-2050-F008-84C884187B2F}"/>
              </a:ext>
            </a:extLst>
          </p:cNvPr>
          <p:cNvSpPr txBox="1"/>
          <p:nvPr/>
        </p:nvSpPr>
        <p:spPr>
          <a:xfrm>
            <a:off x="274320" y="5488469"/>
            <a:ext cx="1017907"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D6AF1953-2DCC-12C2-FAE6-3991418E5557}"/>
              </a:ext>
            </a:extLst>
          </p:cNvPr>
          <p:cNvSpPr txBox="1"/>
          <p:nvPr/>
        </p:nvSpPr>
        <p:spPr>
          <a:xfrm>
            <a:off x="9875520" y="2103120"/>
            <a:ext cx="4177348"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833F01D1-19D5-01E4-F5A6-2A6D45D63E55}"/>
              </a:ext>
            </a:extLst>
          </p:cNvPr>
          <p:cNvCxnSpPr>
            <a:cxnSpLocks/>
            <a:stCxn id="257" idx="3"/>
          </p:cNvCxnSpPr>
          <p:nvPr/>
        </p:nvCxnSpPr>
        <p:spPr>
          <a:xfrm flipV="1">
            <a:off x="7241179" y="6633372"/>
            <a:ext cx="2653728" cy="2278284"/>
          </a:xfrm>
          <a:prstGeom prst="bentConnector3">
            <a:avLst>
              <a:gd name="adj1" fmla="val 87534"/>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B23B2644-D20D-A515-A60F-5BE471E00D56}"/>
              </a:ext>
            </a:extLst>
          </p:cNvPr>
          <p:cNvCxnSpPr>
            <a:cxnSpLocks/>
            <a:endCxn id="10" idx="1"/>
          </p:cNvCxnSpPr>
          <p:nvPr/>
        </p:nvCxnSpPr>
        <p:spPr>
          <a:xfrm flipV="1">
            <a:off x="9277609" y="3921805"/>
            <a:ext cx="597911" cy="3237119"/>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7EB390A8-72DF-0707-F3CD-6C597ECDFABA}"/>
              </a:ext>
            </a:extLst>
          </p:cNvPr>
          <p:cNvGrpSpPr/>
          <p:nvPr/>
        </p:nvGrpSpPr>
        <p:grpSpPr>
          <a:xfrm>
            <a:off x="5817574" y="4823803"/>
            <a:ext cx="2196419" cy="1216294"/>
            <a:chOff x="10592773" y="5229745"/>
            <a:chExt cx="3298954" cy="1741391"/>
          </a:xfrm>
          <a:solidFill>
            <a:schemeClr val="tx1"/>
          </a:solidFill>
        </p:grpSpPr>
        <p:sp>
          <p:nvSpPr>
            <p:cNvPr id="268" name="Google Shape;157;p1">
              <a:extLst>
                <a:ext uri="{FF2B5EF4-FFF2-40B4-BE49-F238E27FC236}">
                  <a16:creationId xmlns:a16="http://schemas.microsoft.com/office/drawing/2014/main" id="{AEE4CC26-D210-DCFA-71F2-6D349BFA897F}"/>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C93CBA44-7471-E454-7196-E731015B7BE1}"/>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57E7FB6E-EEC2-C286-6B1C-21F4A020E8EC}"/>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6AAD2614-2A2D-5EB8-2AD5-6B45E657101C}"/>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F68E2126-5FAD-DA7E-3F52-C4A869AD0E6F}"/>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9CA003DD-66DF-FF3C-C66D-5A6050BEE657}"/>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BE99CD3F-6AE1-501F-7ADD-CF9F8D215921}"/>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E473325E-ABE1-9957-9910-E7BA1EABAD3F}"/>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D6102D26-1558-ECCC-906C-F6EBBED99D53}"/>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BDFEABD3-D2FE-08E1-953B-FF3A6FA9E0E2}"/>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B99FB95B-6CA3-2EA5-BD10-A3D6B7AB7200}"/>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957D4E29-2384-E11E-967F-7C5D960C4805}"/>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845D17AE-B75E-5399-EBBF-7FFC1B93D1DE}"/>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88DD6884-1A3C-7E08-85AA-6617B54E413B}"/>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22AAB6E7-705E-25F9-8CC3-C5031275723B}"/>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24240668-381D-39FD-B921-A75F2D8EEEE7}"/>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B2076A06-2094-507F-4996-CCEE18B62A2E}"/>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6FFA1C8E-C9E4-D100-69F2-5175F4569757}"/>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732EEBF3-99C6-02FC-72E3-8FEB321EE50B}"/>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9C417426-89FF-3828-9B0E-BA67BADF0381}"/>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154AA376-00CF-F34A-2DEF-9DD462E8C235}"/>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A9324A7D-7412-5652-400F-9F739B088678}"/>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7DC24167-7B38-391F-66C6-5E5D26D540A2}"/>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175572A3-2B6F-7C8B-3CC4-C05EDBBA89F8}"/>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D25C5CFA-0E16-12F4-D7B6-CAAD5EFF84EE}"/>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F74BCA8-2C10-8539-73BB-1C20717151CA}"/>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C48AFFAE-B5F8-2607-E554-8B0D01E2FA2A}"/>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72C961B-155F-6608-BAA9-797FB5891BC9}"/>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CD7D0E44-9B31-539C-AA4C-F4B155C35A5B}"/>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9ECA801F-5E58-7FE6-34AC-FC6875EA9BAA}"/>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B0E5706D-52D8-A2FD-B10F-DEAA2163AD5F}"/>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FAF90A23-5AD7-062E-8A30-53957E367500}"/>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BAB49773-7128-291E-D1D0-F7CC7BA78B92}"/>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D462EEF4-1177-7139-6E06-B282A5AA9568}"/>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C1973C9B-0FCD-014F-DB2A-3F92E3B33266}"/>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378332B6-9018-97A5-9D4F-E240D14C1769}"/>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05774CBB-DC9E-4E7D-5678-54DE936DF589}"/>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9F0DA409-BB80-0273-67FA-2F474C4DEC55}"/>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6A28F714-F723-1C72-1FE8-E1EEDE2107F0}"/>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01D6E4EB-197A-F582-6E00-AEF4117259C2}"/>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F6850FDB-4611-0B12-AB22-A47C1CF59FCF}"/>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48110CCC-BDF0-809B-1194-D07AFA2296AA}"/>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AE76360C-5D8D-10B7-94B3-693F940A41C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0896C858-B5E6-7987-6A67-223A72530504}"/>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0DC98A19-5F37-4BD0-2E2F-F81303914EFE}"/>
              </a:ext>
            </a:extLst>
          </p:cNvPr>
          <p:cNvGraphicFramePr/>
          <p:nvPr/>
        </p:nvGraphicFramePr>
        <p:xfrm>
          <a:off x="5367268" y="3020663"/>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890C0040-B6F3-4745-3603-8AB4ECF4D4E6}"/>
              </a:ext>
            </a:extLst>
          </p:cNvPr>
          <p:cNvGraphicFramePr/>
          <p:nvPr/>
        </p:nvGraphicFramePr>
        <p:xfrm>
          <a:off x="5217803" y="3843265"/>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5544A0FA-D58D-CB69-180F-6339C46CFE11}"/>
              </a:ext>
            </a:extLst>
          </p:cNvPr>
          <p:cNvGraphicFramePr/>
          <p:nvPr/>
        </p:nvGraphicFramePr>
        <p:xfrm>
          <a:off x="6614203" y="3020663"/>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08F8EDCA-62C3-64D7-3DA8-6D7529E6F69C}"/>
              </a:ext>
            </a:extLst>
          </p:cNvPr>
          <p:cNvGraphicFramePr/>
          <p:nvPr/>
        </p:nvGraphicFramePr>
        <p:xfrm>
          <a:off x="7890671" y="3020663"/>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4D7FF592-54B7-05FB-48AB-D28C163BE172}"/>
              </a:ext>
            </a:extLst>
          </p:cNvPr>
          <p:cNvSpPr txBox="1"/>
          <p:nvPr/>
        </p:nvSpPr>
        <p:spPr>
          <a:xfrm>
            <a:off x="6659605" y="2495866"/>
            <a:ext cx="512359" cy="236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07CA3F83-63CA-0C79-678E-053EF217BA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0650" y="2106660"/>
            <a:ext cx="430268" cy="430081"/>
          </a:xfrm>
          <a:prstGeom prst="rect">
            <a:avLst/>
          </a:prstGeom>
        </p:spPr>
      </p:pic>
      <p:sp>
        <p:nvSpPr>
          <p:cNvPr id="24" name="TextBox 23">
            <a:extLst>
              <a:ext uri="{FF2B5EF4-FFF2-40B4-BE49-F238E27FC236}">
                <a16:creationId xmlns:a16="http://schemas.microsoft.com/office/drawing/2014/main" id="{D8A6530F-64A5-4E7C-0794-E2059FE61B9F}"/>
              </a:ext>
            </a:extLst>
          </p:cNvPr>
          <p:cNvSpPr txBox="1"/>
          <p:nvPr/>
        </p:nvSpPr>
        <p:spPr>
          <a:xfrm>
            <a:off x="7942729" y="2481635"/>
            <a:ext cx="512359" cy="236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690D7AB4-09A7-B7EB-D0EC-74FAA1C8F1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83775" y="2107309"/>
            <a:ext cx="430268" cy="430081"/>
          </a:xfrm>
          <a:prstGeom prst="rect">
            <a:avLst/>
          </a:prstGeom>
        </p:spPr>
      </p:pic>
      <p:pic>
        <p:nvPicPr>
          <p:cNvPr id="27" name="Graphic 26" descr="Folder outline">
            <a:extLst>
              <a:ext uri="{FF2B5EF4-FFF2-40B4-BE49-F238E27FC236}">
                <a16:creationId xmlns:a16="http://schemas.microsoft.com/office/drawing/2014/main" id="{42570192-FAC8-8B2E-343D-75F1EC9BB8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07260" y="2106660"/>
            <a:ext cx="550611" cy="550371"/>
          </a:xfrm>
          <a:prstGeom prst="rect">
            <a:avLst/>
          </a:prstGeom>
        </p:spPr>
      </p:pic>
      <p:sp>
        <p:nvSpPr>
          <p:cNvPr id="28" name="TextBox 27">
            <a:extLst>
              <a:ext uri="{FF2B5EF4-FFF2-40B4-BE49-F238E27FC236}">
                <a16:creationId xmlns:a16="http://schemas.microsoft.com/office/drawing/2014/main" id="{12A58C2F-720F-A7E7-D067-384099172488}"/>
              </a:ext>
            </a:extLst>
          </p:cNvPr>
          <p:cNvSpPr txBox="1"/>
          <p:nvPr/>
        </p:nvSpPr>
        <p:spPr>
          <a:xfrm>
            <a:off x="5422867" y="2523408"/>
            <a:ext cx="512359" cy="236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A7F3AB39-AFBC-1E41-ABBC-972B9895210F}"/>
              </a:ext>
            </a:extLst>
          </p:cNvPr>
          <p:cNvSpPr txBox="1"/>
          <p:nvPr/>
        </p:nvSpPr>
        <p:spPr>
          <a:xfrm>
            <a:off x="6728820" y="8766848"/>
            <a:ext cx="512359" cy="2896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9E496988-004B-62B8-AE33-325F805838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9866" y="8419161"/>
            <a:ext cx="430268" cy="430081"/>
          </a:xfrm>
          <a:prstGeom prst="rect">
            <a:avLst/>
          </a:prstGeom>
        </p:spPr>
      </p:pic>
      <p:graphicFrame>
        <p:nvGraphicFramePr>
          <p:cNvPr id="430" name="Table">
            <a:extLst>
              <a:ext uri="{FF2B5EF4-FFF2-40B4-BE49-F238E27FC236}">
                <a16:creationId xmlns:a16="http://schemas.microsoft.com/office/drawing/2014/main" id="{25CC114C-70E5-A4E7-49D2-C3D18C0C732B}"/>
              </a:ext>
            </a:extLst>
          </p:cNvPr>
          <p:cNvGraphicFramePr/>
          <p:nvPr/>
        </p:nvGraphicFramePr>
        <p:xfrm>
          <a:off x="5717228" y="3843265"/>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C18E3197-636C-C752-967E-3AACCA0210A1}"/>
              </a:ext>
            </a:extLst>
          </p:cNvPr>
          <p:cNvGraphicFramePr/>
          <p:nvPr/>
        </p:nvGraphicFramePr>
        <p:xfrm>
          <a:off x="6459637" y="3843265"/>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EAF2C1DE-E382-7352-DDC5-60B1F11B879A}"/>
              </a:ext>
            </a:extLst>
          </p:cNvPr>
          <p:cNvGraphicFramePr/>
          <p:nvPr/>
        </p:nvGraphicFramePr>
        <p:xfrm>
          <a:off x="6953164" y="3844692"/>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F48C1225-CFCE-1F1B-81FA-84EB65DD087A}"/>
              </a:ext>
            </a:extLst>
          </p:cNvPr>
          <p:cNvGraphicFramePr/>
          <p:nvPr/>
        </p:nvGraphicFramePr>
        <p:xfrm>
          <a:off x="7737264" y="3843265"/>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9461E282-5754-E120-8E1D-56FDCDE2C9D2}"/>
              </a:ext>
            </a:extLst>
          </p:cNvPr>
          <p:cNvGraphicFramePr/>
          <p:nvPr/>
        </p:nvGraphicFramePr>
        <p:xfrm>
          <a:off x="8230791" y="3843265"/>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0158E966-E67D-6B5A-0150-C85F2D9F61A0}"/>
              </a:ext>
            </a:extLst>
          </p:cNvPr>
          <p:cNvGrpSpPr/>
          <p:nvPr/>
        </p:nvGrpSpPr>
        <p:grpSpPr>
          <a:xfrm>
            <a:off x="7852504" y="6680556"/>
            <a:ext cx="1357791" cy="803993"/>
            <a:chOff x="10592773" y="5229745"/>
            <a:chExt cx="3298954" cy="1741391"/>
          </a:xfrm>
        </p:grpSpPr>
        <p:sp>
          <p:nvSpPr>
            <p:cNvPr id="318" name="Google Shape;157;p1">
              <a:extLst>
                <a:ext uri="{FF2B5EF4-FFF2-40B4-BE49-F238E27FC236}">
                  <a16:creationId xmlns:a16="http://schemas.microsoft.com/office/drawing/2014/main" id="{41E9CF99-D074-0959-17C6-4454221CCD8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3AAE314C-BBD1-11BB-4F46-13F5B495C1C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E1B57EED-8DF9-ED5B-88B8-B08B404A526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69D025CB-662A-5FBE-6913-1B4BA693CAE2}"/>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8A1B0188-47AB-9FF1-2E5A-910BB3704BDF}"/>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EC0FE858-DD5D-6C70-9442-C79177604F48}"/>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733A8C9B-C02F-0EBE-EEE6-C212C4B8954E}"/>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E40F8FA1-F0E8-414C-B0CB-254ABB981C3B}"/>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96000E3D-E359-7575-10EA-90EE26C7EA6B}"/>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FE078879-34D5-C80B-0AD5-5AF48CB4CAA8}"/>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5F0E77EB-AAE6-4CEA-56BC-E6CDFBED6D4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92AFFEA9-3D24-24ED-60B0-0D0A9467841A}"/>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B0EF182C-447B-EC7D-42FB-8ECC2AC3CC9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B01695C2-F4BC-02EB-EC48-2A0AC7160AA2}"/>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8819D081-CA03-7BEA-F274-1647708F9573}"/>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4685C659-1121-0CFF-7E16-927EF1B3F87E}"/>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B3F47F9F-24B2-3FFC-B213-CC3B39F196D8}"/>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65C31327-7037-74CC-3BD8-B1D0C9CD9974}"/>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4E6BF0F0-C4F4-DF9C-CA72-6E576DCB984F}"/>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1E2C7CE4-2ED2-9DB2-946A-45A3BF371A64}"/>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11ABFE85-C1E6-58D8-C798-F5C0590B2966}"/>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4455BD7D-B029-AA39-E5F2-1189B831F1D4}"/>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99850B13-20E6-BC1B-9DB0-EAD6FDD7F9D3}"/>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C3D42A44-927E-2214-21A1-C211D39167C5}"/>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7B09A09C-A213-2C8E-0950-D5A0F4296B1F}"/>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0D75B026-97F0-C73B-4230-76A4D97BE498}"/>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B3FC0A11-00AE-479F-6C17-59B8AB54C76D}"/>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D0C971A5-CF18-2AFD-990B-E178831C7A90}"/>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4AD5222D-51FB-C3FE-4829-F9E0006F8477}"/>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C725637A-3046-4573-85C8-1425AF142727}"/>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19307BF5-8CC1-14EB-2BEE-9BD7EB2E476D}"/>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06201B3E-0828-E018-16CB-0C87EF8B372B}"/>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FFFC5538-A06F-8371-DDD4-8BB3F74FEBEA}"/>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5C73D85D-5490-D03C-3740-3157670EF86F}"/>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3A867F5B-D8DE-417E-AE8A-A26CD624B6AF}"/>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B4E7487C-F39E-4229-EE08-4A7DE071E01A}"/>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BF411E53-3BD9-6199-D988-29D2B4BECC79}"/>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F65D38E2-2A58-FC59-3B5D-FBA716A13D12}"/>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22F91CD4-0064-64EC-E0B6-4D33EB5D5023}"/>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80D7FD95-FE74-7E10-376E-D7EC02AA64AB}"/>
              </a:ext>
            </a:extLst>
          </p:cNvPr>
          <p:cNvGrpSpPr/>
          <p:nvPr/>
        </p:nvGrpSpPr>
        <p:grpSpPr>
          <a:xfrm>
            <a:off x="6353314" y="6676671"/>
            <a:ext cx="1361060" cy="803472"/>
            <a:chOff x="10592773" y="5229745"/>
            <a:chExt cx="3298954" cy="1741391"/>
          </a:xfrm>
        </p:grpSpPr>
        <p:sp>
          <p:nvSpPr>
            <p:cNvPr id="33" name="Google Shape;157;p1">
              <a:extLst>
                <a:ext uri="{FF2B5EF4-FFF2-40B4-BE49-F238E27FC236}">
                  <a16:creationId xmlns:a16="http://schemas.microsoft.com/office/drawing/2014/main" id="{4C7378CF-ACA5-3AFA-A838-BC91891E20AC}"/>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7DF95635-8A24-4936-C10B-B6B9D109343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410AB6B3-CDE5-7C1F-FC07-3EF14434CE2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B3F9F454-5154-7AE5-83EE-06BDF50BF92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ECDC64A3-B6A7-8305-1311-BA36CFB7FA06}"/>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57D14F82-E97C-B0A3-586B-7B365A985E78}"/>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F7BCFA43-5019-7127-115E-9AFBB4E87CDF}"/>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2ED99CAF-D453-E1AD-387B-4BD33D01538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C822633F-3902-B6A8-BE60-F7B954FC076A}"/>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3F4237B7-22EE-587F-4322-2388E3B918FA}"/>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072A0096-F550-5F4D-BF06-BED740DE3BE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EF33D479-84E5-4283-25CA-D713726C4B3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FAB4E5ED-4597-05B5-5A0D-9AFBFB6B4B09}"/>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5DB92375-A626-CB9D-E3B6-ABF2E971AA7D}"/>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E2392C92-2555-0F53-790F-AD153D0A9B42}"/>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7E44907D-025C-3469-7844-19728FF85E7D}"/>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C78ADEE5-EFFF-7B0F-1612-C2A459B4E664}"/>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668C6139-E30C-AF94-BE48-CCA6BC658487}"/>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A352E3A4-AFD4-59BB-A2F9-32342154A4EB}"/>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AEA60D46-21F7-132A-9F6D-C7F918DDBFD6}"/>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8EA79C63-38F6-88B8-E69A-B773BBD508B2}"/>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C34B582C-FFBF-7A74-D09B-1E92CD408BCE}"/>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FB0AEFA0-ABD8-1650-9643-E15D2687C089}"/>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A94C11F5-6744-147A-88A8-08B5E5952931}"/>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C5A85341-6470-E422-16C4-EF85CDA60794}"/>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2AADE52D-1020-BFD7-8C3D-5ACBAB08FF56}"/>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461E13CF-9555-0F83-89A4-1BED124D85D9}"/>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8CC122A4-A373-15C9-75C0-43155ACAA43A}"/>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B1FD3894-64E2-5342-632D-0BA42E5907F3}"/>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F587067E-8B7D-3D38-D227-6496A92D11E0}"/>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28F79748-6D9E-307C-E562-761775EC617A}"/>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31B44D8B-A8BA-C686-7916-3AE3EC883F51}"/>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4C8C1901-5714-CAD2-B986-D18FB7601620}"/>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0CB3945D-7266-1345-B49A-D66FE91D28E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63799BD2-E6F5-1225-2319-170E012BD21E}"/>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E27C9DB4-65CC-A58E-A303-96C336D69341}"/>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4F789A9A-C803-8516-B19E-AFCC74FBC0B6}"/>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24F30FFB-99C2-41EE-3803-7DA199EAF612}"/>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D2FF2FCA-4480-5B7B-1D12-F34F6EE8EDE3}"/>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C0D7C11D-AB33-EE1D-BEC0-D7C79AD6830D}"/>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94ECA2ED-31F8-A905-91AB-C1AB30400C1D}"/>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DD5351F3-1BF2-CD13-6E16-052606919911}"/>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815B29F1-2228-C1DE-B4F8-29D3E8D11AF0}"/>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800C6235-9CDB-EE6E-C61B-D8FC3B6A68D7}"/>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7F553ADD-41D6-9607-69DF-9743E98B3153}"/>
              </a:ext>
            </a:extLst>
          </p:cNvPr>
          <p:cNvCxnSpPr>
            <a:stCxn id="359" idx="3"/>
            <a:endCxn id="338" idx="7"/>
          </p:cNvCxnSpPr>
          <p:nvPr/>
        </p:nvCxnSpPr>
        <p:spPr>
          <a:xfrm flipH="1">
            <a:off x="8399404" y="7042161"/>
            <a:ext cx="192599" cy="170944"/>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7AC1DB65-3A48-C1FB-8980-361A5C8F8E9F}"/>
              </a:ext>
            </a:extLst>
          </p:cNvPr>
          <p:cNvCxnSpPr>
            <a:cxnSpLocks/>
            <a:stCxn id="359" idx="5"/>
            <a:endCxn id="329" idx="1"/>
          </p:cNvCxnSpPr>
          <p:nvPr/>
        </p:nvCxnSpPr>
        <p:spPr>
          <a:xfrm>
            <a:off x="8647968" y="7042161"/>
            <a:ext cx="161412" cy="36435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06967AB6-3E6B-2C1E-B2FD-CC45D230D8C8}"/>
              </a:ext>
            </a:extLst>
          </p:cNvPr>
          <p:cNvCxnSpPr>
            <a:stCxn id="359" idx="6"/>
            <a:endCxn id="328" idx="1"/>
          </p:cNvCxnSpPr>
          <p:nvPr/>
        </p:nvCxnSpPr>
        <p:spPr>
          <a:xfrm>
            <a:off x="8659559" y="7009840"/>
            <a:ext cx="310966" cy="309715"/>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188F13CC-4833-9B61-82DC-D50AC7051CD8}"/>
              </a:ext>
            </a:extLst>
          </p:cNvPr>
          <p:cNvCxnSpPr>
            <a:stCxn id="359" idx="6"/>
            <a:endCxn id="331" idx="2"/>
          </p:cNvCxnSpPr>
          <p:nvPr/>
        </p:nvCxnSpPr>
        <p:spPr>
          <a:xfrm>
            <a:off x="8659559" y="7009840"/>
            <a:ext cx="317138" cy="117825"/>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74BD4078-BDC6-4826-F419-C5A1954247C5}"/>
              </a:ext>
            </a:extLst>
          </p:cNvPr>
          <p:cNvCxnSpPr>
            <a:cxnSpLocks/>
            <a:stCxn id="359" idx="7"/>
            <a:endCxn id="327" idx="2"/>
          </p:cNvCxnSpPr>
          <p:nvPr/>
        </p:nvCxnSpPr>
        <p:spPr>
          <a:xfrm flipV="1">
            <a:off x="8647968" y="6917647"/>
            <a:ext cx="191438" cy="59873"/>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7" name="TextBox 446">
            <a:extLst>
              <a:ext uri="{FF2B5EF4-FFF2-40B4-BE49-F238E27FC236}">
                <a16:creationId xmlns:a16="http://schemas.microsoft.com/office/drawing/2014/main" id="{152E59E1-6F36-8CCB-DA2F-058EC579C2BA}"/>
              </a:ext>
            </a:extLst>
          </p:cNvPr>
          <p:cNvSpPr txBox="1"/>
          <p:nvPr/>
        </p:nvSpPr>
        <p:spPr>
          <a:xfrm>
            <a:off x="3840480" y="2190475"/>
            <a:ext cx="670876" cy="2896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698D061F-CF8C-C60A-83B5-7EEA6877F972}"/>
              </a:ext>
            </a:extLst>
          </p:cNvPr>
          <p:cNvSpPr txBox="1"/>
          <p:nvPr/>
        </p:nvSpPr>
        <p:spPr>
          <a:xfrm>
            <a:off x="3840480" y="3063769"/>
            <a:ext cx="670876" cy="44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3B914486-5606-E6B6-D72B-9359ED4F4929}"/>
              </a:ext>
            </a:extLst>
          </p:cNvPr>
          <p:cNvSpPr txBox="1"/>
          <p:nvPr/>
        </p:nvSpPr>
        <p:spPr>
          <a:xfrm>
            <a:off x="3840480" y="6836371"/>
            <a:ext cx="670876" cy="44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8519F82D-B02C-CC16-ED3F-1F81824AED62}"/>
              </a:ext>
            </a:extLst>
          </p:cNvPr>
          <p:cNvSpPr txBox="1"/>
          <p:nvPr/>
        </p:nvSpPr>
        <p:spPr>
          <a:xfrm>
            <a:off x="3840480" y="8392953"/>
            <a:ext cx="670876" cy="44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514" name="TextBox 513">
            <a:extLst>
              <a:ext uri="{FF2B5EF4-FFF2-40B4-BE49-F238E27FC236}">
                <a16:creationId xmlns:a16="http://schemas.microsoft.com/office/drawing/2014/main" id="{F2F7BE4C-0638-2036-B1F5-1D337817606A}"/>
              </a:ext>
            </a:extLst>
          </p:cNvPr>
          <p:cNvSpPr txBox="1"/>
          <p:nvPr/>
        </p:nvSpPr>
        <p:spPr>
          <a:xfrm>
            <a:off x="3840480" y="5212625"/>
            <a:ext cx="670876" cy="44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sp>
        <p:nvSpPr>
          <p:cNvPr id="368" name="Line">
            <a:extLst>
              <a:ext uri="{FF2B5EF4-FFF2-40B4-BE49-F238E27FC236}">
                <a16:creationId xmlns:a16="http://schemas.microsoft.com/office/drawing/2014/main" id="{6CD73DF4-5705-9D9F-4FF5-460DA87BE290}"/>
              </a:ext>
            </a:extLst>
          </p:cNvPr>
          <p:cNvSpPr/>
          <p:nvPr/>
        </p:nvSpPr>
        <p:spPr>
          <a:xfrm flipV="1">
            <a:off x="4522135" y="2137177"/>
            <a:ext cx="0" cy="42635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6E6F6ABF-7AD7-2DBC-06C7-5C5D0161348A}"/>
              </a:ext>
            </a:extLst>
          </p:cNvPr>
          <p:cNvSpPr/>
          <p:nvPr/>
        </p:nvSpPr>
        <p:spPr>
          <a:xfrm flipV="1">
            <a:off x="4528417" y="3111108"/>
            <a:ext cx="0" cy="42635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CDCD9254-B915-4550-63F1-DF060694AC9B}"/>
              </a:ext>
            </a:extLst>
          </p:cNvPr>
          <p:cNvSpPr/>
          <p:nvPr/>
        </p:nvSpPr>
        <p:spPr>
          <a:xfrm flipV="1">
            <a:off x="4522135" y="3898620"/>
            <a:ext cx="0" cy="61661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CA331611-3419-507E-22F2-EE72AB63F851}"/>
              </a:ext>
            </a:extLst>
          </p:cNvPr>
          <p:cNvSpPr/>
          <p:nvPr/>
        </p:nvSpPr>
        <p:spPr>
          <a:xfrm flipV="1">
            <a:off x="4522135" y="5070787"/>
            <a:ext cx="0" cy="85904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783934E5-8894-142F-3FDC-7E61CC9B86A1}"/>
              </a:ext>
            </a:extLst>
          </p:cNvPr>
          <p:cNvSpPr/>
          <p:nvPr/>
        </p:nvSpPr>
        <p:spPr>
          <a:xfrm flipV="1">
            <a:off x="4522135" y="6530366"/>
            <a:ext cx="0" cy="108065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520E53C8-C9B4-3EC1-72DD-B457A422BA56}"/>
              </a:ext>
            </a:extLst>
          </p:cNvPr>
          <p:cNvSpPr/>
          <p:nvPr/>
        </p:nvSpPr>
        <p:spPr>
          <a:xfrm flipV="1">
            <a:off x="4526280" y="8412170"/>
            <a:ext cx="0" cy="42635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42697ED6-BE8A-A7DD-963E-018B8D2609F4}"/>
              </a:ext>
            </a:extLst>
          </p:cNvPr>
          <p:cNvSpPr txBox="1"/>
          <p:nvPr/>
        </p:nvSpPr>
        <p:spPr>
          <a:xfrm>
            <a:off x="3840480" y="3946702"/>
            <a:ext cx="582846" cy="469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09ED3F92-875A-0DE6-0C8E-899A696C03F3}"/>
              </a:ext>
            </a:extLst>
          </p:cNvPr>
          <p:cNvSpPr txBox="1"/>
          <p:nvPr/>
        </p:nvSpPr>
        <p:spPr>
          <a:xfrm>
            <a:off x="274320" y="3474720"/>
            <a:ext cx="1800173"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cxnSp>
        <p:nvCxnSpPr>
          <p:cNvPr id="519" name="Connector: Elbow 518">
            <a:extLst>
              <a:ext uri="{FF2B5EF4-FFF2-40B4-BE49-F238E27FC236}">
                <a16:creationId xmlns:a16="http://schemas.microsoft.com/office/drawing/2014/main" id="{F02E0EB9-E8F0-C8E0-77CD-037967C13C7F}"/>
              </a:ext>
            </a:extLst>
          </p:cNvPr>
          <p:cNvCxnSpPr>
            <a:cxnSpLocks/>
            <a:endCxn id="421" idx="1"/>
          </p:cNvCxnSpPr>
          <p:nvPr/>
        </p:nvCxnSpPr>
        <p:spPr>
          <a:xfrm flipV="1">
            <a:off x="5253412" y="8490981"/>
            <a:ext cx="4622108" cy="768741"/>
          </a:xfrm>
          <a:prstGeom prst="bentConnector3">
            <a:avLst>
              <a:gd name="adj1" fmla="val 969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56A8DEF2-D40B-F343-BAC6-2001D715DF0D}"/>
              </a:ext>
            </a:extLst>
          </p:cNvPr>
          <p:cNvCxnSpPr>
            <a:stCxn id="529" idx="3"/>
            <a:endCxn id="447" idx="1"/>
          </p:cNvCxnSpPr>
          <p:nvPr/>
        </p:nvCxnSpPr>
        <p:spPr>
          <a:xfrm flipV="1">
            <a:off x="2074493" y="2335283"/>
            <a:ext cx="1765987" cy="1309378"/>
          </a:xfrm>
          <a:prstGeom prst="bentConnector3">
            <a:avLst>
              <a:gd name="adj1" fmla="val 8356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8B69D299-1C72-C90C-7896-7666F616953E}"/>
              </a:ext>
            </a:extLst>
          </p:cNvPr>
          <p:cNvCxnSpPr>
            <a:cxnSpLocks/>
            <a:stCxn id="488" idx="3"/>
            <a:endCxn id="512" idx="1"/>
          </p:cNvCxnSpPr>
          <p:nvPr/>
        </p:nvCxnSpPr>
        <p:spPr>
          <a:xfrm flipV="1">
            <a:off x="1292227" y="3285487"/>
            <a:ext cx="2548253" cy="2372922"/>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8330692E-1811-56A8-D86E-C71BB0992C2B}"/>
              </a:ext>
            </a:extLst>
          </p:cNvPr>
          <p:cNvCxnSpPr>
            <a:cxnSpLocks/>
            <a:stCxn id="326" idx="3"/>
            <a:endCxn id="513" idx="1"/>
          </p:cNvCxnSpPr>
          <p:nvPr/>
        </p:nvCxnSpPr>
        <p:spPr>
          <a:xfrm flipV="1">
            <a:off x="2100141" y="4181239"/>
            <a:ext cx="1740339" cy="3943982"/>
          </a:xfrm>
          <a:prstGeom prst="bentConnector3">
            <a:avLst>
              <a:gd name="adj1" fmla="val 9409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BCA8B882-C6B6-A4DD-4311-3E1AAA2D773D}"/>
              </a:ext>
            </a:extLst>
          </p:cNvPr>
          <p:cNvCxnSpPr>
            <a:stCxn id="28" idx="2"/>
            <a:endCxn id="12" idx="0"/>
          </p:cNvCxnSpPr>
          <p:nvPr/>
        </p:nvCxnSpPr>
        <p:spPr>
          <a:xfrm rot="16200000" flipH="1">
            <a:off x="5549664" y="2889127"/>
            <a:ext cx="260918" cy="2153"/>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F5990A00-F415-9D7B-35A9-77FF4B38C180}"/>
              </a:ext>
            </a:extLst>
          </p:cNvPr>
          <p:cNvCxnSpPr>
            <a:cxnSpLocks/>
            <a:stCxn id="20" idx="2"/>
            <a:endCxn id="15" idx="0"/>
          </p:cNvCxnSpPr>
          <p:nvPr/>
        </p:nvCxnSpPr>
        <p:spPr>
          <a:xfrm rot="16200000" flipH="1">
            <a:off x="6777730" y="2870258"/>
            <a:ext cx="288460" cy="1235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0AE795BF-03B0-78D4-F7CE-EE3912498F04}"/>
              </a:ext>
            </a:extLst>
          </p:cNvPr>
          <p:cNvCxnSpPr>
            <a:cxnSpLocks/>
            <a:stCxn id="24" idx="2"/>
            <a:endCxn id="18" idx="0"/>
          </p:cNvCxnSpPr>
          <p:nvPr/>
        </p:nvCxnSpPr>
        <p:spPr>
          <a:xfrm rot="16200000" flipH="1">
            <a:off x="8050411" y="2866470"/>
            <a:ext cx="302691"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BD6E41A4-77D5-AF05-441F-2FB818FC6908}"/>
              </a:ext>
            </a:extLst>
          </p:cNvPr>
          <p:cNvCxnSpPr>
            <a:cxnSpLocks/>
            <a:stCxn id="12" idx="2"/>
          </p:cNvCxnSpPr>
          <p:nvPr/>
        </p:nvCxnSpPr>
        <p:spPr>
          <a:xfrm rot="16200000" flipH="1">
            <a:off x="5570444" y="3725173"/>
            <a:ext cx="222875" cy="1363"/>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92354F6D-5E04-48F9-A18D-4188687EFF66}"/>
              </a:ext>
            </a:extLst>
          </p:cNvPr>
          <p:cNvCxnSpPr>
            <a:cxnSpLocks/>
            <a:stCxn id="15" idx="2"/>
          </p:cNvCxnSpPr>
          <p:nvPr/>
        </p:nvCxnSpPr>
        <p:spPr>
          <a:xfrm rot="5400000">
            <a:off x="6816796" y="3719409"/>
            <a:ext cx="216330" cy="6348"/>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3FD55C3D-720E-D5F7-1387-C64DD9B57938}"/>
              </a:ext>
            </a:extLst>
          </p:cNvPr>
          <p:cNvCxnSpPr>
            <a:cxnSpLocks/>
            <a:stCxn id="18" idx="2"/>
          </p:cNvCxnSpPr>
          <p:nvPr/>
        </p:nvCxnSpPr>
        <p:spPr>
          <a:xfrm rot="5400000">
            <a:off x="8093340" y="3719333"/>
            <a:ext cx="216179" cy="6348"/>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EDF85F35-718C-1383-480B-10C64C15D511}"/>
              </a:ext>
            </a:extLst>
          </p:cNvPr>
          <p:cNvCxnSpPr>
            <a:cxnSpLocks/>
            <a:endCxn id="369" idx="1"/>
          </p:cNvCxnSpPr>
          <p:nvPr/>
        </p:nvCxnSpPr>
        <p:spPr>
          <a:xfrm rot="16200000" flipH="1">
            <a:off x="5457268" y="4721091"/>
            <a:ext cx="664345"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5A2A7A5D-319F-30BB-D29E-89B3CEFAA433}"/>
              </a:ext>
            </a:extLst>
          </p:cNvPr>
          <p:cNvSpPr txBox="1"/>
          <p:nvPr/>
        </p:nvSpPr>
        <p:spPr>
          <a:xfrm>
            <a:off x="5896317" y="4789728"/>
            <a:ext cx="2124618" cy="740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B3BC2F61-4A8C-75D1-876E-445E671AE995}"/>
              </a:ext>
            </a:extLst>
          </p:cNvPr>
          <p:cNvCxnSpPr>
            <a:cxnSpLocks/>
            <a:endCxn id="369" idx="0"/>
          </p:cNvCxnSpPr>
          <p:nvPr/>
        </p:nvCxnSpPr>
        <p:spPr>
          <a:xfrm rot="16200000" flipH="1">
            <a:off x="6776212" y="4637806"/>
            <a:ext cx="30384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DD720D28-0D7C-87D2-A19E-FE1B13916C20}"/>
              </a:ext>
            </a:extLst>
          </p:cNvPr>
          <p:cNvCxnSpPr>
            <a:cxnSpLocks/>
            <a:endCxn id="369" idx="3"/>
          </p:cNvCxnSpPr>
          <p:nvPr/>
        </p:nvCxnSpPr>
        <p:spPr>
          <a:xfrm rot="5400000">
            <a:off x="7747588" y="4715437"/>
            <a:ext cx="718051"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59B01F11-D318-BC50-6232-DC3B392986C6}"/>
              </a:ext>
            </a:extLst>
          </p:cNvPr>
          <p:cNvCxnSpPr>
            <a:cxnSpLocks/>
          </p:cNvCxnSpPr>
          <p:nvPr/>
        </p:nvCxnSpPr>
        <p:spPr>
          <a:xfrm rot="5400000">
            <a:off x="6675246" y="6407725"/>
            <a:ext cx="580550"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B614C890-8DF1-9AFA-F5C1-C65FF66F8442}"/>
              </a:ext>
            </a:extLst>
          </p:cNvPr>
          <p:cNvCxnSpPr>
            <a:cxnSpLocks/>
            <a:stCxn id="440" idx="1"/>
          </p:cNvCxnSpPr>
          <p:nvPr/>
        </p:nvCxnSpPr>
        <p:spPr>
          <a:xfrm rot="10800000" flipV="1">
            <a:off x="5466126" y="5740690"/>
            <a:ext cx="439624" cy="590806"/>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27E334C2-1219-9FDD-CA4B-B1C7B7C9A800}"/>
              </a:ext>
            </a:extLst>
          </p:cNvPr>
          <p:cNvSpPr txBox="1"/>
          <p:nvPr/>
        </p:nvSpPr>
        <p:spPr>
          <a:xfrm>
            <a:off x="5905750" y="5370278"/>
            <a:ext cx="2124618" cy="740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6E551EF7-74B5-3C71-111B-DA0E615F35C7}"/>
              </a:ext>
            </a:extLst>
          </p:cNvPr>
          <p:cNvCxnSpPr>
            <a:cxnSpLocks/>
            <a:stCxn id="440" idx="3"/>
          </p:cNvCxnSpPr>
          <p:nvPr/>
        </p:nvCxnSpPr>
        <p:spPr>
          <a:xfrm>
            <a:off x="8030368" y="5740691"/>
            <a:ext cx="542787" cy="892681"/>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8F217B19-AD53-B1FA-EA55-DFF3D807F6B7}"/>
              </a:ext>
            </a:extLst>
          </p:cNvPr>
          <p:cNvCxnSpPr>
            <a:cxnSpLocks/>
            <a:endCxn id="258" idx="1"/>
          </p:cNvCxnSpPr>
          <p:nvPr/>
        </p:nvCxnSpPr>
        <p:spPr>
          <a:xfrm>
            <a:off x="5705594" y="7738089"/>
            <a:ext cx="1064272" cy="89611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B283991E-5BC6-7E64-EF14-F45D3E811DF5}"/>
              </a:ext>
            </a:extLst>
          </p:cNvPr>
          <p:cNvCxnSpPr>
            <a:cxnSpLocks/>
          </p:cNvCxnSpPr>
          <p:nvPr/>
        </p:nvCxnSpPr>
        <p:spPr>
          <a:xfrm rot="5400000">
            <a:off x="6583854" y="8019318"/>
            <a:ext cx="79968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D2EFB4B0-426A-CAF5-7290-BFDF7A52E52C}"/>
              </a:ext>
            </a:extLst>
          </p:cNvPr>
          <p:cNvCxnSpPr>
            <a:cxnSpLocks/>
            <a:endCxn id="258" idx="3"/>
          </p:cNvCxnSpPr>
          <p:nvPr/>
        </p:nvCxnSpPr>
        <p:spPr>
          <a:xfrm rot="10800000" flipV="1">
            <a:off x="7276368" y="7661249"/>
            <a:ext cx="1371600" cy="972953"/>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94409BD0-DCDC-3513-7F68-76FE4EFBE7B0}"/>
              </a:ext>
            </a:extLst>
          </p:cNvPr>
          <p:cNvGrpSpPr/>
          <p:nvPr/>
        </p:nvGrpSpPr>
        <p:grpSpPr>
          <a:xfrm>
            <a:off x="4743746" y="6384680"/>
            <a:ext cx="1467990" cy="1268254"/>
            <a:chOff x="4743746" y="6200121"/>
            <a:chExt cx="1467990" cy="1268806"/>
          </a:xfrm>
        </p:grpSpPr>
        <p:grpSp>
          <p:nvGrpSpPr>
            <p:cNvPr id="373" name="Google Shape;156;p1">
              <a:extLst>
                <a:ext uri="{FF2B5EF4-FFF2-40B4-BE49-F238E27FC236}">
                  <a16:creationId xmlns:a16="http://schemas.microsoft.com/office/drawing/2014/main" id="{607ECD8A-61FA-E922-E51A-E9D8CB1F3BD4}"/>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47BE0489-A4CC-76CB-A652-087D8DE5A95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DDEEF1D8-804D-B79B-CBE6-6DA2401527E4}"/>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2701943D-13CE-2C9A-810F-6510AEE5F06A}"/>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C957BCB9-7054-BA5B-7AAD-E1EBC8D3FDF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D9E8C5B4-532B-12D5-6EBC-BB809BD6F77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3A1FBAD3-FBBF-9E9B-2361-36A3BA74CE54}"/>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7BD51C2A-699A-7B63-468D-5ECA5B2D14CD}"/>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FDDB2FAB-AF7F-C3A3-E97B-6B3F1C49D224}"/>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5E2339CC-8B24-BA4E-AC74-59A8B9141947}"/>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4B8F02AB-495A-FC3F-C5D0-EC34FFB6F86E}"/>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C284512F-117C-4DCD-770C-1B5B4E33553A}"/>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6F49490B-B322-A848-A769-5CDD3BE9E5D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8E26ADDB-81B5-FC50-9700-113338531472}"/>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7F977B6F-D9F0-AD6F-32FA-24D7732D3A6A}"/>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F488CFDA-19DA-0953-DF34-3B620883E4A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0D244070-7031-BFE7-378C-C617038E4B6F}"/>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D6E98888-F982-586C-F760-B4E5A61D9940}"/>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029B868F-1801-A8F7-5CA6-96B88121403C}"/>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73C17E5D-C3F0-E0F4-7F27-D4088FEB891B}"/>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6CEAE81D-D9FA-C338-1581-466DDDAB37C0}"/>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E1A80C4-C2F2-5C0C-9446-E9EB063C2A16}"/>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EE2C4800-73A2-A8E3-CFA5-47C3BBC0A326}"/>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BF63AA9D-2D31-4E30-61A3-B0372BBF7575}"/>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E6EC4BD-4B11-151D-7C07-D9D2C58EFA96}"/>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B9ADE50F-276C-B6B0-12F1-31B921EAF1DF}"/>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4A80ACD9-AEAB-B21B-4AA1-ED455B124CBB}"/>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3F7D0B8A-858A-36CD-5F01-5BC448428FAA}"/>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BF73F92F-F91D-E5B4-A902-7C08600E36ED}"/>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3D365C0B-0BC3-B94F-D206-CC8F03325638}"/>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9A3A77DD-6E0C-0F0B-1489-D919CE1BADC5}"/>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4EE0D13A-5BED-4536-4595-FD9FA468092B}"/>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4E415A28-1515-A706-6F5F-BFEEDA5AD392}"/>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4D1A132A-B880-97B1-676F-F4EF716BA991}"/>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4123478D-87F1-87A7-9176-2CC143180A11}"/>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F622FDB6-4EC6-8100-BC99-1AF11AFF5859}"/>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B38BDC3A-DFFE-6AA4-7B37-404474D6C979}"/>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9091DDD0-6121-A6EA-02F2-8DFC8FD95358}"/>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69794FB9-8CD7-EB35-5932-A5EFDA6F55E5}"/>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29864068-C842-852C-1745-2453F5D29DF4}"/>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2DFD50F0-7D86-E58B-ADE1-2D0FA7156FF3}"/>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9B89B0A9-D0DA-EED8-E88F-A92358ACA2D2}"/>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FC624C4B-75E7-B9C7-DEFE-64B66718155D}"/>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EFC88DDD-85FD-73DF-3BD5-29AC4FA46131}"/>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49646157-9960-5C39-A90F-301912418625}"/>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CEFB0C1D-ED73-AF85-3CE6-22AA7743DC4B}"/>
                </a:ext>
              </a:extLst>
            </p:cNvPr>
            <p:cNvGraphicFramePr/>
            <p:nvPr/>
          </p:nvGraphicFramePr>
          <p:xfrm>
            <a:off x="5154380" y="6200121"/>
            <a:ext cx="627864" cy="475211"/>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D3EE9BA8-4298-2F34-B040-0221447605E3}"/>
              </a:ext>
            </a:extLst>
          </p:cNvPr>
          <p:cNvSpPr txBox="1"/>
          <p:nvPr/>
        </p:nvSpPr>
        <p:spPr>
          <a:xfrm>
            <a:off x="274319" y="3931920"/>
            <a:ext cx="3291840" cy="14624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5AB50F7E-9925-3F1F-F830-CF5F44D0D919}"/>
              </a:ext>
            </a:extLst>
          </p:cNvPr>
          <p:cNvSpPr txBox="1"/>
          <p:nvPr/>
        </p:nvSpPr>
        <p:spPr>
          <a:xfrm>
            <a:off x="274320" y="5943600"/>
            <a:ext cx="3291840" cy="18280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BF842AE7-B865-BC06-D907-9C8FDDC5F5DB}"/>
              </a:ext>
            </a:extLst>
          </p:cNvPr>
          <p:cNvSpPr txBox="1"/>
          <p:nvPr/>
        </p:nvSpPr>
        <p:spPr>
          <a:xfrm>
            <a:off x="274320" y="8312142"/>
            <a:ext cx="3566160" cy="20286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a:t>
            </a:r>
            <a:endParaRPr lang="en-US" sz="1400" b="0" dirty="0"/>
          </a:p>
        </p:txBody>
      </p:sp>
      <p:sp>
        <p:nvSpPr>
          <p:cNvPr id="3" name="Line">
            <a:extLst>
              <a:ext uri="{FF2B5EF4-FFF2-40B4-BE49-F238E27FC236}">
                <a16:creationId xmlns:a16="http://schemas.microsoft.com/office/drawing/2014/main" id="{2E7DC389-9F22-01EE-682A-DDFB748C5E53}"/>
              </a:ext>
            </a:extLst>
          </p:cNvPr>
          <p:cNvSpPr/>
          <p:nvPr/>
        </p:nvSpPr>
        <p:spPr>
          <a:xfrm flipV="1">
            <a:off x="274320" y="201168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Line">
            <a:extLst>
              <a:ext uri="{FF2B5EF4-FFF2-40B4-BE49-F238E27FC236}">
                <a16:creationId xmlns:a16="http://schemas.microsoft.com/office/drawing/2014/main" id="{938669AC-B0A7-7F53-AD7D-8D3E73F176A3}"/>
              </a:ext>
            </a:extLst>
          </p:cNvPr>
          <p:cNvSpPr/>
          <p:nvPr/>
        </p:nvSpPr>
        <p:spPr>
          <a:xfrm flipV="1">
            <a:off x="274320" y="384048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2" name="Line">
            <a:extLst>
              <a:ext uri="{FF2B5EF4-FFF2-40B4-BE49-F238E27FC236}">
                <a16:creationId xmlns:a16="http://schemas.microsoft.com/office/drawing/2014/main" id="{1AC7F835-7F14-94BB-ACF9-022F8A641DE1}"/>
              </a:ext>
            </a:extLst>
          </p:cNvPr>
          <p:cNvSpPr/>
          <p:nvPr/>
        </p:nvSpPr>
        <p:spPr>
          <a:xfrm flipV="1">
            <a:off x="274320" y="585216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3" name="Line">
            <a:extLst>
              <a:ext uri="{FF2B5EF4-FFF2-40B4-BE49-F238E27FC236}">
                <a16:creationId xmlns:a16="http://schemas.microsoft.com/office/drawing/2014/main" id="{3F8AF958-7D9C-1B34-2E94-46B81DD88353}"/>
              </a:ext>
            </a:extLst>
          </p:cNvPr>
          <p:cNvSpPr/>
          <p:nvPr/>
        </p:nvSpPr>
        <p:spPr>
          <a:xfrm flipV="1">
            <a:off x="274320" y="832104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9" name="Line">
            <a:extLst>
              <a:ext uri="{FF2B5EF4-FFF2-40B4-BE49-F238E27FC236}">
                <a16:creationId xmlns:a16="http://schemas.microsoft.com/office/drawing/2014/main" id="{52F48625-0EAD-F540-FC9A-C4ACB0C6FB4E}"/>
              </a:ext>
            </a:extLst>
          </p:cNvPr>
          <p:cNvSpPr/>
          <p:nvPr/>
        </p:nvSpPr>
        <p:spPr>
          <a:xfrm flipV="1">
            <a:off x="9875518" y="201168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0" name="Line">
            <a:extLst>
              <a:ext uri="{FF2B5EF4-FFF2-40B4-BE49-F238E27FC236}">
                <a16:creationId xmlns:a16="http://schemas.microsoft.com/office/drawing/2014/main" id="{295A37EB-B8E9-CB58-4DF8-8BADD874A03D}"/>
              </a:ext>
            </a:extLst>
          </p:cNvPr>
          <p:cNvSpPr/>
          <p:nvPr/>
        </p:nvSpPr>
        <p:spPr>
          <a:xfrm flipV="1">
            <a:off x="9875518" y="411480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4" name="Line">
            <a:extLst>
              <a:ext uri="{FF2B5EF4-FFF2-40B4-BE49-F238E27FC236}">
                <a16:creationId xmlns:a16="http://schemas.microsoft.com/office/drawing/2014/main" id="{45E426F2-CB7D-F357-04F9-512BC89E458C}"/>
              </a:ext>
            </a:extLst>
          </p:cNvPr>
          <p:cNvSpPr/>
          <p:nvPr/>
        </p:nvSpPr>
        <p:spPr>
          <a:xfrm flipV="1">
            <a:off x="9875518" y="868680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1" name="Line">
            <a:extLst>
              <a:ext uri="{FF2B5EF4-FFF2-40B4-BE49-F238E27FC236}">
                <a16:creationId xmlns:a16="http://schemas.microsoft.com/office/drawing/2014/main" id="{2995FA16-4C6F-72D3-BFE2-7C33D7B3005B}"/>
              </a:ext>
            </a:extLst>
          </p:cNvPr>
          <p:cNvSpPr/>
          <p:nvPr/>
        </p:nvSpPr>
        <p:spPr>
          <a:xfrm flipV="1">
            <a:off x="4937760" y="2011680"/>
            <a:ext cx="37490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 name="Manipulate Variables">
            <a:extLst>
              <a:ext uri="{FF2B5EF4-FFF2-40B4-BE49-F238E27FC236}">
                <a16:creationId xmlns:a16="http://schemas.microsoft.com/office/drawing/2014/main" id="{B939833B-A5F2-8362-B569-3466D533B04A}"/>
              </a:ext>
            </a:extLst>
          </p:cNvPr>
          <p:cNvSpPr txBox="1"/>
          <p:nvPr/>
        </p:nvSpPr>
        <p:spPr>
          <a:xfrm>
            <a:off x="9875520" y="1645920"/>
            <a:ext cx="2644955"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421" name="Manipulate Variables">
            <a:extLst>
              <a:ext uri="{FF2B5EF4-FFF2-40B4-BE49-F238E27FC236}">
                <a16:creationId xmlns:a16="http://schemas.microsoft.com/office/drawing/2014/main" id="{90C35465-FC5C-C207-7547-8A8AECAA8E54}"/>
              </a:ext>
            </a:extLst>
          </p:cNvPr>
          <p:cNvSpPr txBox="1"/>
          <p:nvPr/>
        </p:nvSpPr>
        <p:spPr>
          <a:xfrm>
            <a:off x="9875520" y="8321040"/>
            <a:ext cx="3085781"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4" name="Layout Suggestions">
            <a:extLst>
              <a:ext uri="{FF2B5EF4-FFF2-40B4-BE49-F238E27FC236}">
                <a16:creationId xmlns:a16="http://schemas.microsoft.com/office/drawing/2014/main" id="{3FCD3430-6D3D-1A52-F2F3-36E77C1816B4}"/>
              </a:ext>
            </a:extLst>
          </p:cNvPr>
          <p:cNvSpPr txBox="1"/>
          <p:nvPr/>
        </p:nvSpPr>
        <p:spPr>
          <a:xfrm>
            <a:off x="4937760" y="1649659"/>
            <a:ext cx="3840480" cy="339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Tree>
    <p:extLst>
      <p:ext uri="{BB962C8B-B14F-4D97-AF65-F5344CB8AC3E}">
        <p14:creationId xmlns:p14="http://schemas.microsoft.com/office/powerpoint/2010/main" val="4203992668"/>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TotalTime>
  <Words>4403</Words>
  <Application>Microsoft Macintosh PowerPoint</Application>
  <PresentationFormat>Custom</PresentationFormat>
  <Paragraphs>613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Avenir</vt:lpstr>
      <vt:lpstr>Helvetica Light</vt:lpstr>
      <vt:lpstr>Source Sans Pro</vt:lpstr>
      <vt:lpstr>Source Sans Pro Light</vt:lpstr>
      <vt:lpstr>Source Sans Pro Semibold</vt:lpstr>
      <vt:lpstr>White</vt:lpstr>
      <vt:lpstr>PowerPoint Presentation</vt:lpstr>
      <vt:lpstr>PowerPoint Presentation</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dc:title>
  <dc:creator>Nico</dc:creator>
  <cp:lastModifiedBy>Jared Seto</cp:lastModifiedBy>
  <cp:revision>244</cp:revision>
  <cp:lastPrinted>2026-05-09T20:52:57Z</cp:lastPrinted>
  <dcterms:modified xsi:type="dcterms:W3CDTF">2026-05-10T02:48:05Z</dcterms:modified>
</cp:coreProperties>
</file>