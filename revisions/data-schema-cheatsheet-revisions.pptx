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notesSlides/notesSlide13.xml" ContentType="application/vnd.openxmlformats-officedocument.presentationml.notesSlide+xml"/>
  <Override PartName="/ppt/comments/modernComment_110_59C65A.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14_D20F6FCA.xml" ContentType="application/vnd.ms-powerpoint.comments+xml"/>
  <Override PartName="/ppt/notesSlides/notesSlide16.xml" ContentType="application/vnd.openxmlformats-officedocument.presentationml.notesSlide+xml"/>
  <Override PartName="/ppt/comments/modernComment_115_49BD94A2.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85" r:id="rId2"/>
    <p:sldId id="284" r:id="rId3"/>
    <p:sldId id="286" r:id="rId4"/>
    <p:sldId id="287" r:id="rId5"/>
    <p:sldId id="288" r:id="rId6"/>
    <p:sldId id="289" r:id="rId7"/>
    <p:sldId id="290" r:id="rId8"/>
    <p:sldId id="291" r:id="rId9"/>
    <p:sldId id="258" r:id="rId10"/>
    <p:sldId id="259" r:id="rId11"/>
    <p:sldId id="260" r:id="rId12"/>
    <p:sldId id="263" r:id="rId13"/>
    <p:sldId id="261" r:id="rId14"/>
    <p:sldId id="266" r:id="rId15"/>
    <p:sldId id="269" r:id="rId16"/>
    <p:sldId id="270" r:id="rId17"/>
    <p:sldId id="271" r:id="rId18"/>
    <p:sldId id="274" r:id="rId19"/>
    <p:sldId id="264" r:id="rId20"/>
    <p:sldId id="273" r:id="rId21"/>
    <p:sldId id="272" r:id="rId22"/>
    <p:sldId id="275" r:id="rId23"/>
    <p:sldId id="276" r:id="rId24"/>
    <p:sldId id="277" r:id="rId25"/>
    <p:sldId id="278" r:id="rId26"/>
    <p:sldId id="279" r:id="rId27"/>
    <p:sldId id="280" r:id="rId28"/>
    <p:sldId id="281" r:id="rId29"/>
    <p:sldId id="282" r:id="rId30"/>
    <p:sldId id="283" r:id="rId31"/>
  </p:sldIdLst>
  <p:sldSz cx="13970000" cy="10795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08FE43F-CBED-1CB8-7610-ADBD6AB49C63}" name="John Flinn" initials="JF" userId="7e17483a2f11917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8DB5"/>
    <a:srgbClr val="6B8094"/>
    <a:srgbClr val="0265C1"/>
    <a:srgbClr val="DBDBDB"/>
    <a:srgbClr val="C1C1C0"/>
    <a:srgbClr val="0265BF"/>
    <a:srgbClr val="4C4C4C"/>
    <a:srgbClr val="00872B"/>
    <a:srgbClr val="499FB8"/>
    <a:srgbClr val="C8D6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E87398-1604-4F79-9E5A-D574923309FD}" v="42" dt="2026-04-30T10:01:09.578"/>
    <p1510:client id="{A25B6CBE-8171-4262-95FB-30EF3A09DF57}" v="5" dt="2026-05-01T02:12:43.591"/>
    <p1510:client id="{B52D2038-E1FC-4C8D-B8EA-B699BDD7D5E0}" v="56" dt="2026-04-30T08:07:22.172"/>
    <p1510:client id="{D67F8B36-F99B-438D-BA7B-B1A4F1CC7E15}" v="44" dt="2026-05-01T07:35:41.166"/>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
          <a:latin typeface="Source Sans Pro"/>
          <a:ea typeface="Source Sans Pro"/>
          <a:cs typeface="Source Sans Pro"/>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
          <a:latin typeface="Source Sans Pro"/>
          <a:ea typeface="Source Sans Pro"/>
          <a:cs typeface="Source Sans Pro"/>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
          <a:latin typeface="Source Sans Pro"/>
          <a:ea typeface="Source Sans Pro"/>
          <a:cs typeface="Source Sans Pro"/>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
          <a:latin typeface="Source Sans Pro"/>
          <a:ea typeface="Source Sans Pro"/>
          <a:cs typeface="Source Sans Pro"/>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41" autoAdjust="0"/>
    <p:restoredTop sz="96247" autoAdjust="0"/>
  </p:normalViewPr>
  <p:slideViewPr>
    <p:cSldViewPr snapToGrid="0">
      <p:cViewPr varScale="1">
        <p:scale>
          <a:sx n="71" d="100"/>
          <a:sy n="71" d="100"/>
        </p:scale>
        <p:origin x="10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8/10/relationships/authors" Target="authors.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Flinn" userId="7e17483a2f11917b" providerId="LiveId" clId="{E34305C2-AE44-4C00-ADB6-473F6952CE75}"/>
    <pc:docChg chg="undo custSel addSld delSld modSld sldOrd">
      <pc:chgData name="John Flinn" userId="7e17483a2f11917b" providerId="LiveId" clId="{E34305C2-AE44-4C00-ADB6-473F6952CE75}" dt="2026-05-01T07:59:17.959" v="2607" actId="20577"/>
      <pc:docMkLst>
        <pc:docMk/>
      </pc:docMkLst>
      <pc:sldChg chg="addSp delSp modSp mod">
        <pc:chgData name="John Flinn" userId="7e17483a2f11917b" providerId="LiveId" clId="{E34305C2-AE44-4C00-ADB6-473F6952CE75}" dt="2026-05-01T01:19:39.846" v="3" actId="478"/>
        <pc:sldMkLst>
          <pc:docMk/>
          <pc:sldMk cId="1237161122" sldId="277"/>
        </pc:sldMkLst>
        <pc:spChg chg="mod">
          <ac:chgData name="John Flinn" userId="7e17483a2f11917b" providerId="LiveId" clId="{E34305C2-AE44-4C00-ADB6-473F6952CE75}" dt="2026-05-01T00:48:50.902" v="1" actId="1076"/>
          <ac:spMkLst>
            <pc:docMk/>
            <pc:sldMk cId="1237161122" sldId="277"/>
            <ac:spMk id="55" creationId="{E894B88B-E86B-D9D9-9316-5F9B7F0FD66A}"/>
          </ac:spMkLst>
        </pc:spChg>
        <pc:spChg chg="add del">
          <ac:chgData name="John Flinn" userId="7e17483a2f11917b" providerId="LiveId" clId="{E34305C2-AE44-4C00-ADB6-473F6952CE75}" dt="2026-05-01T01:19:39.846" v="3" actId="478"/>
          <ac:spMkLst>
            <pc:docMk/>
            <pc:sldMk cId="1237161122" sldId="277"/>
            <ac:spMk id="502" creationId="{72C0BE4C-58BD-43C1-70F6-5FCC90B17F88}"/>
          </ac:spMkLst>
        </pc:spChg>
        <pc:spChg chg="add del">
          <ac:chgData name="John Flinn" userId="7e17483a2f11917b" providerId="LiveId" clId="{E34305C2-AE44-4C00-ADB6-473F6952CE75}" dt="2026-05-01T01:19:39.846" v="3" actId="478"/>
          <ac:spMkLst>
            <pc:docMk/>
            <pc:sldMk cId="1237161122" sldId="277"/>
            <ac:spMk id="503" creationId="{748C68EF-1191-1B88-ED61-86028273DE75}"/>
          </ac:spMkLst>
        </pc:spChg>
        <pc:spChg chg="add del">
          <ac:chgData name="John Flinn" userId="7e17483a2f11917b" providerId="LiveId" clId="{E34305C2-AE44-4C00-ADB6-473F6952CE75}" dt="2026-05-01T01:19:39.846" v="3" actId="478"/>
          <ac:spMkLst>
            <pc:docMk/>
            <pc:sldMk cId="1237161122" sldId="277"/>
            <ac:spMk id="511" creationId="{21139186-47FB-C255-0459-45461571C5D8}"/>
          </ac:spMkLst>
        </pc:spChg>
        <pc:spChg chg="mod">
          <ac:chgData name="John Flinn" userId="7e17483a2f11917b" providerId="LiveId" clId="{E34305C2-AE44-4C00-ADB6-473F6952CE75}" dt="2026-05-01T00:46:38.098" v="0" actId="1076"/>
          <ac:spMkLst>
            <pc:docMk/>
            <pc:sldMk cId="1237161122" sldId="277"/>
            <ac:spMk id="1371" creationId="{3E23A349-AFBE-60C4-FA44-D47BA81F813C}"/>
          </ac:spMkLst>
        </pc:spChg>
        <pc:spChg chg="add del">
          <ac:chgData name="John Flinn" userId="7e17483a2f11917b" providerId="LiveId" clId="{E34305C2-AE44-4C00-ADB6-473F6952CE75}" dt="2026-05-01T01:19:39.846" v="3" actId="478"/>
          <ac:spMkLst>
            <pc:docMk/>
            <pc:sldMk cId="1237161122" sldId="277"/>
            <ac:spMk id="1408" creationId="{B6B557F9-EFAD-0EB3-43A7-B4E2E0C47355}"/>
          </ac:spMkLst>
        </pc:spChg>
        <pc:grpChg chg="add del">
          <ac:chgData name="John Flinn" userId="7e17483a2f11917b" providerId="LiveId" clId="{E34305C2-AE44-4C00-ADB6-473F6952CE75}" dt="2026-05-01T01:19:39.846" v="3" actId="478"/>
          <ac:grpSpMkLst>
            <pc:docMk/>
            <pc:sldMk cId="1237161122" sldId="277"/>
            <ac:grpSpMk id="497" creationId="{C01C7414-83E7-5225-E560-151BDD18AB22}"/>
          </ac:grpSpMkLst>
        </pc:grpChg>
        <pc:picChg chg="add del">
          <ac:chgData name="John Flinn" userId="7e17483a2f11917b" providerId="LiveId" clId="{E34305C2-AE44-4C00-ADB6-473F6952CE75}" dt="2026-05-01T01:19:39.846" v="3" actId="478"/>
          <ac:picMkLst>
            <pc:docMk/>
            <pc:sldMk cId="1237161122" sldId="277"/>
            <ac:picMk id="1420" creationId="{757F6A67-037E-9637-100B-400AEACC4EF5}"/>
          </ac:picMkLst>
        </pc:picChg>
        <pc:cxnChg chg="add del">
          <ac:chgData name="John Flinn" userId="7e17483a2f11917b" providerId="LiveId" clId="{E34305C2-AE44-4C00-ADB6-473F6952CE75}" dt="2026-05-01T01:19:39.846" v="3" actId="478"/>
          <ac:cxnSpMkLst>
            <pc:docMk/>
            <pc:sldMk cId="1237161122" sldId="277"/>
            <ac:cxnSpMk id="1433" creationId="{2350EBE0-995D-D000-2F61-866FCC5E542D}"/>
          </ac:cxnSpMkLst>
        </pc:cxnChg>
        <pc:cxnChg chg="add del">
          <ac:chgData name="John Flinn" userId="7e17483a2f11917b" providerId="LiveId" clId="{E34305C2-AE44-4C00-ADB6-473F6952CE75}" dt="2026-05-01T01:19:39.846" v="3" actId="478"/>
          <ac:cxnSpMkLst>
            <pc:docMk/>
            <pc:sldMk cId="1237161122" sldId="277"/>
            <ac:cxnSpMk id="1441" creationId="{7E82E8A5-CC76-CA16-B860-4F0E307ECFB4}"/>
          </ac:cxnSpMkLst>
        </pc:cxnChg>
        <pc:cxnChg chg="add del">
          <ac:chgData name="John Flinn" userId="7e17483a2f11917b" providerId="LiveId" clId="{E34305C2-AE44-4C00-ADB6-473F6952CE75}" dt="2026-05-01T01:19:39.846" v="3" actId="478"/>
          <ac:cxnSpMkLst>
            <pc:docMk/>
            <pc:sldMk cId="1237161122" sldId="277"/>
            <ac:cxnSpMk id="1445" creationId="{431C0DDB-96AB-6474-59FB-4663B4849C48}"/>
          </ac:cxnSpMkLst>
        </pc:cxnChg>
        <pc:cxnChg chg="add del">
          <ac:chgData name="John Flinn" userId="7e17483a2f11917b" providerId="LiveId" clId="{E34305C2-AE44-4C00-ADB6-473F6952CE75}" dt="2026-05-01T01:19:39.846" v="3" actId="478"/>
          <ac:cxnSpMkLst>
            <pc:docMk/>
            <pc:sldMk cId="1237161122" sldId="277"/>
            <ac:cxnSpMk id="1453" creationId="{FEB3A8B8-113A-67EE-8899-1E2B5EBFB0A1}"/>
          </ac:cxnSpMkLst>
        </pc:cxnChg>
      </pc:sldChg>
      <pc:sldChg chg="delSp modSp add del mod">
        <pc:chgData name="John Flinn" userId="7e17483a2f11917b" providerId="LiveId" clId="{E34305C2-AE44-4C00-ADB6-473F6952CE75}" dt="2026-05-01T01:39:48.177" v="65" actId="47"/>
        <pc:sldMkLst>
          <pc:docMk/>
          <pc:sldMk cId="2956798203" sldId="278"/>
        </pc:sldMkLst>
        <pc:spChg chg="mod">
          <ac:chgData name="John Flinn" userId="7e17483a2f11917b" providerId="LiveId" clId="{E34305C2-AE44-4C00-ADB6-473F6952CE75}" dt="2026-05-01T01:25:25.097" v="57" actId="1076"/>
          <ac:spMkLst>
            <pc:docMk/>
            <pc:sldMk cId="2956798203" sldId="278"/>
            <ac:spMk id="19" creationId="{DDE670EF-DDA8-2025-B8FA-3C42A2FC5FE1}"/>
          </ac:spMkLst>
        </pc:spChg>
        <pc:spChg chg="mod">
          <ac:chgData name="John Flinn" userId="7e17483a2f11917b" providerId="LiveId" clId="{E34305C2-AE44-4C00-ADB6-473F6952CE75}" dt="2026-05-01T01:24:13.964" v="44" actId="1037"/>
          <ac:spMkLst>
            <pc:docMk/>
            <pc:sldMk cId="2956798203" sldId="278"/>
            <ac:spMk id="23" creationId="{A6AE1493-E204-FD41-36D5-54E0EFAA31C8}"/>
          </ac:spMkLst>
        </pc:spChg>
        <pc:spChg chg="mod">
          <ac:chgData name="John Flinn" userId="7e17483a2f11917b" providerId="LiveId" clId="{E34305C2-AE44-4C00-ADB6-473F6952CE75}" dt="2026-05-01T01:25:37.430" v="61" actId="1037"/>
          <ac:spMkLst>
            <pc:docMk/>
            <pc:sldMk cId="2956798203" sldId="278"/>
            <ac:spMk id="52" creationId="{4CC380CE-5491-A341-A334-B98A99453CE0}"/>
          </ac:spMkLst>
        </pc:spChg>
        <pc:spChg chg="mod">
          <ac:chgData name="John Flinn" userId="7e17483a2f11917b" providerId="LiveId" clId="{E34305C2-AE44-4C00-ADB6-473F6952CE75}" dt="2026-05-01T01:25:41.816" v="62" actId="1076"/>
          <ac:spMkLst>
            <pc:docMk/>
            <pc:sldMk cId="2956798203" sldId="278"/>
            <ac:spMk id="53" creationId="{29238D6D-5BDC-3C6F-36CB-D4F84A46B0CE}"/>
          </ac:spMkLst>
        </pc:spChg>
        <pc:spChg chg="mod">
          <ac:chgData name="John Flinn" userId="7e17483a2f11917b" providerId="LiveId" clId="{E34305C2-AE44-4C00-ADB6-473F6952CE75}" dt="2026-05-01T01:24:24.818" v="49" actId="1035"/>
          <ac:spMkLst>
            <pc:docMk/>
            <pc:sldMk cId="2956798203" sldId="278"/>
            <ac:spMk id="471" creationId="{5865FDA4-BC7F-9B6D-4E94-C74EEEB75DBE}"/>
          </ac:spMkLst>
        </pc:spChg>
        <pc:spChg chg="mod">
          <ac:chgData name="John Flinn" userId="7e17483a2f11917b" providerId="LiveId" clId="{E34305C2-AE44-4C00-ADB6-473F6952CE75}" dt="2026-05-01T01:24:30.651" v="50" actId="1038"/>
          <ac:spMkLst>
            <pc:docMk/>
            <pc:sldMk cId="2956798203" sldId="278"/>
            <ac:spMk id="472" creationId="{2269444F-3FDB-4D96-C098-C470DEDE3B5E}"/>
          </ac:spMkLst>
        </pc:spChg>
        <pc:spChg chg="del">
          <ac:chgData name="John Flinn" userId="7e17483a2f11917b" providerId="LiveId" clId="{E34305C2-AE44-4C00-ADB6-473F6952CE75}" dt="2026-05-01T01:19:45.402" v="5" actId="478"/>
          <ac:spMkLst>
            <pc:docMk/>
            <pc:sldMk cId="2956798203" sldId="278"/>
            <ac:spMk id="502" creationId="{B0554212-09E9-6F46-CE87-D65704E82804}"/>
          </ac:spMkLst>
        </pc:spChg>
        <pc:spChg chg="del">
          <ac:chgData name="John Flinn" userId="7e17483a2f11917b" providerId="LiveId" clId="{E34305C2-AE44-4C00-ADB6-473F6952CE75}" dt="2026-05-01T01:19:45.402" v="5" actId="478"/>
          <ac:spMkLst>
            <pc:docMk/>
            <pc:sldMk cId="2956798203" sldId="278"/>
            <ac:spMk id="503" creationId="{02737757-B3D4-24A4-253D-2664886F32B4}"/>
          </ac:spMkLst>
        </pc:spChg>
        <pc:spChg chg="mod">
          <ac:chgData name="John Flinn" userId="7e17483a2f11917b" providerId="LiveId" clId="{E34305C2-AE44-4C00-ADB6-473F6952CE75}" dt="2026-05-01T01:23:21.722" v="24" actId="1037"/>
          <ac:spMkLst>
            <pc:docMk/>
            <pc:sldMk cId="2956798203" sldId="278"/>
            <ac:spMk id="504" creationId="{6A9F9056-BC6B-02E0-FE4F-10752D1123C9}"/>
          </ac:spMkLst>
        </pc:spChg>
        <pc:spChg chg="mod">
          <ac:chgData name="John Flinn" userId="7e17483a2f11917b" providerId="LiveId" clId="{E34305C2-AE44-4C00-ADB6-473F6952CE75}" dt="2026-05-01T01:23:30.116" v="26" actId="1035"/>
          <ac:spMkLst>
            <pc:docMk/>
            <pc:sldMk cId="2956798203" sldId="278"/>
            <ac:spMk id="506" creationId="{EE7E98AA-9F1D-E827-3033-0B98326FDF31}"/>
          </ac:spMkLst>
        </pc:spChg>
        <pc:spChg chg="mod">
          <ac:chgData name="John Flinn" userId="7e17483a2f11917b" providerId="LiveId" clId="{E34305C2-AE44-4C00-ADB6-473F6952CE75}" dt="2026-05-01T01:23:54.946" v="41" actId="1035"/>
          <ac:spMkLst>
            <pc:docMk/>
            <pc:sldMk cId="2956798203" sldId="278"/>
            <ac:spMk id="507" creationId="{32CF3827-7CFC-F1E6-A5F1-A388DC00B2E7}"/>
          </ac:spMkLst>
        </pc:spChg>
        <pc:spChg chg="del">
          <ac:chgData name="John Flinn" userId="7e17483a2f11917b" providerId="LiveId" clId="{E34305C2-AE44-4C00-ADB6-473F6952CE75}" dt="2026-05-01T01:19:45.402" v="5" actId="478"/>
          <ac:spMkLst>
            <pc:docMk/>
            <pc:sldMk cId="2956798203" sldId="278"/>
            <ac:spMk id="511" creationId="{8A90C845-B02F-2679-43BF-D6294EFBCFB1}"/>
          </ac:spMkLst>
        </pc:spChg>
        <pc:spChg chg="mod">
          <ac:chgData name="John Flinn" userId="7e17483a2f11917b" providerId="LiveId" clId="{E34305C2-AE44-4C00-ADB6-473F6952CE75}" dt="2026-05-01T01:22:29.418" v="15" actId="1076"/>
          <ac:spMkLst>
            <pc:docMk/>
            <pc:sldMk cId="2956798203" sldId="278"/>
            <ac:spMk id="1371" creationId="{790AAEA5-2BFE-3A5B-40A5-9672A65F8AB5}"/>
          </ac:spMkLst>
        </pc:spChg>
        <pc:spChg chg="mod">
          <ac:chgData name="John Flinn" userId="7e17483a2f11917b" providerId="LiveId" clId="{E34305C2-AE44-4C00-ADB6-473F6952CE75}" dt="2026-05-01T01:24:45.193" v="52" actId="1037"/>
          <ac:spMkLst>
            <pc:docMk/>
            <pc:sldMk cId="2956798203" sldId="278"/>
            <ac:spMk id="1392" creationId="{EDBE5C1E-7EB2-83A4-E8C4-6FD5F4DE3D1D}"/>
          </ac:spMkLst>
        </pc:spChg>
        <pc:spChg chg="mod">
          <ac:chgData name="John Flinn" userId="7e17483a2f11917b" providerId="LiveId" clId="{E34305C2-AE44-4C00-ADB6-473F6952CE75}" dt="2026-05-01T01:25:00.247" v="54" actId="1037"/>
          <ac:spMkLst>
            <pc:docMk/>
            <pc:sldMk cId="2956798203" sldId="278"/>
            <ac:spMk id="1394" creationId="{3597F5D7-D310-D6DF-397A-C25BDB6F6012}"/>
          </ac:spMkLst>
        </pc:spChg>
        <pc:spChg chg="mod">
          <ac:chgData name="John Flinn" userId="7e17483a2f11917b" providerId="LiveId" clId="{E34305C2-AE44-4C00-ADB6-473F6952CE75}" dt="2026-05-01T01:24:50.814" v="53" actId="1038"/>
          <ac:spMkLst>
            <pc:docMk/>
            <pc:sldMk cId="2956798203" sldId="278"/>
            <ac:spMk id="1395" creationId="{BD82B3BF-5885-EF3B-37AA-DFE414E54662}"/>
          </ac:spMkLst>
        </pc:spChg>
        <pc:spChg chg="del">
          <ac:chgData name="John Flinn" userId="7e17483a2f11917b" providerId="LiveId" clId="{E34305C2-AE44-4C00-ADB6-473F6952CE75}" dt="2026-05-01T01:19:45.402" v="5" actId="478"/>
          <ac:spMkLst>
            <pc:docMk/>
            <pc:sldMk cId="2956798203" sldId="278"/>
            <ac:spMk id="1408" creationId="{A33F9C03-B977-8297-648D-30B5111989C7}"/>
          </ac:spMkLst>
        </pc:spChg>
        <pc:spChg chg="mod">
          <ac:chgData name="John Flinn" userId="7e17483a2f11917b" providerId="LiveId" clId="{E34305C2-AE44-4C00-ADB6-473F6952CE75}" dt="2026-05-01T01:23:01.598" v="18" actId="1035"/>
          <ac:spMkLst>
            <pc:docMk/>
            <pc:sldMk cId="2956798203" sldId="278"/>
            <ac:spMk id="1434" creationId="{DFAD575A-536D-B002-1510-3DB804A8709E}"/>
          </ac:spMkLst>
        </pc:spChg>
        <pc:spChg chg="mod">
          <ac:chgData name="John Flinn" userId="7e17483a2f11917b" providerId="LiveId" clId="{E34305C2-AE44-4C00-ADB6-473F6952CE75}" dt="2026-05-01T01:23:05.780" v="20" actId="1035"/>
          <ac:spMkLst>
            <pc:docMk/>
            <pc:sldMk cId="2956798203" sldId="278"/>
            <ac:spMk id="1435" creationId="{F903CBC9-40A3-40D0-9CA9-4C65F000A6F2}"/>
          </ac:spMkLst>
        </pc:spChg>
        <pc:spChg chg="mod">
          <ac:chgData name="John Flinn" userId="7e17483a2f11917b" providerId="LiveId" clId="{E34305C2-AE44-4C00-ADB6-473F6952CE75}" dt="2026-05-01T01:23:12.475" v="21" actId="1036"/>
          <ac:spMkLst>
            <pc:docMk/>
            <pc:sldMk cId="2956798203" sldId="278"/>
            <ac:spMk id="1437" creationId="{55F17DE9-CB4E-607E-2755-AE61EDD9A0A7}"/>
          </ac:spMkLst>
        </pc:spChg>
        <pc:spChg chg="mod">
          <ac:chgData name="John Flinn" userId="7e17483a2f11917b" providerId="LiveId" clId="{E34305C2-AE44-4C00-ADB6-473F6952CE75}" dt="2026-05-01T01:22:52.388" v="17" actId="1035"/>
          <ac:spMkLst>
            <pc:docMk/>
            <pc:sldMk cId="2956798203" sldId="278"/>
            <ac:spMk id="1438" creationId="{C9C22AC3-219A-3070-2551-395086852488}"/>
          </ac:spMkLst>
        </pc:spChg>
        <pc:spChg chg="mod">
          <ac:chgData name="John Flinn" userId="7e17483a2f11917b" providerId="LiveId" clId="{E34305C2-AE44-4C00-ADB6-473F6952CE75}" dt="2026-05-01T01:39:21.330" v="64" actId="14100"/>
          <ac:spMkLst>
            <pc:docMk/>
            <pc:sldMk cId="2956798203" sldId="278"/>
            <ac:spMk id="1446" creationId="{0F231A79-EBEC-C5B5-34F7-9C274F3E0064}"/>
          </ac:spMkLst>
        </pc:spChg>
        <pc:spChg chg="mod">
          <ac:chgData name="John Flinn" userId="7e17483a2f11917b" providerId="LiveId" clId="{E34305C2-AE44-4C00-ADB6-473F6952CE75}" dt="2026-05-01T01:39:21.330" v="64" actId="14100"/>
          <ac:spMkLst>
            <pc:docMk/>
            <pc:sldMk cId="2956798203" sldId="278"/>
            <ac:spMk id="1456" creationId="{6E5D195F-D1C9-5309-93EA-60A8ACF8FA41}"/>
          </ac:spMkLst>
        </pc:spChg>
        <pc:spChg chg="mod">
          <ac:chgData name="John Flinn" userId="7e17483a2f11917b" providerId="LiveId" clId="{E34305C2-AE44-4C00-ADB6-473F6952CE75}" dt="2026-05-01T01:39:21.330" v="64" actId="14100"/>
          <ac:spMkLst>
            <pc:docMk/>
            <pc:sldMk cId="2956798203" sldId="278"/>
            <ac:spMk id="1463" creationId="{4815987D-DB8A-706D-879A-FED785CF1DCA}"/>
          </ac:spMkLst>
        </pc:spChg>
        <pc:spChg chg="mod">
          <ac:chgData name="John Flinn" userId="7e17483a2f11917b" providerId="LiveId" clId="{E34305C2-AE44-4C00-ADB6-473F6952CE75}" dt="2026-05-01T01:39:21.330" v="64" actId="14100"/>
          <ac:spMkLst>
            <pc:docMk/>
            <pc:sldMk cId="2956798203" sldId="278"/>
            <ac:spMk id="1471" creationId="{E30CA565-4069-5258-1C5F-6FC2F4F0497F}"/>
          </ac:spMkLst>
        </pc:spChg>
        <pc:grpChg chg="mod">
          <ac:chgData name="John Flinn" userId="7e17483a2f11917b" providerId="LiveId" clId="{E34305C2-AE44-4C00-ADB6-473F6952CE75}" dt="2026-05-01T01:39:21.330" v="64" actId="14100"/>
          <ac:grpSpMkLst>
            <pc:docMk/>
            <pc:sldMk cId="2956798203" sldId="278"/>
            <ac:grpSpMk id="493" creationId="{E658A3D3-891E-4A45-40D2-7AC18DD80C04}"/>
          </ac:grpSpMkLst>
        </pc:grpChg>
        <pc:grpChg chg="del">
          <ac:chgData name="John Flinn" userId="7e17483a2f11917b" providerId="LiveId" clId="{E34305C2-AE44-4C00-ADB6-473F6952CE75}" dt="2026-05-01T01:19:45.402" v="5" actId="478"/>
          <ac:grpSpMkLst>
            <pc:docMk/>
            <pc:sldMk cId="2956798203" sldId="278"/>
            <ac:grpSpMk id="497" creationId="{74173906-DC2B-50D7-033E-07E402C4B346}"/>
          </ac:grpSpMkLst>
        </pc:grpChg>
        <pc:grpChg chg="mod">
          <ac:chgData name="John Flinn" userId="7e17483a2f11917b" providerId="LiveId" clId="{E34305C2-AE44-4C00-ADB6-473F6952CE75}" dt="2026-05-01T01:19:58.685" v="9" actId="1076"/>
          <ac:grpSpMkLst>
            <pc:docMk/>
            <pc:sldMk cId="2956798203" sldId="278"/>
            <ac:grpSpMk id="600" creationId="{D883114D-394A-B5FE-22FE-CA14FE479C3B}"/>
          </ac:grpSpMkLst>
        </pc:grpChg>
        <pc:grpChg chg="mod">
          <ac:chgData name="John Flinn" userId="7e17483a2f11917b" providerId="LiveId" clId="{E34305C2-AE44-4C00-ADB6-473F6952CE75}" dt="2026-05-01T01:20:05.740" v="11" actId="1076"/>
          <ac:grpSpMkLst>
            <pc:docMk/>
            <pc:sldMk cId="2956798203" sldId="278"/>
            <ac:grpSpMk id="601" creationId="{D4AFDA97-14E1-16E8-448B-EBBE834F0FEC}"/>
          </ac:grpSpMkLst>
        </pc:grpChg>
        <pc:grpChg chg="mod">
          <ac:chgData name="John Flinn" userId="7e17483a2f11917b" providerId="LiveId" clId="{E34305C2-AE44-4C00-ADB6-473F6952CE75}" dt="2026-05-01T01:20:03.018" v="10" actId="1076"/>
          <ac:grpSpMkLst>
            <pc:docMk/>
            <pc:sldMk cId="2956798203" sldId="278"/>
            <ac:grpSpMk id="602" creationId="{8E8B687E-EEAD-8577-E15E-D03CB9C2C9AF}"/>
          </ac:grpSpMkLst>
        </pc:grpChg>
        <pc:grpChg chg="mod">
          <ac:chgData name="John Flinn" userId="7e17483a2f11917b" providerId="LiveId" clId="{E34305C2-AE44-4C00-ADB6-473F6952CE75}" dt="2026-05-01T01:20:08.627" v="12" actId="1076"/>
          <ac:grpSpMkLst>
            <pc:docMk/>
            <pc:sldMk cId="2956798203" sldId="278"/>
            <ac:grpSpMk id="603" creationId="{8E99AC11-AE2E-D9C7-C4B9-C9AD19CE4DC6}"/>
          </ac:grpSpMkLst>
        </pc:grpChg>
        <pc:picChg chg="del">
          <ac:chgData name="John Flinn" userId="7e17483a2f11917b" providerId="LiveId" clId="{E34305C2-AE44-4C00-ADB6-473F6952CE75}" dt="2026-05-01T01:19:45.402" v="5" actId="478"/>
          <ac:picMkLst>
            <pc:docMk/>
            <pc:sldMk cId="2956798203" sldId="278"/>
            <ac:picMk id="1420" creationId="{35BAF714-87A6-79C5-4A0D-A8CF0D66AA13}"/>
          </ac:picMkLst>
        </pc:picChg>
        <pc:picChg chg="mod">
          <ac:chgData name="John Flinn" userId="7e17483a2f11917b" providerId="LiveId" clId="{E34305C2-AE44-4C00-ADB6-473F6952CE75}" dt="2026-05-01T01:39:21.330" v="64" actId="14100"/>
          <ac:picMkLst>
            <pc:docMk/>
            <pc:sldMk cId="2956798203" sldId="278"/>
            <ac:picMk id="1464" creationId="{9FFFB861-AE82-A2E2-5AE0-A78C0DE55B67}"/>
          </ac:picMkLst>
        </pc:picChg>
        <pc:cxnChg chg="mod">
          <ac:chgData name="John Flinn" userId="7e17483a2f11917b" providerId="LiveId" clId="{E34305C2-AE44-4C00-ADB6-473F6952CE75}" dt="2026-05-01T01:39:21.330" v="64" actId="14100"/>
          <ac:cxnSpMkLst>
            <pc:docMk/>
            <pc:sldMk cId="2956798203" sldId="278"/>
            <ac:cxnSpMk id="54" creationId="{181DA40B-5448-2060-4FC9-AE155084AEC3}"/>
          </ac:cxnSpMkLst>
        </pc:cxnChg>
        <pc:cxnChg chg="mod">
          <ac:chgData name="John Flinn" userId="7e17483a2f11917b" providerId="LiveId" clId="{E34305C2-AE44-4C00-ADB6-473F6952CE75}" dt="2026-05-01T01:39:21.330" v="64" actId="14100"/>
          <ac:cxnSpMkLst>
            <pc:docMk/>
            <pc:sldMk cId="2956798203" sldId="278"/>
            <ac:cxnSpMk id="456" creationId="{260C1AED-6680-D80E-1B4D-46F55292D3B5}"/>
          </ac:cxnSpMkLst>
        </pc:cxnChg>
        <pc:cxnChg chg="mod">
          <ac:chgData name="John Flinn" userId="7e17483a2f11917b" providerId="LiveId" clId="{E34305C2-AE44-4C00-ADB6-473F6952CE75}" dt="2026-05-01T01:25:23.789" v="55" actId="14100"/>
          <ac:cxnSpMkLst>
            <pc:docMk/>
            <pc:sldMk cId="2956798203" sldId="278"/>
            <ac:cxnSpMk id="482" creationId="{7585EABC-D08C-E8F5-6602-B02630BED33B}"/>
          </ac:cxnSpMkLst>
        </pc:cxnChg>
        <pc:cxnChg chg="mod">
          <ac:chgData name="John Flinn" userId="7e17483a2f11917b" providerId="LiveId" clId="{E34305C2-AE44-4C00-ADB6-473F6952CE75}" dt="2026-05-01T01:39:21.330" v="64" actId="14100"/>
          <ac:cxnSpMkLst>
            <pc:docMk/>
            <pc:sldMk cId="2956798203" sldId="278"/>
            <ac:cxnSpMk id="1346" creationId="{D7690FD9-F49F-42CF-44EC-C7F2B6C5FF07}"/>
          </ac:cxnSpMkLst>
        </pc:cxnChg>
        <pc:cxnChg chg="mod">
          <ac:chgData name="John Flinn" userId="7e17483a2f11917b" providerId="LiveId" clId="{E34305C2-AE44-4C00-ADB6-473F6952CE75}" dt="2026-05-01T01:39:21.330" v="64" actId="14100"/>
          <ac:cxnSpMkLst>
            <pc:docMk/>
            <pc:sldMk cId="2956798203" sldId="278"/>
            <ac:cxnSpMk id="1378" creationId="{86080C92-B449-5B85-0C5C-23D00B72F88E}"/>
          </ac:cxnSpMkLst>
        </pc:cxnChg>
        <pc:cxnChg chg="del">
          <ac:chgData name="John Flinn" userId="7e17483a2f11917b" providerId="LiveId" clId="{E34305C2-AE44-4C00-ADB6-473F6952CE75}" dt="2026-05-01T01:19:45.402" v="5" actId="478"/>
          <ac:cxnSpMkLst>
            <pc:docMk/>
            <pc:sldMk cId="2956798203" sldId="278"/>
            <ac:cxnSpMk id="1423" creationId="{D11FAD95-B933-D2CF-7F5A-756618164A60}"/>
          </ac:cxnSpMkLst>
        </pc:cxnChg>
        <pc:cxnChg chg="del">
          <ac:chgData name="John Flinn" userId="7e17483a2f11917b" providerId="LiveId" clId="{E34305C2-AE44-4C00-ADB6-473F6952CE75}" dt="2026-05-01T01:19:45.402" v="5" actId="478"/>
          <ac:cxnSpMkLst>
            <pc:docMk/>
            <pc:sldMk cId="2956798203" sldId="278"/>
            <ac:cxnSpMk id="1433" creationId="{B5634E63-6B78-7781-3239-29CF82F08E6C}"/>
          </ac:cxnSpMkLst>
        </pc:cxnChg>
        <pc:cxnChg chg="del">
          <ac:chgData name="John Flinn" userId="7e17483a2f11917b" providerId="LiveId" clId="{E34305C2-AE44-4C00-ADB6-473F6952CE75}" dt="2026-05-01T01:19:45.402" v="5" actId="478"/>
          <ac:cxnSpMkLst>
            <pc:docMk/>
            <pc:sldMk cId="2956798203" sldId="278"/>
            <ac:cxnSpMk id="1445" creationId="{CFC9EF24-26A4-352B-E660-584D425D76F4}"/>
          </ac:cxnSpMkLst>
        </pc:cxnChg>
        <pc:cxnChg chg="del">
          <ac:chgData name="John Flinn" userId="7e17483a2f11917b" providerId="LiveId" clId="{E34305C2-AE44-4C00-ADB6-473F6952CE75}" dt="2026-05-01T01:19:45.402" v="5" actId="478"/>
          <ac:cxnSpMkLst>
            <pc:docMk/>
            <pc:sldMk cId="2956798203" sldId="278"/>
            <ac:cxnSpMk id="1451" creationId="{D40627F5-6018-EA77-2633-68D5D3E29976}"/>
          </ac:cxnSpMkLst>
        </pc:cxnChg>
      </pc:sldChg>
      <pc:sldChg chg="delSp modSp add mod">
        <pc:chgData name="John Flinn" userId="7e17483a2f11917b" providerId="LiveId" clId="{E34305C2-AE44-4C00-ADB6-473F6952CE75}" dt="2026-05-01T01:55:03.002" v="209" actId="14100"/>
        <pc:sldMkLst>
          <pc:docMk/>
          <pc:sldMk cId="4088682695" sldId="278"/>
        </pc:sldMkLst>
        <pc:spChg chg="mod">
          <ac:chgData name="John Flinn" userId="7e17483a2f11917b" providerId="LiveId" clId="{E34305C2-AE44-4C00-ADB6-473F6952CE75}" dt="2026-05-01T01:52:32.002" v="200" actId="1076"/>
          <ac:spMkLst>
            <pc:docMk/>
            <pc:sldMk cId="4088682695" sldId="278"/>
            <ac:spMk id="42" creationId="{98E4D64D-BB2E-3F6C-664E-31932BF09C85}"/>
          </ac:spMkLst>
        </pc:spChg>
        <pc:spChg chg="mod">
          <ac:chgData name="John Flinn" userId="7e17483a2f11917b" providerId="LiveId" clId="{E34305C2-AE44-4C00-ADB6-473F6952CE75}" dt="2026-05-01T01:47:39.343" v="159" actId="1076"/>
          <ac:spMkLst>
            <pc:docMk/>
            <pc:sldMk cId="4088682695" sldId="278"/>
            <ac:spMk id="43" creationId="{978EF808-E401-1170-C6B1-8C22D439E72C}"/>
          </ac:spMkLst>
        </pc:spChg>
        <pc:spChg chg="mod">
          <ac:chgData name="John Flinn" userId="7e17483a2f11917b" providerId="LiveId" clId="{E34305C2-AE44-4C00-ADB6-473F6952CE75}" dt="2026-05-01T01:49:45.232" v="183" actId="1036"/>
          <ac:spMkLst>
            <pc:docMk/>
            <pc:sldMk cId="4088682695" sldId="278"/>
            <ac:spMk id="52" creationId="{8A7DB93A-44E3-8391-BC9D-FEC2C445FBF2}"/>
          </ac:spMkLst>
        </pc:spChg>
        <pc:spChg chg="mod">
          <ac:chgData name="John Flinn" userId="7e17483a2f11917b" providerId="LiveId" clId="{E34305C2-AE44-4C00-ADB6-473F6952CE75}" dt="2026-05-01T01:49:50.962" v="184" actId="1076"/>
          <ac:spMkLst>
            <pc:docMk/>
            <pc:sldMk cId="4088682695" sldId="278"/>
            <ac:spMk id="53" creationId="{A549DF6F-215D-3914-2AB1-DE0BE433DE57}"/>
          </ac:spMkLst>
        </pc:spChg>
        <pc:spChg chg="mod">
          <ac:chgData name="John Flinn" userId="7e17483a2f11917b" providerId="LiveId" clId="{E34305C2-AE44-4C00-ADB6-473F6952CE75}" dt="2026-05-01T01:45:51.789" v="147" actId="1076"/>
          <ac:spMkLst>
            <pc:docMk/>
            <pc:sldMk cId="4088682695" sldId="278"/>
            <ac:spMk id="58" creationId="{AA697330-227E-60B4-7C56-785F1AC5475F}"/>
          </ac:spMkLst>
        </pc:spChg>
        <pc:spChg chg="mod">
          <ac:chgData name="John Flinn" userId="7e17483a2f11917b" providerId="LiveId" clId="{E34305C2-AE44-4C00-ADB6-473F6952CE75}" dt="2026-05-01T01:46:15.897" v="148" actId="1076"/>
          <ac:spMkLst>
            <pc:docMk/>
            <pc:sldMk cId="4088682695" sldId="278"/>
            <ac:spMk id="486" creationId="{EFF913C8-E351-240C-6754-4852956F904D}"/>
          </ac:spMkLst>
        </pc:spChg>
        <pc:spChg chg="mod">
          <ac:chgData name="John Flinn" userId="7e17483a2f11917b" providerId="LiveId" clId="{E34305C2-AE44-4C00-ADB6-473F6952CE75}" dt="2026-05-01T01:44:29.056" v="129" actId="1076"/>
          <ac:spMkLst>
            <pc:docMk/>
            <pc:sldMk cId="4088682695" sldId="278"/>
            <ac:spMk id="487" creationId="{25DC151F-5F0E-AD60-8074-C2B1C2E16DF0}"/>
          </ac:spMkLst>
        </pc:spChg>
        <pc:spChg chg="mod">
          <ac:chgData name="John Flinn" userId="7e17483a2f11917b" providerId="LiveId" clId="{E34305C2-AE44-4C00-ADB6-473F6952CE75}" dt="2026-05-01T01:47:17.829" v="157" actId="1076"/>
          <ac:spMkLst>
            <pc:docMk/>
            <pc:sldMk cId="4088682695" sldId="278"/>
            <ac:spMk id="489" creationId="{EE23BC87-2F2A-FC17-0B92-BFAD131C4520}"/>
          </ac:spMkLst>
        </pc:spChg>
        <pc:spChg chg="mod">
          <ac:chgData name="John Flinn" userId="7e17483a2f11917b" providerId="LiveId" clId="{E34305C2-AE44-4C00-ADB6-473F6952CE75}" dt="2026-05-01T01:52:13.005" v="199" actId="1076"/>
          <ac:spMkLst>
            <pc:docMk/>
            <pc:sldMk cId="4088682695" sldId="278"/>
            <ac:spMk id="490" creationId="{27EA8BD2-146E-18DC-4970-B10709C1AC22}"/>
          </ac:spMkLst>
        </pc:spChg>
        <pc:spChg chg="mod">
          <ac:chgData name="John Flinn" userId="7e17483a2f11917b" providerId="LiveId" clId="{E34305C2-AE44-4C00-ADB6-473F6952CE75}" dt="2026-05-01T01:42:35.242" v="116" actId="1037"/>
          <ac:spMkLst>
            <pc:docMk/>
            <pc:sldMk cId="4088682695" sldId="278"/>
            <ac:spMk id="495" creationId="{C482120A-6B23-C290-BD09-C0B3F46170FF}"/>
          </ac:spMkLst>
        </pc:spChg>
        <pc:spChg chg="mod">
          <ac:chgData name="John Flinn" userId="7e17483a2f11917b" providerId="LiveId" clId="{E34305C2-AE44-4C00-ADB6-473F6952CE75}" dt="2026-05-01T01:55:03.002" v="209" actId="14100"/>
          <ac:spMkLst>
            <pc:docMk/>
            <pc:sldMk cId="4088682695" sldId="278"/>
            <ac:spMk id="501" creationId="{71E05201-3549-0160-E82B-92221AC29AA7}"/>
          </ac:spMkLst>
        </pc:spChg>
        <pc:spChg chg="del">
          <ac:chgData name="John Flinn" userId="7e17483a2f11917b" providerId="LiveId" clId="{E34305C2-AE44-4C00-ADB6-473F6952CE75}" dt="2026-05-01T01:39:55.756" v="67" actId="478"/>
          <ac:spMkLst>
            <pc:docMk/>
            <pc:sldMk cId="4088682695" sldId="278"/>
            <ac:spMk id="502" creationId="{8485C9F8-82C2-4777-529C-CFB7CA94D9AF}"/>
          </ac:spMkLst>
        </pc:spChg>
        <pc:spChg chg="del">
          <ac:chgData name="John Flinn" userId="7e17483a2f11917b" providerId="LiveId" clId="{E34305C2-AE44-4C00-ADB6-473F6952CE75}" dt="2026-05-01T01:39:55.756" v="67" actId="478"/>
          <ac:spMkLst>
            <pc:docMk/>
            <pc:sldMk cId="4088682695" sldId="278"/>
            <ac:spMk id="503" creationId="{5F1532EB-D172-4D9E-9B57-C3D15A18E142}"/>
          </ac:spMkLst>
        </pc:spChg>
        <pc:spChg chg="mod">
          <ac:chgData name="John Flinn" userId="7e17483a2f11917b" providerId="LiveId" clId="{E34305C2-AE44-4C00-ADB6-473F6952CE75}" dt="2026-05-01T01:49:20.903" v="177" actId="1035"/>
          <ac:spMkLst>
            <pc:docMk/>
            <pc:sldMk cId="4088682695" sldId="278"/>
            <ac:spMk id="504" creationId="{C68A3F90-8A0A-1FDF-7046-D9F123CADDBE}"/>
          </ac:spMkLst>
        </pc:spChg>
        <pc:spChg chg="mod">
          <ac:chgData name="John Flinn" userId="7e17483a2f11917b" providerId="LiveId" clId="{E34305C2-AE44-4C00-ADB6-473F6952CE75}" dt="2026-05-01T01:53:17.394" v="207" actId="1038"/>
          <ac:spMkLst>
            <pc:docMk/>
            <pc:sldMk cId="4088682695" sldId="278"/>
            <ac:spMk id="506" creationId="{5670D1E0-78C9-70C2-C39D-310E2AC039A7}"/>
          </ac:spMkLst>
        </pc:spChg>
        <pc:spChg chg="mod">
          <ac:chgData name="John Flinn" userId="7e17483a2f11917b" providerId="LiveId" clId="{E34305C2-AE44-4C00-ADB6-473F6952CE75}" dt="2026-05-01T01:49:06.507" v="173" actId="1037"/>
          <ac:spMkLst>
            <pc:docMk/>
            <pc:sldMk cId="4088682695" sldId="278"/>
            <ac:spMk id="507" creationId="{245A68D6-9FB6-CA96-5685-0BE6455A0E87}"/>
          </ac:spMkLst>
        </pc:spChg>
        <pc:spChg chg="mod">
          <ac:chgData name="John Flinn" userId="7e17483a2f11917b" providerId="LiveId" clId="{E34305C2-AE44-4C00-ADB6-473F6952CE75}" dt="2026-05-01T01:49:10.250" v="174" actId="1038"/>
          <ac:spMkLst>
            <pc:docMk/>
            <pc:sldMk cId="4088682695" sldId="278"/>
            <ac:spMk id="508" creationId="{D0D4DB7F-DCE9-727C-BEC3-D0DE604DC96C}"/>
          </ac:spMkLst>
        </pc:spChg>
        <pc:spChg chg="del">
          <ac:chgData name="John Flinn" userId="7e17483a2f11917b" providerId="LiveId" clId="{E34305C2-AE44-4C00-ADB6-473F6952CE75}" dt="2026-05-01T01:39:55.756" v="67" actId="478"/>
          <ac:spMkLst>
            <pc:docMk/>
            <pc:sldMk cId="4088682695" sldId="278"/>
            <ac:spMk id="511" creationId="{EB663532-6CC2-DDA5-D4A6-2F7AC878CDE5}"/>
          </ac:spMkLst>
        </pc:spChg>
        <pc:spChg chg="mod">
          <ac:chgData name="John Flinn" userId="7e17483a2f11917b" providerId="LiveId" clId="{E34305C2-AE44-4C00-ADB6-473F6952CE75}" dt="2026-05-01T01:54:46.445" v="208" actId="1076"/>
          <ac:spMkLst>
            <pc:docMk/>
            <pc:sldMk cId="4088682695" sldId="278"/>
            <ac:spMk id="1371" creationId="{DDE0584B-9FC2-CC26-2FC1-496642E3E101}"/>
          </ac:spMkLst>
        </pc:spChg>
        <pc:spChg chg="mod">
          <ac:chgData name="John Flinn" userId="7e17483a2f11917b" providerId="LiveId" clId="{E34305C2-AE44-4C00-ADB6-473F6952CE75}" dt="2026-05-01T01:44:29.056" v="129" actId="1076"/>
          <ac:spMkLst>
            <pc:docMk/>
            <pc:sldMk cId="4088682695" sldId="278"/>
            <ac:spMk id="1372" creationId="{765E1219-CC88-96B5-024F-72402F94612B}"/>
          </ac:spMkLst>
        </pc:spChg>
        <pc:spChg chg="mod">
          <ac:chgData name="John Flinn" userId="7e17483a2f11917b" providerId="LiveId" clId="{E34305C2-AE44-4C00-ADB6-473F6952CE75}" dt="2026-05-01T01:44:29.056" v="129" actId="1076"/>
          <ac:spMkLst>
            <pc:docMk/>
            <pc:sldMk cId="4088682695" sldId="278"/>
            <ac:spMk id="1373" creationId="{A9524580-9736-1B41-5063-6B5B998F9E8C}"/>
          </ac:spMkLst>
        </pc:spChg>
        <pc:spChg chg="mod">
          <ac:chgData name="John Flinn" userId="7e17483a2f11917b" providerId="LiveId" clId="{E34305C2-AE44-4C00-ADB6-473F6952CE75}" dt="2026-05-01T01:44:29.056" v="129" actId="1076"/>
          <ac:spMkLst>
            <pc:docMk/>
            <pc:sldMk cId="4088682695" sldId="278"/>
            <ac:spMk id="1374" creationId="{10C30112-68AB-A3EF-7AE6-D71A8FC8B637}"/>
          </ac:spMkLst>
        </pc:spChg>
        <pc:spChg chg="mod">
          <ac:chgData name="John Flinn" userId="7e17483a2f11917b" providerId="LiveId" clId="{E34305C2-AE44-4C00-ADB6-473F6952CE75}" dt="2026-05-01T01:44:29.056" v="129" actId="1076"/>
          <ac:spMkLst>
            <pc:docMk/>
            <pc:sldMk cId="4088682695" sldId="278"/>
            <ac:spMk id="1375" creationId="{B923CC72-B560-5A08-AFE1-B65A0537EC43}"/>
          </ac:spMkLst>
        </pc:spChg>
        <pc:spChg chg="mod">
          <ac:chgData name="John Flinn" userId="7e17483a2f11917b" providerId="LiveId" clId="{E34305C2-AE44-4C00-ADB6-473F6952CE75}" dt="2026-05-01T01:44:29.056" v="129" actId="1076"/>
          <ac:spMkLst>
            <pc:docMk/>
            <pc:sldMk cId="4088682695" sldId="278"/>
            <ac:spMk id="1376" creationId="{E9A54C64-7019-CE58-AE51-A2877D603638}"/>
          </ac:spMkLst>
        </pc:spChg>
        <pc:spChg chg="mod">
          <ac:chgData name="John Flinn" userId="7e17483a2f11917b" providerId="LiveId" clId="{E34305C2-AE44-4C00-ADB6-473F6952CE75}" dt="2026-05-01T01:50:12.762" v="192" actId="1037"/>
          <ac:spMkLst>
            <pc:docMk/>
            <pc:sldMk cId="4088682695" sldId="278"/>
            <ac:spMk id="1392" creationId="{CB07CB0C-6A88-DA3E-3F54-428870DCF00E}"/>
          </ac:spMkLst>
        </pc:spChg>
        <pc:spChg chg="mod">
          <ac:chgData name="John Flinn" userId="7e17483a2f11917b" providerId="LiveId" clId="{E34305C2-AE44-4C00-ADB6-473F6952CE75}" dt="2026-05-01T01:50:07.893" v="190" actId="1038"/>
          <ac:spMkLst>
            <pc:docMk/>
            <pc:sldMk cId="4088682695" sldId="278"/>
            <ac:spMk id="1393" creationId="{592A9F93-79D2-8486-0CE4-BBC0FB486520}"/>
          </ac:spMkLst>
        </pc:spChg>
        <pc:spChg chg="mod">
          <ac:chgData name="John Flinn" userId="7e17483a2f11917b" providerId="LiveId" clId="{E34305C2-AE44-4C00-ADB6-473F6952CE75}" dt="2026-05-01T01:50:04.053" v="189" actId="1035"/>
          <ac:spMkLst>
            <pc:docMk/>
            <pc:sldMk cId="4088682695" sldId="278"/>
            <ac:spMk id="1394" creationId="{AD0AE3FA-36F1-DD37-9744-E97472A3283B}"/>
          </ac:spMkLst>
        </pc:spChg>
        <pc:spChg chg="mod">
          <ac:chgData name="John Flinn" userId="7e17483a2f11917b" providerId="LiveId" clId="{E34305C2-AE44-4C00-ADB6-473F6952CE75}" dt="2026-05-01T01:52:08.286" v="198" actId="1076"/>
          <ac:spMkLst>
            <pc:docMk/>
            <pc:sldMk cId="4088682695" sldId="278"/>
            <ac:spMk id="1396" creationId="{998163C4-F29B-7EA7-72F0-B12C626A360F}"/>
          </ac:spMkLst>
        </pc:spChg>
        <pc:spChg chg="mod">
          <ac:chgData name="John Flinn" userId="7e17483a2f11917b" providerId="LiveId" clId="{E34305C2-AE44-4C00-ADB6-473F6952CE75}" dt="2026-05-01T01:51:52.894" v="196" actId="1076"/>
          <ac:spMkLst>
            <pc:docMk/>
            <pc:sldMk cId="4088682695" sldId="278"/>
            <ac:spMk id="1398" creationId="{FB9B7CD4-4687-51C0-CE72-80B75BF62D9A}"/>
          </ac:spMkLst>
        </pc:spChg>
        <pc:spChg chg="del">
          <ac:chgData name="John Flinn" userId="7e17483a2f11917b" providerId="LiveId" clId="{E34305C2-AE44-4C00-ADB6-473F6952CE75}" dt="2026-05-01T01:39:55.756" v="67" actId="478"/>
          <ac:spMkLst>
            <pc:docMk/>
            <pc:sldMk cId="4088682695" sldId="278"/>
            <ac:spMk id="1408" creationId="{17EEEAFD-48B2-EB07-78AF-EECF2363EA9E}"/>
          </ac:spMkLst>
        </pc:spChg>
        <pc:spChg chg="mod">
          <ac:chgData name="John Flinn" userId="7e17483a2f11917b" providerId="LiveId" clId="{E34305C2-AE44-4C00-ADB6-473F6952CE75}" dt="2026-05-01T01:48:53.449" v="167" actId="1037"/>
          <ac:spMkLst>
            <pc:docMk/>
            <pc:sldMk cId="4088682695" sldId="278"/>
            <ac:spMk id="1434" creationId="{9FC12451-697E-2863-68CC-CDCB9F32B50A}"/>
          </ac:spMkLst>
        </pc:spChg>
        <pc:spChg chg="mod">
          <ac:chgData name="John Flinn" userId="7e17483a2f11917b" providerId="LiveId" clId="{E34305C2-AE44-4C00-ADB6-473F6952CE75}" dt="2026-05-01T01:49:00.066" v="169" actId="1035"/>
          <ac:spMkLst>
            <pc:docMk/>
            <pc:sldMk cId="4088682695" sldId="278"/>
            <ac:spMk id="1435" creationId="{CE92E2BE-5CCC-5804-74FF-7B9063EFD7B0}"/>
          </ac:spMkLst>
        </pc:spChg>
        <pc:spChg chg="mod">
          <ac:chgData name="John Flinn" userId="7e17483a2f11917b" providerId="LiveId" clId="{E34305C2-AE44-4C00-ADB6-473F6952CE75}" dt="2026-05-01T01:53:12.214" v="206" actId="1035"/>
          <ac:spMkLst>
            <pc:docMk/>
            <pc:sldMk cId="4088682695" sldId="278"/>
            <ac:spMk id="1436" creationId="{22290EE1-7DBF-9C8C-AA4B-918A34888595}"/>
          </ac:spMkLst>
        </pc:spChg>
        <pc:spChg chg="mod">
          <ac:chgData name="John Flinn" userId="7e17483a2f11917b" providerId="LiveId" clId="{E34305C2-AE44-4C00-ADB6-473F6952CE75}" dt="2026-05-01T01:49:28.513" v="178" actId="1036"/>
          <ac:spMkLst>
            <pc:docMk/>
            <pc:sldMk cId="4088682695" sldId="278"/>
            <ac:spMk id="1437" creationId="{7494D0DC-A78B-B556-F6FF-9247165F52D7}"/>
          </ac:spMkLst>
        </pc:spChg>
        <pc:spChg chg="mod">
          <ac:chgData name="John Flinn" userId="7e17483a2f11917b" providerId="LiveId" clId="{E34305C2-AE44-4C00-ADB6-473F6952CE75}" dt="2026-05-01T01:49:32.643" v="181" actId="1035"/>
          <ac:spMkLst>
            <pc:docMk/>
            <pc:sldMk cId="4088682695" sldId="278"/>
            <ac:spMk id="1438" creationId="{8A811470-8C61-0390-12B0-848FA57A7FDB}"/>
          </ac:spMkLst>
        </pc:spChg>
        <pc:spChg chg="mod">
          <ac:chgData name="John Flinn" userId="7e17483a2f11917b" providerId="LiveId" clId="{E34305C2-AE44-4C00-ADB6-473F6952CE75}" dt="2026-05-01T01:46:38.623" v="152" actId="1076"/>
          <ac:spMkLst>
            <pc:docMk/>
            <pc:sldMk cId="4088682695" sldId="278"/>
            <ac:spMk id="1446" creationId="{DB9EB13F-6A26-E484-9375-E4A7E1CA52C1}"/>
          </ac:spMkLst>
        </pc:spChg>
        <pc:spChg chg="mod">
          <ac:chgData name="John Flinn" userId="7e17483a2f11917b" providerId="LiveId" clId="{E34305C2-AE44-4C00-ADB6-473F6952CE75}" dt="2026-05-01T01:46:38.623" v="152" actId="1076"/>
          <ac:spMkLst>
            <pc:docMk/>
            <pc:sldMk cId="4088682695" sldId="278"/>
            <ac:spMk id="1456" creationId="{34AF5193-D619-4C3D-576D-0E5BAE9E4253}"/>
          </ac:spMkLst>
        </pc:spChg>
        <pc:spChg chg="mod">
          <ac:chgData name="John Flinn" userId="7e17483a2f11917b" providerId="LiveId" clId="{E34305C2-AE44-4C00-ADB6-473F6952CE75}" dt="2026-05-01T01:46:38.623" v="152" actId="1076"/>
          <ac:spMkLst>
            <pc:docMk/>
            <pc:sldMk cId="4088682695" sldId="278"/>
            <ac:spMk id="1463" creationId="{6BF5C07B-E90C-DA19-BA39-7AAFD9149C08}"/>
          </ac:spMkLst>
        </pc:spChg>
        <pc:spChg chg="mod">
          <ac:chgData name="John Flinn" userId="7e17483a2f11917b" providerId="LiveId" clId="{E34305C2-AE44-4C00-ADB6-473F6952CE75}" dt="2026-05-01T01:46:38.623" v="152" actId="1076"/>
          <ac:spMkLst>
            <pc:docMk/>
            <pc:sldMk cId="4088682695" sldId="278"/>
            <ac:spMk id="1471" creationId="{8998596A-6898-B4C2-4193-504E71BC0395}"/>
          </ac:spMkLst>
        </pc:spChg>
        <pc:grpChg chg="mod">
          <ac:chgData name="John Flinn" userId="7e17483a2f11917b" providerId="LiveId" clId="{E34305C2-AE44-4C00-ADB6-473F6952CE75}" dt="2026-05-01T01:46:38.623" v="152" actId="1076"/>
          <ac:grpSpMkLst>
            <pc:docMk/>
            <pc:sldMk cId="4088682695" sldId="278"/>
            <ac:grpSpMk id="493" creationId="{B241D6BA-0B46-FAA9-2742-0A7FE05D2D9C}"/>
          </ac:grpSpMkLst>
        </pc:grpChg>
        <pc:grpChg chg="del">
          <ac:chgData name="John Flinn" userId="7e17483a2f11917b" providerId="LiveId" clId="{E34305C2-AE44-4C00-ADB6-473F6952CE75}" dt="2026-05-01T01:39:55.756" v="67" actId="478"/>
          <ac:grpSpMkLst>
            <pc:docMk/>
            <pc:sldMk cId="4088682695" sldId="278"/>
            <ac:grpSpMk id="497" creationId="{553D8515-8F5A-5AAF-1581-5E96090C8C89}"/>
          </ac:grpSpMkLst>
        </pc:grpChg>
        <pc:picChg chg="del">
          <ac:chgData name="John Flinn" userId="7e17483a2f11917b" providerId="LiveId" clId="{E34305C2-AE44-4C00-ADB6-473F6952CE75}" dt="2026-05-01T01:39:55.756" v="67" actId="478"/>
          <ac:picMkLst>
            <pc:docMk/>
            <pc:sldMk cId="4088682695" sldId="278"/>
            <ac:picMk id="1420" creationId="{F9577ABA-074C-7750-9417-9EA8B695B394}"/>
          </ac:picMkLst>
        </pc:picChg>
        <pc:picChg chg="mod">
          <ac:chgData name="John Flinn" userId="7e17483a2f11917b" providerId="LiveId" clId="{E34305C2-AE44-4C00-ADB6-473F6952CE75}" dt="2026-05-01T01:46:38.623" v="152" actId="1076"/>
          <ac:picMkLst>
            <pc:docMk/>
            <pc:sldMk cId="4088682695" sldId="278"/>
            <ac:picMk id="1464" creationId="{2DB66CA0-D606-FBA6-151D-2B6A3C477F15}"/>
          </ac:picMkLst>
        </pc:picChg>
        <pc:cxnChg chg="mod">
          <ac:chgData name="John Flinn" userId="7e17483a2f11917b" providerId="LiveId" clId="{E34305C2-AE44-4C00-ADB6-473F6952CE75}" dt="2026-05-01T01:46:38.623" v="152" actId="1076"/>
          <ac:cxnSpMkLst>
            <pc:docMk/>
            <pc:sldMk cId="4088682695" sldId="278"/>
            <ac:cxnSpMk id="44" creationId="{11585E4A-D439-1C14-82C0-0B3AE867F241}"/>
          </ac:cxnSpMkLst>
        </pc:cxnChg>
        <pc:cxnChg chg="mod">
          <ac:chgData name="John Flinn" userId="7e17483a2f11917b" providerId="LiveId" clId="{E34305C2-AE44-4C00-ADB6-473F6952CE75}" dt="2026-05-01T01:42:17.448" v="103" actId="14100"/>
          <ac:cxnSpMkLst>
            <pc:docMk/>
            <pc:sldMk cId="4088682695" sldId="278"/>
            <ac:cxnSpMk id="54" creationId="{7CB50296-44FD-3EE8-6CDB-F1C4D041F930}"/>
          </ac:cxnSpMkLst>
        </pc:cxnChg>
        <pc:cxnChg chg="mod">
          <ac:chgData name="John Flinn" userId="7e17483a2f11917b" providerId="LiveId" clId="{E34305C2-AE44-4C00-ADB6-473F6952CE75}" dt="2026-05-01T01:46:38.623" v="152" actId="1076"/>
          <ac:cxnSpMkLst>
            <pc:docMk/>
            <pc:sldMk cId="4088682695" sldId="278"/>
            <ac:cxnSpMk id="456" creationId="{21EE40C8-FABB-1E9F-CDB5-B15D890B5CDF}"/>
          </ac:cxnSpMkLst>
        </pc:cxnChg>
        <pc:cxnChg chg="mod">
          <ac:chgData name="John Flinn" userId="7e17483a2f11917b" providerId="LiveId" clId="{E34305C2-AE44-4C00-ADB6-473F6952CE75}" dt="2026-05-01T01:42:01.168" v="97" actId="14100"/>
          <ac:cxnSpMkLst>
            <pc:docMk/>
            <pc:sldMk cId="4088682695" sldId="278"/>
            <ac:cxnSpMk id="459" creationId="{48888877-2F33-61F0-DD83-E07BF9484232}"/>
          </ac:cxnSpMkLst>
        </pc:cxnChg>
        <pc:cxnChg chg="mod">
          <ac:chgData name="John Flinn" userId="7e17483a2f11917b" providerId="LiveId" clId="{E34305C2-AE44-4C00-ADB6-473F6952CE75}" dt="2026-05-01T01:45:02.792" v="135" actId="14100"/>
          <ac:cxnSpMkLst>
            <pc:docMk/>
            <pc:sldMk cId="4088682695" sldId="278"/>
            <ac:cxnSpMk id="474" creationId="{AB4FBBC9-DB21-3526-2681-48BA35DD5E51}"/>
          </ac:cxnSpMkLst>
        </pc:cxnChg>
        <pc:cxnChg chg="mod">
          <ac:chgData name="John Flinn" userId="7e17483a2f11917b" providerId="LiveId" clId="{E34305C2-AE44-4C00-ADB6-473F6952CE75}" dt="2026-05-01T01:44:54.983" v="132" actId="14100"/>
          <ac:cxnSpMkLst>
            <pc:docMk/>
            <pc:sldMk cId="4088682695" sldId="278"/>
            <ac:cxnSpMk id="477" creationId="{272C9E48-0512-020A-5923-7BE401D28EDB}"/>
          </ac:cxnSpMkLst>
        </pc:cxnChg>
        <pc:cxnChg chg="mod">
          <ac:chgData name="John Flinn" userId="7e17483a2f11917b" providerId="LiveId" clId="{E34305C2-AE44-4C00-ADB6-473F6952CE75}" dt="2026-05-01T01:44:56.658" v="133" actId="14100"/>
          <ac:cxnSpMkLst>
            <pc:docMk/>
            <pc:sldMk cId="4088682695" sldId="278"/>
            <ac:cxnSpMk id="482" creationId="{FC9CA782-B28D-212F-FEB0-706EFAD93761}"/>
          </ac:cxnSpMkLst>
        </pc:cxnChg>
        <pc:cxnChg chg="mod">
          <ac:chgData name="John Flinn" userId="7e17483a2f11917b" providerId="LiveId" clId="{E34305C2-AE44-4C00-ADB6-473F6952CE75}" dt="2026-05-01T01:42:08.858" v="100" actId="1076"/>
          <ac:cxnSpMkLst>
            <pc:docMk/>
            <pc:sldMk cId="4088682695" sldId="278"/>
            <ac:cxnSpMk id="1345" creationId="{733B2134-622D-A018-27A4-D6F85EA67C31}"/>
          </ac:cxnSpMkLst>
        </pc:cxnChg>
        <pc:cxnChg chg="mod">
          <ac:chgData name="John Flinn" userId="7e17483a2f11917b" providerId="LiveId" clId="{E34305C2-AE44-4C00-ADB6-473F6952CE75}" dt="2026-05-01T01:42:07.005" v="99" actId="1076"/>
          <ac:cxnSpMkLst>
            <pc:docMk/>
            <pc:sldMk cId="4088682695" sldId="278"/>
            <ac:cxnSpMk id="1346" creationId="{C2643318-CD01-83CF-BC32-E7CC6EB2E4B0}"/>
          </ac:cxnSpMkLst>
        </pc:cxnChg>
        <pc:cxnChg chg="mod">
          <ac:chgData name="John Flinn" userId="7e17483a2f11917b" providerId="LiveId" clId="{E34305C2-AE44-4C00-ADB6-473F6952CE75}" dt="2026-05-01T01:42:45.487" v="118" actId="14100"/>
          <ac:cxnSpMkLst>
            <pc:docMk/>
            <pc:sldMk cId="4088682695" sldId="278"/>
            <ac:cxnSpMk id="1347" creationId="{57E5432B-1100-F69D-2D7F-0A0DCD2D0196}"/>
          </ac:cxnSpMkLst>
        </pc:cxnChg>
        <pc:cxnChg chg="mod">
          <ac:chgData name="John Flinn" userId="7e17483a2f11917b" providerId="LiveId" clId="{E34305C2-AE44-4C00-ADB6-473F6952CE75}" dt="2026-05-01T01:46:38.623" v="152" actId="1076"/>
          <ac:cxnSpMkLst>
            <pc:docMk/>
            <pc:sldMk cId="4088682695" sldId="278"/>
            <ac:cxnSpMk id="1377" creationId="{2A9F9340-BE37-45FA-2472-0160E1049F1E}"/>
          </ac:cxnSpMkLst>
        </pc:cxnChg>
        <pc:cxnChg chg="mod">
          <ac:chgData name="John Flinn" userId="7e17483a2f11917b" providerId="LiveId" clId="{E34305C2-AE44-4C00-ADB6-473F6952CE75}" dt="2026-05-01T01:41:54.212" v="94" actId="14100"/>
          <ac:cxnSpMkLst>
            <pc:docMk/>
            <pc:sldMk cId="4088682695" sldId="278"/>
            <ac:cxnSpMk id="1378" creationId="{79C81E65-0F5B-51AB-7B58-5E1E55630D1E}"/>
          </ac:cxnSpMkLst>
        </pc:cxnChg>
        <pc:cxnChg chg="mod">
          <ac:chgData name="John Flinn" userId="7e17483a2f11917b" providerId="LiveId" clId="{E34305C2-AE44-4C00-ADB6-473F6952CE75}" dt="2026-05-01T01:41:59.751" v="96" actId="14100"/>
          <ac:cxnSpMkLst>
            <pc:docMk/>
            <pc:sldMk cId="4088682695" sldId="278"/>
            <ac:cxnSpMk id="1382" creationId="{D8926289-6543-BE49-E347-F00CCCF885EA}"/>
          </ac:cxnSpMkLst>
        </pc:cxnChg>
        <pc:cxnChg chg="mod">
          <ac:chgData name="John Flinn" userId="7e17483a2f11917b" providerId="LiveId" clId="{E34305C2-AE44-4C00-ADB6-473F6952CE75}" dt="2026-05-01T01:46:38.623" v="152" actId="1076"/>
          <ac:cxnSpMkLst>
            <pc:docMk/>
            <pc:sldMk cId="4088682695" sldId="278"/>
            <ac:cxnSpMk id="1399" creationId="{9101964B-E9A6-6366-5AF5-29B3CDD6310D}"/>
          </ac:cxnSpMkLst>
        </pc:cxnChg>
        <pc:cxnChg chg="mod">
          <ac:chgData name="John Flinn" userId="7e17483a2f11917b" providerId="LiveId" clId="{E34305C2-AE44-4C00-ADB6-473F6952CE75}" dt="2026-05-01T01:42:03.435" v="98" actId="14100"/>
          <ac:cxnSpMkLst>
            <pc:docMk/>
            <pc:sldMk cId="4088682695" sldId="278"/>
            <ac:cxnSpMk id="1405" creationId="{49C2C684-01C2-222E-CB61-F90D0C7BD688}"/>
          </ac:cxnSpMkLst>
        </pc:cxnChg>
        <pc:cxnChg chg="mod">
          <ac:chgData name="John Flinn" userId="7e17483a2f11917b" providerId="LiveId" clId="{E34305C2-AE44-4C00-ADB6-473F6952CE75}" dt="2026-05-01T01:45:36.732" v="145" actId="14100"/>
          <ac:cxnSpMkLst>
            <pc:docMk/>
            <pc:sldMk cId="4088682695" sldId="278"/>
            <ac:cxnSpMk id="1422" creationId="{9DACE4C4-45AE-92BE-0E43-600D89DAF12F}"/>
          </ac:cxnSpMkLst>
        </pc:cxnChg>
        <pc:cxnChg chg="del">
          <ac:chgData name="John Flinn" userId="7e17483a2f11917b" providerId="LiveId" clId="{E34305C2-AE44-4C00-ADB6-473F6952CE75}" dt="2026-05-01T01:39:55.756" v="67" actId="478"/>
          <ac:cxnSpMkLst>
            <pc:docMk/>
            <pc:sldMk cId="4088682695" sldId="278"/>
            <ac:cxnSpMk id="1432" creationId="{557FA5A1-9548-4480-2A98-026E82D174B9}"/>
          </ac:cxnSpMkLst>
        </pc:cxnChg>
        <pc:cxnChg chg="del">
          <ac:chgData name="John Flinn" userId="7e17483a2f11917b" providerId="LiveId" clId="{E34305C2-AE44-4C00-ADB6-473F6952CE75}" dt="2026-05-01T01:39:55.756" v="67" actId="478"/>
          <ac:cxnSpMkLst>
            <pc:docMk/>
            <pc:sldMk cId="4088682695" sldId="278"/>
            <ac:cxnSpMk id="1433" creationId="{EBCD0370-986C-B4C8-1B9B-2E6FA4E029D8}"/>
          </ac:cxnSpMkLst>
        </pc:cxnChg>
        <pc:cxnChg chg="mod">
          <ac:chgData name="John Flinn" userId="7e17483a2f11917b" providerId="LiveId" clId="{E34305C2-AE44-4C00-ADB6-473F6952CE75}" dt="2026-05-01T01:45:39.142" v="146" actId="14100"/>
          <ac:cxnSpMkLst>
            <pc:docMk/>
            <pc:sldMk cId="4088682695" sldId="278"/>
            <ac:cxnSpMk id="1440" creationId="{736566F8-2010-24F1-DB82-4E80D9EEA3D0}"/>
          </ac:cxnSpMkLst>
        </pc:cxnChg>
        <pc:cxnChg chg="del">
          <ac:chgData name="John Flinn" userId="7e17483a2f11917b" providerId="LiveId" clId="{E34305C2-AE44-4C00-ADB6-473F6952CE75}" dt="2026-05-01T01:39:55.756" v="67" actId="478"/>
          <ac:cxnSpMkLst>
            <pc:docMk/>
            <pc:sldMk cId="4088682695" sldId="278"/>
            <ac:cxnSpMk id="1451" creationId="{BEAF2B68-73FA-B893-93E8-50F750D34A12}"/>
          </ac:cxnSpMkLst>
        </pc:cxnChg>
        <pc:cxnChg chg="del">
          <ac:chgData name="John Flinn" userId="7e17483a2f11917b" providerId="LiveId" clId="{E34305C2-AE44-4C00-ADB6-473F6952CE75}" dt="2026-05-01T01:39:55.756" v="67" actId="478"/>
          <ac:cxnSpMkLst>
            <pc:docMk/>
            <pc:sldMk cId="4088682695" sldId="278"/>
            <ac:cxnSpMk id="1452" creationId="{B90F878D-AC11-0748-66CB-C86F56F88F0F}"/>
          </ac:cxnSpMkLst>
        </pc:cxnChg>
      </pc:sldChg>
      <pc:sldChg chg="addSp delSp modSp add mod">
        <pc:chgData name="John Flinn" userId="7e17483a2f11917b" providerId="LiveId" clId="{E34305C2-AE44-4C00-ADB6-473F6952CE75}" dt="2026-05-01T02:24:53.747" v="518" actId="14100"/>
        <pc:sldMkLst>
          <pc:docMk/>
          <pc:sldMk cId="2796576648" sldId="279"/>
        </pc:sldMkLst>
        <pc:spChg chg="mod">
          <ac:chgData name="John Flinn" userId="7e17483a2f11917b" providerId="LiveId" clId="{E34305C2-AE44-4C00-ADB6-473F6952CE75}" dt="2026-05-01T02:11:45.810" v="486" actId="1076"/>
          <ac:spMkLst>
            <pc:docMk/>
            <pc:sldMk cId="2796576648" sldId="279"/>
            <ac:spMk id="3" creationId="{DEE37ADF-36B3-69DE-C541-84EFC7CCA26D}"/>
          </ac:spMkLst>
        </pc:spChg>
        <pc:spChg chg="mod">
          <ac:chgData name="John Flinn" userId="7e17483a2f11917b" providerId="LiveId" clId="{E34305C2-AE44-4C00-ADB6-473F6952CE75}" dt="2026-05-01T02:14:08.354" v="507" actId="1076"/>
          <ac:spMkLst>
            <pc:docMk/>
            <pc:sldMk cId="2796576648" sldId="279"/>
            <ac:spMk id="9" creationId="{76F713D8-A290-1002-2703-1F9DEA685167}"/>
          </ac:spMkLst>
        </pc:spChg>
        <pc:spChg chg="mod">
          <ac:chgData name="John Flinn" userId="7e17483a2f11917b" providerId="LiveId" clId="{E34305C2-AE44-4C00-ADB6-473F6952CE75}" dt="2026-05-01T02:14:11.222" v="508" actId="1076"/>
          <ac:spMkLst>
            <pc:docMk/>
            <pc:sldMk cId="2796576648" sldId="279"/>
            <ac:spMk id="11" creationId="{86BEC885-7E5D-F3CE-6CDF-CF9F58201BD2}"/>
          </ac:spMkLst>
        </pc:spChg>
        <pc:spChg chg="mod">
          <ac:chgData name="John Flinn" userId="7e17483a2f11917b" providerId="LiveId" clId="{E34305C2-AE44-4C00-ADB6-473F6952CE75}" dt="2026-05-01T02:13:57.197" v="505" actId="1076"/>
          <ac:spMkLst>
            <pc:docMk/>
            <pc:sldMk cId="2796576648" sldId="279"/>
            <ac:spMk id="12" creationId="{CB6E20D5-C56A-D8AA-63F7-D8B76DE4822D}"/>
          </ac:spMkLst>
        </pc:spChg>
        <pc:spChg chg="mod">
          <ac:chgData name="John Flinn" userId="7e17483a2f11917b" providerId="LiveId" clId="{E34305C2-AE44-4C00-ADB6-473F6952CE75}" dt="2026-05-01T02:14:00.438" v="506" actId="1076"/>
          <ac:spMkLst>
            <pc:docMk/>
            <pc:sldMk cId="2796576648" sldId="279"/>
            <ac:spMk id="13" creationId="{99874688-B8BB-37DF-15F6-6A45CB023E2D}"/>
          </ac:spMkLst>
        </pc:spChg>
        <pc:spChg chg="mod">
          <ac:chgData name="John Flinn" userId="7e17483a2f11917b" providerId="LiveId" clId="{E34305C2-AE44-4C00-ADB6-473F6952CE75}" dt="2026-05-01T02:13:27.135" v="500" actId="1076"/>
          <ac:spMkLst>
            <pc:docMk/>
            <pc:sldMk cId="2796576648" sldId="279"/>
            <ac:spMk id="14" creationId="{C1BDD4CF-E807-7F2F-E2C8-23A6D13DD0DB}"/>
          </ac:spMkLst>
        </pc:spChg>
        <pc:spChg chg="mod">
          <ac:chgData name="John Flinn" userId="7e17483a2f11917b" providerId="LiveId" clId="{E34305C2-AE44-4C00-ADB6-473F6952CE75}" dt="2026-05-01T02:13:53.477" v="504" actId="1076"/>
          <ac:spMkLst>
            <pc:docMk/>
            <pc:sldMk cId="2796576648" sldId="279"/>
            <ac:spMk id="17" creationId="{B3A31949-9505-9BCD-8668-A9B6C587CF77}"/>
          </ac:spMkLst>
        </pc:spChg>
        <pc:spChg chg="del mod">
          <ac:chgData name="John Flinn" userId="7e17483a2f11917b" providerId="LiveId" clId="{E34305C2-AE44-4C00-ADB6-473F6952CE75}" dt="2026-05-01T02:22:02.286" v="514" actId="478"/>
          <ac:spMkLst>
            <pc:docMk/>
            <pc:sldMk cId="2796576648" sldId="279"/>
            <ac:spMk id="18" creationId="{C6D790C5-FD82-C361-F89D-E8C51175878B}"/>
          </ac:spMkLst>
        </pc:spChg>
        <pc:spChg chg="del">
          <ac:chgData name="John Flinn" userId="7e17483a2f11917b" providerId="LiveId" clId="{E34305C2-AE44-4C00-ADB6-473F6952CE75}" dt="2026-05-01T02:08:43.561" v="429" actId="478"/>
          <ac:spMkLst>
            <pc:docMk/>
            <pc:sldMk cId="2796576648" sldId="279"/>
            <ac:spMk id="19" creationId="{38DAD827-D1E2-7526-DBD1-D2901DB7E9A5}"/>
          </ac:spMkLst>
        </pc:spChg>
        <pc:spChg chg="del">
          <ac:chgData name="John Flinn" userId="7e17483a2f11917b" providerId="LiveId" clId="{E34305C2-AE44-4C00-ADB6-473F6952CE75}" dt="2026-05-01T02:06:59.355" v="352" actId="21"/>
          <ac:spMkLst>
            <pc:docMk/>
            <pc:sldMk cId="2796576648" sldId="279"/>
            <ac:spMk id="24" creationId="{12DEDAB3-A4D8-19B9-4341-53BD9F4E9110}"/>
          </ac:spMkLst>
        </pc:spChg>
        <pc:spChg chg="del">
          <ac:chgData name="John Flinn" userId="7e17483a2f11917b" providerId="LiveId" clId="{E34305C2-AE44-4C00-ADB6-473F6952CE75}" dt="2026-05-01T02:06:59.355" v="352" actId="21"/>
          <ac:spMkLst>
            <pc:docMk/>
            <pc:sldMk cId="2796576648" sldId="279"/>
            <ac:spMk id="31" creationId="{FD29B675-2AD1-DF17-2F1C-DA8961EFAF9E}"/>
          </ac:spMkLst>
        </pc:spChg>
        <pc:spChg chg="mod">
          <ac:chgData name="John Flinn" userId="7e17483a2f11917b" providerId="LiveId" clId="{E34305C2-AE44-4C00-ADB6-473F6952CE75}" dt="2026-05-01T02:06:39.326" v="338" actId="1037"/>
          <ac:spMkLst>
            <pc:docMk/>
            <pc:sldMk cId="2796576648" sldId="279"/>
            <ac:spMk id="36" creationId="{5C079605-00EC-8155-2E9B-0FF643FCF29E}"/>
          </ac:spMkLst>
        </pc:spChg>
        <pc:spChg chg="mod">
          <ac:chgData name="John Flinn" userId="7e17483a2f11917b" providerId="LiveId" clId="{E34305C2-AE44-4C00-ADB6-473F6952CE75}" dt="2026-05-01T02:10:35.233" v="472" actId="1036"/>
          <ac:spMkLst>
            <pc:docMk/>
            <pc:sldMk cId="2796576648" sldId="279"/>
            <ac:spMk id="43" creationId="{246B5D21-420C-8361-905C-999071C677F9}"/>
          </ac:spMkLst>
        </pc:spChg>
        <pc:spChg chg="add del mod">
          <ac:chgData name="John Flinn" userId="7e17483a2f11917b" providerId="LiveId" clId="{E34305C2-AE44-4C00-ADB6-473F6952CE75}" dt="2026-05-01T02:08:42.429" v="428" actId="478"/>
          <ac:spMkLst>
            <pc:docMk/>
            <pc:sldMk cId="2796576648" sldId="279"/>
            <ac:spMk id="45" creationId="{12DEDAB3-A4D8-19B9-4341-53BD9F4E9110}"/>
          </ac:spMkLst>
        </pc:spChg>
        <pc:spChg chg="mod">
          <ac:chgData name="John Flinn" userId="7e17483a2f11917b" providerId="LiveId" clId="{E34305C2-AE44-4C00-ADB6-473F6952CE75}" dt="2026-05-01T02:07:00.480" v="353"/>
          <ac:spMkLst>
            <pc:docMk/>
            <pc:sldMk cId="2796576648" sldId="279"/>
            <ac:spMk id="47" creationId="{2092EFD7-C424-1D67-35B6-5FAEAAD9E35C}"/>
          </ac:spMkLst>
        </pc:spChg>
        <pc:spChg chg="mod">
          <ac:chgData name="John Flinn" userId="7e17483a2f11917b" providerId="LiveId" clId="{E34305C2-AE44-4C00-ADB6-473F6952CE75}" dt="2026-05-01T02:07:00.480" v="353"/>
          <ac:spMkLst>
            <pc:docMk/>
            <pc:sldMk cId="2796576648" sldId="279"/>
            <ac:spMk id="48" creationId="{F570B754-3A94-F8B6-8138-2499D7F7A9DB}"/>
          </ac:spMkLst>
        </pc:spChg>
        <pc:spChg chg="mod">
          <ac:chgData name="John Flinn" userId="7e17483a2f11917b" providerId="LiveId" clId="{E34305C2-AE44-4C00-ADB6-473F6952CE75}" dt="2026-05-01T02:07:00.480" v="353"/>
          <ac:spMkLst>
            <pc:docMk/>
            <pc:sldMk cId="2796576648" sldId="279"/>
            <ac:spMk id="49" creationId="{8D00129F-35BC-769E-32EF-D5E2F2737D98}"/>
          </ac:spMkLst>
        </pc:spChg>
        <pc:spChg chg="mod">
          <ac:chgData name="John Flinn" userId="7e17483a2f11917b" providerId="LiveId" clId="{E34305C2-AE44-4C00-ADB6-473F6952CE75}" dt="2026-05-01T02:06:52.565" v="351" actId="1038"/>
          <ac:spMkLst>
            <pc:docMk/>
            <pc:sldMk cId="2796576648" sldId="279"/>
            <ac:spMk id="55" creationId="{08E1C76C-7491-FEDD-AE9A-C906928E94E9}"/>
          </ac:spMkLst>
        </pc:spChg>
        <pc:spChg chg="mod">
          <ac:chgData name="John Flinn" userId="7e17483a2f11917b" providerId="LiveId" clId="{E34305C2-AE44-4C00-ADB6-473F6952CE75}" dt="2026-05-01T02:06:52.565" v="351" actId="1038"/>
          <ac:spMkLst>
            <pc:docMk/>
            <pc:sldMk cId="2796576648" sldId="279"/>
            <ac:spMk id="57" creationId="{A3E23274-A4E1-9A9D-D695-149718293029}"/>
          </ac:spMkLst>
        </pc:spChg>
        <pc:spChg chg="mod">
          <ac:chgData name="John Flinn" userId="7e17483a2f11917b" providerId="LiveId" clId="{E34305C2-AE44-4C00-ADB6-473F6952CE75}" dt="2026-05-01T02:07:00.480" v="353"/>
          <ac:spMkLst>
            <pc:docMk/>
            <pc:sldMk cId="2796576648" sldId="279"/>
            <ac:spMk id="59" creationId="{17D84732-5CE3-BF97-D103-69A8AE9638FA}"/>
          </ac:spMkLst>
        </pc:spChg>
        <pc:spChg chg="mod">
          <ac:chgData name="John Flinn" userId="7e17483a2f11917b" providerId="LiveId" clId="{E34305C2-AE44-4C00-ADB6-473F6952CE75}" dt="2026-05-01T02:11:54.979" v="487" actId="1076"/>
          <ac:spMkLst>
            <pc:docMk/>
            <pc:sldMk cId="2796576648" sldId="279"/>
            <ac:spMk id="61" creationId="{6D540051-DE6C-5624-DFE0-0713A88C5B66}"/>
          </ac:spMkLst>
        </pc:spChg>
        <pc:spChg chg="mod">
          <ac:chgData name="John Flinn" userId="7e17483a2f11917b" providerId="LiveId" clId="{E34305C2-AE44-4C00-ADB6-473F6952CE75}" dt="2026-05-01T02:07:14.634" v="368"/>
          <ac:spMkLst>
            <pc:docMk/>
            <pc:sldMk cId="2796576648" sldId="279"/>
            <ac:spMk id="448" creationId="{C14DB757-F6F0-3C20-7C46-8D6495B18ADB}"/>
          </ac:spMkLst>
        </pc:spChg>
        <pc:spChg chg="mod">
          <ac:chgData name="John Flinn" userId="7e17483a2f11917b" providerId="LiveId" clId="{E34305C2-AE44-4C00-ADB6-473F6952CE75}" dt="2026-05-01T02:07:14.634" v="368"/>
          <ac:spMkLst>
            <pc:docMk/>
            <pc:sldMk cId="2796576648" sldId="279"/>
            <ac:spMk id="449" creationId="{08759678-78C3-B35D-4BA2-233C1EE7A488}"/>
          </ac:spMkLst>
        </pc:spChg>
        <pc:spChg chg="add mod">
          <ac:chgData name="John Flinn" userId="7e17483a2f11917b" providerId="LiveId" clId="{E34305C2-AE44-4C00-ADB6-473F6952CE75}" dt="2026-05-01T02:07:20.328" v="370" actId="1076"/>
          <ac:spMkLst>
            <pc:docMk/>
            <pc:sldMk cId="2796576648" sldId="279"/>
            <ac:spMk id="450" creationId="{88C12DE2-72D8-6CA0-F07F-77EE22E9A117}"/>
          </ac:spMkLst>
        </pc:spChg>
        <pc:spChg chg="add mod">
          <ac:chgData name="John Flinn" userId="7e17483a2f11917b" providerId="LiveId" clId="{E34305C2-AE44-4C00-ADB6-473F6952CE75}" dt="2026-05-01T02:11:11.776" v="484" actId="1076"/>
          <ac:spMkLst>
            <pc:docMk/>
            <pc:sldMk cId="2796576648" sldId="279"/>
            <ac:spMk id="452" creationId="{B02A380B-16DC-22B0-71CE-3132F45A392F}"/>
          </ac:spMkLst>
        </pc:spChg>
        <pc:spChg chg="mod">
          <ac:chgData name="John Flinn" userId="7e17483a2f11917b" providerId="LiveId" clId="{E34305C2-AE44-4C00-ADB6-473F6952CE75}" dt="2026-05-01T02:07:45.730" v="411"/>
          <ac:spMkLst>
            <pc:docMk/>
            <pc:sldMk cId="2796576648" sldId="279"/>
            <ac:spMk id="454" creationId="{E340EC0F-DCA2-8B91-2ADB-1AD532A43DB1}"/>
          </ac:spMkLst>
        </pc:spChg>
        <pc:spChg chg="mod">
          <ac:chgData name="John Flinn" userId="7e17483a2f11917b" providerId="LiveId" clId="{E34305C2-AE44-4C00-ADB6-473F6952CE75}" dt="2026-05-01T02:07:45.730" v="411"/>
          <ac:spMkLst>
            <pc:docMk/>
            <pc:sldMk cId="2796576648" sldId="279"/>
            <ac:spMk id="455" creationId="{BE427273-0463-1EA1-0CC9-75A0C1A6E386}"/>
          </ac:spMkLst>
        </pc:spChg>
        <pc:spChg chg="mod">
          <ac:chgData name="John Flinn" userId="7e17483a2f11917b" providerId="LiveId" clId="{E34305C2-AE44-4C00-ADB6-473F6952CE75}" dt="2026-05-01T02:07:45.730" v="411"/>
          <ac:spMkLst>
            <pc:docMk/>
            <pc:sldMk cId="2796576648" sldId="279"/>
            <ac:spMk id="457" creationId="{64D45FA8-A8A9-C05C-F0BA-C5B01E4055E0}"/>
          </ac:spMkLst>
        </pc:spChg>
        <pc:spChg chg="mod">
          <ac:chgData name="John Flinn" userId="7e17483a2f11917b" providerId="LiveId" clId="{E34305C2-AE44-4C00-ADB6-473F6952CE75}" dt="2026-05-01T02:07:45.730" v="411"/>
          <ac:spMkLst>
            <pc:docMk/>
            <pc:sldMk cId="2796576648" sldId="279"/>
            <ac:spMk id="458" creationId="{4C7F3F63-053D-112C-628D-4C00E66D046A}"/>
          </ac:spMkLst>
        </pc:spChg>
        <pc:spChg chg="mod">
          <ac:chgData name="John Flinn" userId="7e17483a2f11917b" providerId="LiveId" clId="{E34305C2-AE44-4C00-ADB6-473F6952CE75}" dt="2026-05-01T02:07:45.730" v="411"/>
          <ac:spMkLst>
            <pc:docMk/>
            <pc:sldMk cId="2796576648" sldId="279"/>
            <ac:spMk id="463" creationId="{B45AC249-5EBE-7584-7463-8A8211F1F9C1}"/>
          </ac:spMkLst>
        </pc:spChg>
        <pc:spChg chg="mod">
          <ac:chgData name="John Flinn" userId="7e17483a2f11917b" providerId="LiveId" clId="{E34305C2-AE44-4C00-ADB6-473F6952CE75}" dt="2026-05-01T02:07:45.730" v="411"/>
          <ac:spMkLst>
            <pc:docMk/>
            <pc:sldMk cId="2796576648" sldId="279"/>
            <ac:spMk id="464" creationId="{DC781ECC-8ED8-CE8B-BAE1-13AFB7B18E7E}"/>
          </ac:spMkLst>
        </pc:spChg>
        <pc:spChg chg="mod">
          <ac:chgData name="John Flinn" userId="7e17483a2f11917b" providerId="LiveId" clId="{E34305C2-AE44-4C00-ADB6-473F6952CE75}" dt="2026-05-01T02:07:45.730" v="411"/>
          <ac:spMkLst>
            <pc:docMk/>
            <pc:sldMk cId="2796576648" sldId="279"/>
            <ac:spMk id="467" creationId="{6DC3225D-09AD-AA60-CD64-AF844B1FABC8}"/>
          </ac:spMkLst>
        </pc:spChg>
        <pc:spChg chg="add mod">
          <ac:chgData name="John Flinn" userId="7e17483a2f11917b" providerId="LiveId" clId="{E34305C2-AE44-4C00-ADB6-473F6952CE75}" dt="2026-05-01T02:11:07.540" v="483" actId="1076"/>
          <ac:spMkLst>
            <pc:docMk/>
            <pc:sldMk cId="2796576648" sldId="279"/>
            <ac:spMk id="470" creationId="{7C206663-9C0A-1E02-83C4-4D4801C1FDF3}"/>
          </ac:spMkLst>
        </pc:spChg>
        <pc:spChg chg="add del mod">
          <ac:chgData name="John Flinn" userId="7e17483a2f11917b" providerId="LiveId" clId="{E34305C2-AE44-4C00-ADB6-473F6952CE75}" dt="2026-05-01T02:19:27.610" v="509" actId="478"/>
          <ac:spMkLst>
            <pc:docMk/>
            <pc:sldMk cId="2796576648" sldId="279"/>
            <ac:spMk id="473" creationId="{CFA473D2-BF0A-D27A-AFC7-B7694FA7870F}"/>
          </ac:spMkLst>
        </pc:spChg>
        <pc:spChg chg="add mod">
          <ac:chgData name="John Flinn" userId="7e17483a2f11917b" providerId="LiveId" clId="{E34305C2-AE44-4C00-ADB6-473F6952CE75}" dt="2026-05-01T02:13:14.101" v="498" actId="1076"/>
          <ac:spMkLst>
            <pc:docMk/>
            <pc:sldMk cId="2796576648" sldId="279"/>
            <ac:spMk id="475" creationId="{4C0467C1-6C3C-8C1A-B700-A606CF1A2725}"/>
          </ac:spMkLst>
        </pc:spChg>
        <pc:spChg chg="mod">
          <ac:chgData name="John Flinn" userId="7e17483a2f11917b" providerId="LiveId" clId="{E34305C2-AE44-4C00-ADB6-473F6952CE75}" dt="2026-05-01T02:06:52.565" v="351" actId="1038"/>
          <ac:spMkLst>
            <pc:docMk/>
            <pc:sldMk cId="2796576648" sldId="279"/>
            <ac:spMk id="486" creationId="{32446598-C59E-3F4F-ECE0-4A51AF09A684}"/>
          </ac:spMkLst>
        </pc:spChg>
        <pc:spChg chg="mod">
          <ac:chgData name="John Flinn" userId="7e17483a2f11917b" providerId="LiveId" clId="{E34305C2-AE44-4C00-ADB6-473F6952CE75}" dt="2026-05-01T02:06:52.565" v="351" actId="1038"/>
          <ac:spMkLst>
            <pc:docMk/>
            <pc:sldMk cId="2796576648" sldId="279"/>
            <ac:spMk id="487" creationId="{443494F4-9207-8439-EE30-496917C81B3C}"/>
          </ac:spMkLst>
        </pc:spChg>
        <pc:spChg chg="mod">
          <ac:chgData name="John Flinn" userId="7e17483a2f11917b" providerId="LiveId" clId="{E34305C2-AE44-4C00-ADB6-473F6952CE75}" dt="2026-05-01T02:10:35.233" v="472" actId="1036"/>
          <ac:spMkLst>
            <pc:docMk/>
            <pc:sldMk cId="2796576648" sldId="279"/>
            <ac:spMk id="489" creationId="{E401166A-8A37-0E1A-E468-7034EDC62C93}"/>
          </ac:spMkLst>
        </pc:spChg>
        <pc:spChg chg="mod">
          <ac:chgData name="John Flinn" userId="7e17483a2f11917b" providerId="LiveId" clId="{E34305C2-AE44-4C00-ADB6-473F6952CE75}" dt="2026-05-01T02:10:35.233" v="472" actId="1036"/>
          <ac:spMkLst>
            <pc:docMk/>
            <pc:sldMk cId="2796576648" sldId="279"/>
            <ac:spMk id="490" creationId="{ED21B4F0-C0ED-91E9-EE7E-1A3B00D22137}"/>
          </ac:spMkLst>
        </pc:spChg>
        <pc:spChg chg="mod">
          <ac:chgData name="John Flinn" userId="7e17483a2f11917b" providerId="LiveId" clId="{E34305C2-AE44-4C00-ADB6-473F6952CE75}" dt="2026-05-01T02:06:20.792" v="323" actId="1037"/>
          <ac:spMkLst>
            <pc:docMk/>
            <pc:sldMk cId="2796576648" sldId="279"/>
            <ac:spMk id="1348" creationId="{37AF9A1A-B658-3A7E-5F4B-EABB5BA8C0EA}"/>
          </ac:spMkLst>
        </pc:spChg>
        <pc:spChg chg="mod">
          <ac:chgData name="John Flinn" userId="7e17483a2f11917b" providerId="LiveId" clId="{E34305C2-AE44-4C00-ADB6-473F6952CE75}" dt="2026-05-01T02:07:00.480" v="353"/>
          <ac:spMkLst>
            <pc:docMk/>
            <pc:sldMk cId="2796576648" sldId="279"/>
            <ac:spMk id="1355" creationId="{C1F3DE88-8509-17AB-565E-3213519B2231}"/>
          </ac:spMkLst>
        </pc:spChg>
        <pc:spChg chg="mod">
          <ac:chgData name="John Flinn" userId="7e17483a2f11917b" providerId="LiveId" clId="{E34305C2-AE44-4C00-ADB6-473F6952CE75}" dt="2026-05-01T02:07:00.480" v="353"/>
          <ac:spMkLst>
            <pc:docMk/>
            <pc:sldMk cId="2796576648" sldId="279"/>
            <ac:spMk id="1356" creationId="{D188B5CB-5214-DE87-5026-9442BDDA31C0}"/>
          </ac:spMkLst>
        </pc:spChg>
        <pc:spChg chg="mod">
          <ac:chgData name="John Flinn" userId="7e17483a2f11917b" providerId="LiveId" clId="{E34305C2-AE44-4C00-ADB6-473F6952CE75}" dt="2026-05-01T02:07:00.480" v="353"/>
          <ac:spMkLst>
            <pc:docMk/>
            <pc:sldMk cId="2796576648" sldId="279"/>
            <ac:spMk id="1360" creationId="{BC3A5B9F-7255-920C-D248-0A6DED320191}"/>
          </ac:spMkLst>
        </pc:spChg>
        <pc:spChg chg="add del mod">
          <ac:chgData name="John Flinn" userId="7e17483a2f11917b" providerId="LiveId" clId="{E34305C2-AE44-4C00-ADB6-473F6952CE75}" dt="2026-05-01T02:08:42.429" v="428" actId="478"/>
          <ac:spMkLst>
            <pc:docMk/>
            <pc:sldMk cId="2796576648" sldId="279"/>
            <ac:spMk id="1365" creationId="{8C7E9DC1-13EE-091B-387E-DE46D61E0F61}"/>
          </ac:spMkLst>
        </pc:spChg>
        <pc:spChg chg="add del mod">
          <ac:chgData name="John Flinn" userId="7e17483a2f11917b" providerId="LiveId" clId="{E34305C2-AE44-4C00-ADB6-473F6952CE75}" dt="2026-05-01T02:08:42.429" v="428" actId="478"/>
          <ac:spMkLst>
            <pc:docMk/>
            <pc:sldMk cId="2796576648" sldId="279"/>
            <ac:spMk id="1366" creationId="{FD29B675-2AD1-DF17-2F1C-DA8961EFAF9E}"/>
          </ac:spMkLst>
        </pc:spChg>
        <pc:spChg chg="add mod">
          <ac:chgData name="John Flinn" userId="7e17483a2f11917b" providerId="LiveId" clId="{E34305C2-AE44-4C00-ADB6-473F6952CE75}" dt="2026-05-01T02:07:20.328" v="370" actId="1076"/>
          <ac:spMkLst>
            <pc:docMk/>
            <pc:sldMk cId="2796576648" sldId="279"/>
            <ac:spMk id="1370" creationId="{2E18FFBF-9F28-0C59-4039-883B4EA4DED7}"/>
          </ac:spMkLst>
        </pc:spChg>
        <pc:spChg chg="mod">
          <ac:chgData name="John Flinn" userId="7e17483a2f11917b" providerId="LiveId" clId="{E34305C2-AE44-4C00-ADB6-473F6952CE75}" dt="2026-05-01T02:06:52.565" v="351" actId="1038"/>
          <ac:spMkLst>
            <pc:docMk/>
            <pc:sldMk cId="2796576648" sldId="279"/>
            <ac:spMk id="1371" creationId="{8D1209A7-3061-D19E-F5A1-34EABE4B26A5}"/>
          </ac:spMkLst>
        </pc:spChg>
        <pc:spChg chg="mod">
          <ac:chgData name="John Flinn" userId="7e17483a2f11917b" providerId="LiveId" clId="{E34305C2-AE44-4C00-ADB6-473F6952CE75}" dt="2026-05-01T02:06:52.565" v="351" actId="1038"/>
          <ac:spMkLst>
            <pc:docMk/>
            <pc:sldMk cId="2796576648" sldId="279"/>
            <ac:spMk id="1372" creationId="{0F112021-9B53-9BBA-6329-BB3A78E73E13}"/>
          </ac:spMkLst>
        </pc:spChg>
        <pc:spChg chg="mod">
          <ac:chgData name="John Flinn" userId="7e17483a2f11917b" providerId="LiveId" clId="{E34305C2-AE44-4C00-ADB6-473F6952CE75}" dt="2026-05-01T02:06:52.565" v="351" actId="1038"/>
          <ac:spMkLst>
            <pc:docMk/>
            <pc:sldMk cId="2796576648" sldId="279"/>
            <ac:spMk id="1373" creationId="{C414A73C-A783-4DFF-8CA7-5A40626711ED}"/>
          </ac:spMkLst>
        </pc:spChg>
        <pc:spChg chg="mod">
          <ac:chgData name="John Flinn" userId="7e17483a2f11917b" providerId="LiveId" clId="{E34305C2-AE44-4C00-ADB6-473F6952CE75}" dt="2026-05-01T02:06:52.565" v="351" actId="1038"/>
          <ac:spMkLst>
            <pc:docMk/>
            <pc:sldMk cId="2796576648" sldId="279"/>
            <ac:spMk id="1374" creationId="{88431FC9-BE43-12F4-3882-2D0D9D4C0558}"/>
          </ac:spMkLst>
        </pc:spChg>
        <pc:spChg chg="mod">
          <ac:chgData name="John Flinn" userId="7e17483a2f11917b" providerId="LiveId" clId="{E34305C2-AE44-4C00-ADB6-473F6952CE75}" dt="2026-05-01T02:24:53.747" v="518" actId="14100"/>
          <ac:spMkLst>
            <pc:docMk/>
            <pc:sldMk cId="2796576648" sldId="279"/>
            <ac:spMk id="1375" creationId="{6888AF21-83BF-86CC-D17A-028D96F3AE9A}"/>
          </ac:spMkLst>
        </pc:spChg>
        <pc:spChg chg="mod">
          <ac:chgData name="John Flinn" userId="7e17483a2f11917b" providerId="LiveId" clId="{E34305C2-AE44-4C00-ADB6-473F6952CE75}" dt="2026-05-01T02:06:52.565" v="351" actId="1038"/>
          <ac:spMkLst>
            <pc:docMk/>
            <pc:sldMk cId="2796576648" sldId="279"/>
            <ac:spMk id="1376" creationId="{2ECB2570-3B0C-5531-35CF-C4DD28EB928E}"/>
          </ac:spMkLst>
        </pc:spChg>
        <pc:spChg chg="mod">
          <ac:chgData name="John Flinn" userId="7e17483a2f11917b" providerId="LiveId" clId="{E34305C2-AE44-4C00-ADB6-473F6952CE75}" dt="2026-05-01T02:07:14.634" v="368"/>
          <ac:spMkLst>
            <pc:docMk/>
            <pc:sldMk cId="2796576648" sldId="279"/>
            <ac:spMk id="1381" creationId="{47D32932-4DD2-C29E-DA72-E90053BFA473}"/>
          </ac:spMkLst>
        </pc:spChg>
        <pc:spChg chg="mod">
          <ac:chgData name="John Flinn" userId="7e17483a2f11917b" providerId="LiveId" clId="{E34305C2-AE44-4C00-ADB6-473F6952CE75}" dt="2026-05-01T02:07:14.634" v="368"/>
          <ac:spMkLst>
            <pc:docMk/>
            <pc:sldMk cId="2796576648" sldId="279"/>
            <ac:spMk id="1383" creationId="{333DA767-07A6-3B5C-A837-2C65C41F9771}"/>
          </ac:spMkLst>
        </pc:spChg>
        <pc:spChg chg="mod">
          <ac:chgData name="John Flinn" userId="7e17483a2f11917b" providerId="LiveId" clId="{E34305C2-AE44-4C00-ADB6-473F6952CE75}" dt="2026-05-01T02:10:35.233" v="472" actId="1036"/>
          <ac:spMkLst>
            <pc:docMk/>
            <pc:sldMk cId="2796576648" sldId="279"/>
            <ac:spMk id="1396" creationId="{2A71879E-74F6-C9D2-5196-BDB8B2888F62}"/>
          </ac:spMkLst>
        </pc:spChg>
        <pc:spChg chg="del">
          <ac:chgData name="John Flinn" userId="7e17483a2f11917b" providerId="LiveId" clId="{E34305C2-AE44-4C00-ADB6-473F6952CE75}" dt="2026-05-01T02:06:59.355" v="352" actId="21"/>
          <ac:spMkLst>
            <pc:docMk/>
            <pc:sldMk cId="2796576648" sldId="279"/>
            <ac:spMk id="1397" creationId="{8C7E9DC1-13EE-091B-387E-DE46D61E0F61}"/>
          </ac:spMkLst>
        </pc:spChg>
        <pc:spChg chg="mod">
          <ac:chgData name="John Flinn" userId="7e17483a2f11917b" providerId="LiveId" clId="{E34305C2-AE44-4C00-ADB6-473F6952CE75}" dt="2026-05-01T02:10:35.233" v="472" actId="1036"/>
          <ac:spMkLst>
            <pc:docMk/>
            <pc:sldMk cId="2796576648" sldId="279"/>
            <ac:spMk id="1398" creationId="{6801E827-5BA4-3C59-B15A-D9B8DE9D3E3B}"/>
          </ac:spMkLst>
        </pc:spChg>
        <pc:spChg chg="mod">
          <ac:chgData name="John Flinn" userId="7e17483a2f11917b" providerId="LiveId" clId="{E34305C2-AE44-4C00-ADB6-473F6952CE75}" dt="2026-05-01T02:07:14.634" v="368"/>
          <ac:spMkLst>
            <pc:docMk/>
            <pc:sldMk cId="2796576648" sldId="279"/>
            <ac:spMk id="1400" creationId="{C21BFF36-3437-85C9-1605-626EF419E5F0}"/>
          </ac:spMkLst>
        </pc:spChg>
        <pc:spChg chg="mod">
          <ac:chgData name="John Flinn" userId="7e17483a2f11917b" providerId="LiveId" clId="{E34305C2-AE44-4C00-ADB6-473F6952CE75}" dt="2026-05-01T02:07:14.634" v="368"/>
          <ac:spMkLst>
            <pc:docMk/>
            <pc:sldMk cId="2796576648" sldId="279"/>
            <ac:spMk id="1401" creationId="{E11BF4A9-4162-A71B-98A3-33ADA6FEFD23}"/>
          </ac:spMkLst>
        </pc:spChg>
        <pc:spChg chg="mod">
          <ac:chgData name="John Flinn" userId="7e17483a2f11917b" providerId="LiveId" clId="{E34305C2-AE44-4C00-ADB6-473F6952CE75}" dt="2026-05-01T02:07:14.634" v="368"/>
          <ac:spMkLst>
            <pc:docMk/>
            <pc:sldMk cId="2796576648" sldId="279"/>
            <ac:spMk id="1406" creationId="{F5BF7EAB-6484-73D0-A6A6-C1761C83CAD0}"/>
          </ac:spMkLst>
        </pc:spChg>
        <pc:spChg chg="mod">
          <ac:chgData name="John Flinn" userId="7e17483a2f11917b" providerId="LiveId" clId="{E34305C2-AE44-4C00-ADB6-473F6952CE75}" dt="2026-05-01T02:07:14.634" v="368"/>
          <ac:spMkLst>
            <pc:docMk/>
            <pc:sldMk cId="2796576648" sldId="279"/>
            <ac:spMk id="1407" creationId="{BAA4516A-93A8-7063-34AB-7B4ECB191C8C}"/>
          </ac:spMkLst>
        </pc:spChg>
        <pc:spChg chg="mod">
          <ac:chgData name="John Flinn" userId="7e17483a2f11917b" providerId="LiveId" clId="{E34305C2-AE44-4C00-ADB6-473F6952CE75}" dt="2026-05-01T02:10:44.331" v="482" actId="1035"/>
          <ac:spMkLst>
            <pc:docMk/>
            <pc:sldMk cId="2796576648" sldId="279"/>
            <ac:spMk id="1446" creationId="{F95E5466-8166-90A5-C036-B5EFF5B3603D}"/>
          </ac:spMkLst>
        </pc:spChg>
        <pc:spChg chg="mod">
          <ac:chgData name="John Flinn" userId="7e17483a2f11917b" providerId="LiveId" clId="{E34305C2-AE44-4C00-ADB6-473F6952CE75}" dt="2026-05-01T02:10:44.331" v="482" actId="1035"/>
          <ac:spMkLst>
            <pc:docMk/>
            <pc:sldMk cId="2796576648" sldId="279"/>
            <ac:spMk id="1456" creationId="{900E12A8-FBCD-3076-DCD0-057C1137ED57}"/>
          </ac:spMkLst>
        </pc:spChg>
        <pc:spChg chg="mod">
          <ac:chgData name="John Flinn" userId="7e17483a2f11917b" providerId="LiveId" clId="{E34305C2-AE44-4C00-ADB6-473F6952CE75}" dt="2026-05-01T02:10:44.331" v="482" actId="1035"/>
          <ac:spMkLst>
            <pc:docMk/>
            <pc:sldMk cId="2796576648" sldId="279"/>
            <ac:spMk id="1463" creationId="{7431C8F1-4341-7193-EEDF-9EE65BFA0BC5}"/>
          </ac:spMkLst>
        </pc:spChg>
        <pc:spChg chg="mod">
          <ac:chgData name="John Flinn" userId="7e17483a2f11917b" providerId="LiveId" clId="{E34305C2-AE44-4C00-ADB6-473F6952CE75}" dt="2026-05-01T02:10:44.331" v="482" actId="1035"/>
          <ac:spMkLst>
            <pc:docMk/>
            <pc:sldMk cId="2796576648" sldId="279"/>
            <ac:spMk id="1471" creationId="{6F23C84E-E25F-F35E-68B4-383BE4641557}"/>
          </ac:spMkLst>
        </pc:spChg>
        <pc:grpChg chg="del">
          <ac:chgData name="John Flinn" userId="7e17483a2f11917b" providerId="LiveId" clId="{E34305C2-AE44-4C00-ADB6-473F6952CE75}" dt="2026-05-01T02:08:42.429" v="428" actId="478"/>
          <ac:grpSpMkLst>
            <pc:docMk/>
            <pc:sldMk cId="2796576648" sldId="279"/>
            <ac:grpSpMk id="46" creationId="{504ABBE3-1748-B229-E2E5-EDBBDA9479A0}"/>
          </ac:grpSpMkLst>
        </pc:grpChg>
        <pc:grpChg chg="mod">
          <ac:chgData name="John Flinn" userId="7e17483a2f11917b" providerId="LiveId" clId="{E34305C2-AE44-4C00-ADB6-473F6952CE75}" dt="2026-05-01T02:10:19.875" v="446" actId="1035"/>
          <ac:grpSpMkLst>
            <pc:docMk/>
            <pc:sldMk cId="2796576648" sldId="279"/>
            <ac:grpSpMk id="451" creationId="{6CCCB84A-35E4-89CC-1919-31BCAAA694B7}"/>
          </ac:grpSpMkLst>
        </pc:grpChg>
        <pc:grpChg chg="mod">
          <ac:chgData name="John Flinn" userId="7e17483a2f11917b" providerId="LiveId" clId="{E34305C2-AE44-4C00-ADB6-473F6952CE75}" dt="2026-05-01T02:07:54.397" v="412" actId="1076"/>
          <ac:grpSpMkLst>
            <pc:docMk/>
            <pc:sldMk cId="2796576648" sldId="279"/>
            <ac:grpSpMk id="453" creationId="{6F025AB3-1D56-2AE8-6E02-2899DF060E8A}"/>
          </ac:grpSpMkLst>
        </pc:grpChg>
        <pc:grpChg chg="mod">
          <ac:chgData name="John Flinn" userId="7e17483a2f11917b" providerId="LiveId" clId="{E34305C2-AE44-4C00-ADB6-473F6952CE75}" dt="2026-05-01T02:10:44.331" v="482" actId="1035"/>
          <ac:grpSpMkLst>
            <pc:docMk/>
            <pc:sldMk cId="2796576648" sldId="279"/>
            <ac:grpSpMk id="493" creationId="{8F354FEB-0691-594F-10BA-DB9519128CCA}"/>
          </ac:grpSpMkLst>
        </pc:grpChg>
        <pc:grpChg chg="mod">
          <ac:chgData name="John Flinn" userId="7e17483a2f11917b" providerId="LiveId" clId="{E34305C2-AE44-4C00-ADB6-473F6952CE75}" dt="2026-05-01T02:07:20.328" v="370" actId="1076"/>
          <ac:grpSpMkLst>
            <pc:docMk/>
            <pc:sldMk cId="2796576648" sldId="279"/>
            <ac:grpSpMk id="1380" creationId="{3F468F95-079F-60A5-20C9-CDBA16FB30ED}"/>
          </ac:grpSpMkLst>
        </pc:grpChg>
        <pc:grpChg chg="del">
          <ac:chgData name="John Flinn" userId="7e17483a2f11917b" providerId="LiveId" clId="{E34305C2-AE44-4C00-ADB6-473F6952CE75}" dt="2026-05-01T02:06:59.355" v="352" actId="21"/>
          <ac:grpSpMkLst>
            <pc:docMk/>
            <pc:sldMk cId="2796576648" sldId="279"/>
            <ac:grpSpMk id="1384" creationId="{504ABBE3-1748-B229-E2E5-EDBBDA9479A0}"/>
          </ac:grpSpMkLst>
        </pc:grpChg>
        <pc:picChg chg="mod">
          <ac:chgData name="John Flinn" userId="7e17483a2f11917b" providerId="LiveId" clId="{E34305C2-AE44-4C00-ADB6-473F6952CE75}" dt="2026-05-01T02:10:35.233" v="472" actId="1036"/>
          <ac:picMkLst>
            <pc:docMk/>
            <pc:sldMk cId="2796576648" sldId="279"/>
            <ac:picMk id="481" creationId="{CD04CBFF-EA85-DE4B-B157-4408726C5603}"/>
          </ac:picMkLst>
        </pc:picChg>
        <pc:picChg chg="mod">
          <ac:chgData name="John Flinn" userId="7e17483a2f11917b" providerId="LiveId" clId="{E34305C2-AE44-4C00-ADB6-473F6952CE75}" dt="2026-05-01T02:10:44.331" v="482" actId="1035"/>
          <ac:picMkLst>
            <pc:docMk/>
            <pc:sldMk cId="2796576648" sldId="279"/>
            <ac:picMk id="1464" creationId="{2882142E-C146-BCCE-82BD-A19A41F8BCA2}"/>
          </ac:picMkLst>
        </pc:picChg>
        <pc:cxnChg chg="mod">
          <ac:chgData name="John Flinn" userId="7e17483a2f11917b" providerId="LiveId" clId="{E34305C2-AE44-4C00-ADB6-473F6952CE75}" dt="2026-05-01T02:10:44.331" v="482" actId="1035"/>
          <ac:cxnSpMkLst>
            <pc:docMk/>
            <pc:sldMk cId="2796576648" sldId="279"/>
            <ac:cxnSpMk id="44" creationId="{4FCC57FC-CE4C-08C5-F3DD-1376DA892807}"/>
          </ac:cxnSpMkLst>
        </pc:cxnChg>
        <pc:cxnChg chg="mod">
          <ac:chgData name="John Flinn" userId="7e17483a2f11917b" providerId="LiveId" clId="{E34305C2-AE44-4C00-ADB6-473F6952CE75}" dt="2026-05-01T02:10:44.331" v="482" actId="1035"/>
          <ac:cxnSpMkLst>
            <pc:docMk/>
            <pc:sldMk cId="2796576648" sldId="279"/>
            <ac:cxnSpMk id="54" creationId="{54620726-8C9E-0FBA-EB87-4FA42A0389A5}"/>
          </ac:cxnSpMkLst>
        </pc:cxnChg>
        <pc:cxnChg chg="mod">
          <ac:chgData name="John Flinn" userId="7e17483a2f11917b" providerId="LiveId" clId="{E34305C2-AE44-4C00-ADB6-473F6952CE75}" dt="2026-05-01T02:08:42.429" v="428" actId="478"/>
          <ac:cxnSpMkLst>
            <pc:docMk/>
            <pc:sldMk cId="2796576648" sldId="279"/>
            <ac:cxnSpMk id="62" creationId="{25A666A4-229B-4941-0D3E-6B235B5C264A}"/>
          </ac:cxnSpMkLst>
        </pc:cxnChg>
        <pc:cxnChg chg="mod">
          <ac:chgData name="John Flinn" userId="7e17483a2f11917b" providerId="LiveId" clId="{E34305C2-AE44-4C00-ADB6-473F6952CE75}" dt="2026-05-01T02:08:42.429" v="428" actId="478"/>
          <ac:cxnSpMkLst>
            <pc:docMk/>
            <pc:sldMk cId="2796576648" sldId="279"/>
            <ac:cxnSpMk id="63" creationId="{216D0640-83F1-9BF2-0543-9BD60CC25D64}"/>
          </ac:cxnSpMkLst>
        </pc:cxnChg>
        <pc:cxnChg chg="del">
          <ac:chgData name="John Flinn" userId="7e17483a2f11917b" providerId="LiveId" clId="{E34305C2-AE44-4C00-ADB6-473F6952CE75}" dt="2026-05-01T02:03:49.123" v="212" actId="478"/>
          <ac:cxnSpMkLst>
            <pc:docMk/>
            <pc:sldMk cId="2796576648" sldId="279"/>
            <ac:cxnSpMk id="474" creationId="{79EB2970-7219-200E-8549-8258A74C49D0}"/>
          </ac:cxnSpMkLst>
        </pc:cxnChg>
        <pc:cxnChg chg="del">
          <ac:chgData name="John Flinn" userId="7e17483a2f11917b" providerId="LiveId" clId="{E34305C2-AE44-4C00-ADB6-473F6952CE75}" dt="2026-05-01T02:03:50.010" v="213" actId="478"/>
          <ac:cxnSpMkLst>
            <pc:docMk/>
            <pc:sldMk cId="2796576648" sldId="279"/>
            <ac:cxnSpMk id="477" creationId="{19863F74-B350-AF6A-072C-DD830E42BF43}"/>
          </ac:cxnSpMkLst>
        </pc:cxnChg>
        <pc:cxnChg chg="mod">
          <ac:chgData name="John Flinn" userId="7e17483a2f11917b" providerId="LiveId" clId="{E34305C2-AE44-4C00-ADB6-473F6952CE75}" dt="2026-05-01T02:10:19.875" v="446" actId="1035"/>
          <ac:cxnSpMkLst>
            <pc:docMk/>
            <pc:sldMk cId="2796576648" sldId="279"/>
            <ac:cxnSpMk id="479" creationId="{0BA45A2E-34D8-5919-0DE6-6BF3065D6EBD}"/>
          </ac:cxnSpMkLst>
        </pc:cxnChg>
        <pc:cxnChg chg="mod">
          <ac:chgData name="John Flinn" userId="7e17483a2f11917b" providerId="LiveId" clId="{E34305C2-AE44-4C00-ADB6-473F6952CE75}" dt="2026-05-01T02:10:19.875" v="446" actId="1035"/>
          <ac:cxnSpMkLst>
            <pc:docMk/>
            <pc:sldMk cId="2796576648" sldId="279"/>
            <ac:cxnSpMk id="480" creationId="{12119B0F-91A3-92FD-9796-673AC505A0F9}"/>
          </ac:cxnSpMkLst>
        </pc:cxnChg>
        <pc:cxnChg chg="del">
          <ac:chgData name="John Flinn" userId="7e17483a2f11917b" providerId="LiveId" clId="{E34305C2-AE44-4C00-ADB6-473F6952CE75}" dt="2026-05-01T02:03:48.591" v="211" actId="478"/>
          <ac:cxnSpMkLst>
            <pc:docMk/>
            <pc:sldMk cId="2796576648" sldId="279"/>
            <ac:cxnSpMk id="482" creationId="{B69AA2DC-0BFC-E94B-A0C9-368C2CADE47F}"/>
          </ac:cxnSpMkLst>
        </pc:cxnChg>
        <pc:cxnChg chg="mod">
          <ac:chgData name="John Flinn" userId="7e17483a2f11917b" providerId="LiveId" clId="{E34305C2-AE44-4C00-ADB6-473F6952CE75}" dt="2026-05-01T02:08:42.429" v="428" actId="478"/>
          <ac:cxnSpMkLst>
            <pc:docMk/>
            <pc:sldMk cId="2796576648" sldId="279"/>
            <ac:cxnSpMk id="1344" creationId="{10B58082-C522-4033-6447-C3032592FDEB}"/>
          </ac:cxnSpMkLst>
        </pc:cxnChg>
        <pc:cxnChg chg="mod">
          <ac:chgData name="John Flinn" userId="7e17483a2f11917b" providerId="LiveId" clId="{E34305C2-AE44-4C00-ADB6-473F6952CE75}" dt="2026-05-01T02:10:44.331" v="482" actId="1035"/>
          <ac:cxnSpMkLst>
            <pc:docMk/>
            <pc:sldMk cId="2796576648" sldId="279"/>
            <ac:cxnSpMk id="1347" creationId="{CF4680DA-0786-185E-5FC9-F7B349F20C98}"/>
          </ac:cxnSpMkLst>
        </pc:cxnChg>
        <pc:cxnChg chg="mod">
          <ac:chgData name="John Flinn" userId="7e17483a2f11917b" providerId="LiveId" clId="{E34305C2-AE44-4C00-ADB6-473F6952CE75}" dt="2026-05-01T02:10:44.331" v="482" actId="1035"/>
          <ac:cxnSpMkLst>
            <pc:docMk/>
            <pc:sldMk cId="2796576648" sldId="279"/>
            <ac:cxnSpMk id="1382" creationId="{41A0D861-F0B2-868E-9343-9694F6A53CE8}"/>
          </ac:cxnSpMkLst>
        </pc:cxnChg>
        <pc:cxnChg chg="mod">
          <ac:chgData name="John Flinn" userId="7e17483a2f11917b" providerId="LiveId" clId="{E34305C2-AE44-4C00-ADB6-473F6952CE75}" dt="2026-05-01T02:06:59.355" v="352" actId="21"/>
          <ac:cxnSpMkLst>
            <pc:docMk/>
            <pc:sldMk cId="2796576648" sldId="279"/>
            <ac:cxnSpMk id="1389" creationId="{25A666A4-229B-4941-0D3E-6B235B5C264A}"/>
          </ac:cxnSpMkLst>
        </pc:cxnChg>
        <pc:cxnChg chg="mod">
          <ac:chgData name="John Flinn" userId="7e17483a2f11917b" providerId="LiveId" clId="{E34305C2-AE44-4C00-ADB6-473F6952CE75}" dt="2026-05-01T02:06:59.355" v="352" actId="21"/>
          <ac:cxnSpMkLst>
            <pc:docMk/>
            <pc:sldMk cId="2796576648" sldId="279"/>
            <ac:cxnSpMk id="1390" creationId="{216D0640-83F1-9BF2-0543-9BD60CC25D64}"/>
          </ac:cxnSpMkLst>
        </pc:cxnChg>
        <pc:cxnChg chg="mod">
          <ac:chgData name="John Flinn" userId="7e17483a2f11917b" providerId="LiveId" clId="{E34305C2-AE44-4C00-ADB6-473F6952CE75}" dt="2026-05-01T02:06:59.355" v="352" actId="21"/>
          <ac:cxnSpMkLst>
            <pc:docMk/>
            <pc:sldMk cId="2796576648" sldId="279"/>
            <ac:cxnSpMk id="1391" creationId="{10B58082-C522-4033-6447-C3032592FDEB}"/>
          </ac:cxnSpMkLst>
        </pc:cxnChg>
        <pc:cxnChg chg="del">
          <ac:chgData name="John Flinn" userId="7e17483a2f11917b" providerId="LiveId" clId="{E34305C2-AE44-4C00-ADB6-473F6952CE75}" dt="2026-05-01T02:03:51.835" v="215" actId="478"/>
          <ac:cxnSpMkLst>
            <pc:docMk/>
            <pc:sldMk cId="2796576648" sldId="279"/>
            <ac:cxnSpMk id="1422" creationId="{43DB0637-7C36-5B72-DC91-E562E47F3277}"/>
          </ac:cxnSpMkLst>
        </pc:cxnChg>
        <pc:cxnChg chg="del">
          <ac:chgData name="John Flinn" userId="7e17483a2f11917b" providerId="LiveId" clId="{E34305C2-AE44-4C00-ADB6-473F6952CE75}" dt="2026-05-01T02:03:50.893" v="214" actId="478"/>
          <ac:cxnSpMkLst>
            <pc:docMk/>
            <pc:sldMk cId="2796576648" sldId="279"/>
            <ac:cxnSpMk id="1440" creationId="{0DC797B2-9175-8FA1-56F4-211C4CDAA33F}"/>
          </ac:cxnSpMkLst>
        </pc:cxnChg>
      </pc:sldChg>
      <pc:sldChg chg="delSp modSp add mod ord">
        <pc:chgData name="John Flinn" userId="7e17483a2f11917b" providerId="LiveId" clId="{E34305C2-AE44-4C00-ADB6-473F6952CE75}" dt="2026-05-01T05:19:29.464" v="526"/>
        <pc:sldMkLst>
          <pc:docMk/>
          <pc:sldMk cId="454673935" sldId="280"/>
        </pc:sldMkLst>
        <pc:spChg chg="mod">
          <ac:chgData name="John Flinn" userId="7e17483a2f11917b" providerId="LiveId" clId="{E34305C2-AE44-4C00-ADB6-473F6952CE75}" dt="2026-05-01T02:21:46.766" v="513" actId="1076"/>
          <ac:spMkLst>
            <pc:docMk/>
            <pc:sldMk cId="454673935" sldId="280"/>
            <ac:spMk id="3" creationId="{92DD09B6-FE2E-91E9-7612-84E4E8082FB8}"/>
          </ac:spMkLst>
        </pc:spChg>
        <pc:spChg chg="mod">
          <ac:chgData name="John Flinn" userId="7e17483a2f11917b" providerId="LiveId" clId="{E34305C2-AE44-4C00-ADB6-473F6952CE75}" dt="2026-05-01T02:21:35.665" v="511" actId="1076"/>
          <ac:spMkLst>
            <pc:docMk/>
            <pc:sldMk cId="454673935" sldId="280"/>
            <ac:spMk id="9" creationId="{6106C531-4431-33E8-36D6-391005C9AB85}"/>
          </ac:spMkLst>
        </pc:spChg>
        <pc:spChg chg="mod">
          <ac:chgData name="John Flinn" userId="7e17483a2f11917b" providerId="LiveId" clId="{E34305C2-AE44-4C00-ADB6-473F6952CE75}" dt="2026-05-01T02:21:35.665" v="511" actId="1076"/>
          <ac:spMkLst>
            <pc:docMk/>
            <pc:sldMk cId="454673935" sldId="280"/>
            <ac:spMk id="11" creationId="{0E3757A4-0ADE-BFE7-70CF-B3BB99DD4AFB}"/>
          </ac:spMkLst>
        </pc:spChg>
        <pc:spChg chg="del">
          <ac:chgData name="John Flinn" userId="7e17483a2f11917b" providerId="LiveId" clId="{E34305C2-AE44-4C00-ADB6-473F6952CE75}" dt="2026-05-01T02:21:42.451" v="512" actId="478"/>
          <ac:spMkLst>
            <pc:docMk/>
            <pc:sldMk cId="454673935" sldId="280"/>
            <ac:spMk id="18" creationId="{D965C5C6-5185-93B5-7A3C-E0C92B0BB34F}"/>
          </ac:spMkLst>
        </pc:spChg>
        <pc:spChg chg="mod">
          <ac:chgData name="John Flinn" userId="7e17483a2f11917b" providerId="LiveId" clId="{E34305C2-AE44-4C00-ADB6-473F6952CE75}" dt="2026-05-01T02:21:46.766" v="513" actId="1076"/>
          <ac:spMkLst>
            <pc:docMk/>
            <pc:sldMk cId="454673935" sldId="280"/>
            <ac:spMk id="61" creationId="{178DA570-1ADD-3060-0838-8058A06CEB3B}"/>
          </ac:spMkLst>
        </pc:spChg>
        <pc:spChg chg="mod">
          <ac:chgData name="John Flinn" userId="7e17483a2f11917b" providerId="LiveId" clId="{E34305C2-AE44-4C00-ADB6-473F6952CE75}" dt="2026-05-01T05:18:55.346" v="523"/>
          <ac:spMkLst>
            <pc:docMk/>
            <pc:sldMk cId="454673935" sldId="280"/>
            <ac:spMk id="501" creationId="{269EF6F4-88D6-BE61-DF14-2F34854698C8}"/>
          </ac:spMkLst>
        </pc:spChg>
        <pc:spChg chg="mod">
          <ac:chgData name="John Flinn" userId="7e17483a2f11917b" providerId="LiveId" clId="{E34305C2-AE44-4C00-ADB6-473F6952CE75}" dt="2026-05-01T02:24:41.559" v="516" actId="14100"/>
          <ac:spMkLst>
            <pc:docMk/>
            <pc:sldMk cId="454673935" sldId="280"/>
            <ac:spMk id="1374" creationId="{DF37B74D-EE08-9236-EABC-5285A7DDFD3E}"/>
          </ac:spMkLst>
        </pc:spChg>
        <pc:spChg chg="mod">
          <ac:chgData name="John Flinn" userId="7e17483a2f11917b" providerId="LiveId" clId="{E34305C2-AE44-4C00-ADB6-473F6952CE75}" dt="2026-05-01T02:24:37.102" v="515" actId="14100"/>
          <ac:spMkLst>
            <pc:docMk/>
            <pc:sldMk cId="454673935" sldId="280"/>
            <ac:spMk id="1375" creationId="{6CE2E68C-1FEF-CE69-5D9A-DD6E2E11A2F7}"/>
          </ac:spMkLst>
        </pc:spChg>
      </pc:sldChg>
      <pc:sldChg chg="addSp modSp add mod">
        <pc:chgData name="John Flinn" userId="7e17483a2f11917b" providerId="LiveId" clId="{E34305C2-AE44-4C00-ADB6-473F6952CE75}" dt="2026-05-01T07:23:24.883" v="2513" actId="2711"/>
        <pc:sldMkLst>
          <pc:docMk/>
          <pc:sldMk cId="1083632021" sldId="281"/>
        </pc:sldMkLst>
        <pc:spChg chg="mod">
          <ac:chgData name="John Flinn" userId="7e17483a2f11917b" providerId="LiveId" clId="{E34305C2-AE44-4C00-ADB6-473F6952CE75}" dt="2026-05-01T07:21:52.427" v="2504" actId="1076"/>
          <ac:spMkLst>
            <pc:docMk/>
            <pc:sldMk cId="1083632021" sldId="281"/>
            <ac:spMk id="3" creationId="{FB119454-0F10-661F-B72A-2D28DFB373C1}"/>
          </ac:spMkLst>
        </pc:spChg>
        <pc:spChg chg="mod">
          <ac:chgData name="John Flinn" userId="7e17483a2f11917b" providerId="LiveId" clId="{E34305C2-AE44-4C00-ADB6-473F6952CE75}" dt="2026-05-01T07:22:26.114" v="2506" actId="1076"/>
          <ac:spMkLst>
            <pc:docMk/>
            <pc:sldMk cId="1083632021" sldId="281"/>
            <ac:spMk id="5" creationId="{13CCAB06-D895-0868-FBDD-9DF22CB44668}"/>
          </ac:spMkLst>
        </pc:spChg>
        <pc:spChg chg="mod">
          <ac:chgData name="John Flinn" userId="7e17483a2f11917b" providerId="LiveId" clId="{E34305C2-AE44-4C00-ADB6-473F6952CE75}" dt="2026-05-01T07:21:18.484" v="2501" actId="1076"/>
          <ac:spMkLst>
            <pc:docMk/>
            <pc:sldMk cId="1083632021" sldId="281"/>
            <ac:spMk id="9" creationId="{6753CACD-B02D-D872-86F7-609507C2B277}"/>
          </ac:spMkLst>
        </pc:spChg>
        <pc:spChg chg="mod">
          <ac:chgData name="John Flinn" userId="7e17483a2f11917b" providerId="LiveId" clId="{E34305C2-AE44-4C00-ADB6-473F6952CE75}" dt="2026-05-01T07:23:19.584" v="2511" actId="2711"/>
          <ac:spMkLst>
            <pc:docMk/>
            <pc:sldMk cId="1083632021" sldId="281"/>
            <ac:spMk id="11" creationId="{3CC3418E-599E-29A0-36D0-97F620BBA82B}"/>
          </ac:spMkLst>
        </pc:spChg>
        <pc:spChg chg="mod">
          <ac:chgData name="John Flinn" userId="7e17483a2f11917b" providerId="LiveId" clId="{E34305C2-AE44-4C00-ADB6-473F6952CE75}" dt="2026-05-01T07:20:48.724" v="2498" actId="1076"/>
          <ac:spMkLst>
            <pc:docMk/>
            <pc:sldMk cId="1083632021" sldId="281"/>
            <ac:spMk id="12" creationId="{EC715535-AD5D-134B-DBAB-3A873BC45A84}"/>
          </ac:spMkLst>
        </pc:spChg>
        <pc:spChg chg="mod">
          <ac:chgData name="John Flinn" userId="7e17483a2f11917b" providerId="LiveId" clId="{E34305C2-AE44-4C00-ADB6-473F6952CE75}" dt="2026-05-01T07:23:22.147" v="2512" actId="2711"/>
          <ac:spMkLst>
            <pc:docMk/>
            <pc:sldMk cId="1083632021" sldId="281"/>
            <ac:spMk id="13" creationId="{69D03C37-EEC9-872E-73B1-125A739D4B6E}"/>
          </ac:spMkLst>
        </pc:spChg>
        <pc:spChg chg="mod">
          <ac:chgData name="John Flinn" userId="7e17483a2f11917b" providerId="LiveId" clId="{E34305C2-AE44-4C00-ADB6-473F6952CE75}" dt="2026-05-01T07:03:32.204" v="2444" actId="207"/>
          <ac:spMkLst>
            <pc:docMk/>
            <pc:sldMk cId="1083632021" sldId="281"/>
            <ac:spMk id="14" creationId="{CD2D6B8C-F737-68CE-4CE0-125BCF808559}"/>
          </ac:spMkLst>
        </pc:spChg>
        <pc:spChg chg="mod">
          <ac:chgData name="John Flinn" userId="7e17483a2f11917b" providerId="LiveId" clId="{E34305C2-AE44-4C00-ADB6-473F6952CE75}" dt="2026-05-01T07:23:24.883" v="2513" actId="2711"/>
          <ac:spMkLst>
            <pc:docMk/>
            <pc:sldMk cId="1083632021" sldId="281"/>
            <ac:spMk id="17" creationId="{6FA47697-AECB-F5A5-46C0-55B370991E66}"/>
          </ac:spMkLst>
        </pc:spChg>
        <pc:spChg chg="add mod">
          <ac:chgData name="John Flinn" userId="7e17483a2f11917b" providerId="LiveId" clId="{E34305C2-AE44-4C00-ADB6-473F6952CE75}" dt="2026-05-01T06:01:36.816" v="1950"/>
          <ac:spMkLst>
            <pc:docMk/>
            <pc:sldMk cId="1083632021" sldId="281"/>
            <ac:spMk id="18" creationId="{6B491148-65FB-AC11-9631-CE8E037FD7FD}"/>
          </ac:spMkLst>
        </pc:spChg>
        <pc:spChg chg="mod">
          <ac:chgData name="John Flinn" userId="7e17483a2f11917b" providerId="LiveId" clId="{E34305C2-AE44-4C00-ADB6-473F6952CE75}" dt="2026-05-01T06:23:47.671" v="2274" actId="1076"/>
          <ac:spMkLst>
            <pc:docMk/>
            <pc:sldMk cId="1083632021" sldId="281"/>
            <ac:spMk id="22" creationId="{E78D35D0-0111-568F-2B4A-C77B04A1AF1E}"/>
          </ac:spMkLst>
        </pc:spChg>
        <pc:spChg chg="mod">
          <ac:chgData name="John Flinn" userId="7e17483a2f11917b" providerId="LiveId" clId="{E34305C2-AE44-4C00-ADB6-473F6952CE75}" dt="2026-05-01T06:23:39.351" v="2273" actId="1035"/>
          <ac:spMkLst>
            <pc:docMk/>
            <pc:sldMk cId="1083632021" sldId="281"/>
            <ac:spMk id="23" creationId="{9F25AE69-E51B-3992-E1E8-F4E252C32F27}"/>
          </ac:spMkLst>
        </pc:spChg>
        <pc:spChg chg="mod">
          <ac:chgData name="John Flinn" userId="7e17483a2f11917b" providerId="LiveId" clId="{E34305C2-AE44-4C00-ADB6-473F6952CE75}" dt="2026-05-01T06:24:01.372" v="2279" actId="1037"/>
          <ac:spMkLst>
            <pc:docMk/>
            <pc:sldMk cId="1083632021" sldId="281"/>
            <ac:spMk id="29" creationId="{96C1B2B4-FB09-97D8-0462-AE75F635C553}"/>
          </ac:spMkLst>
        </pc:spChg>
        <pc:spChg chg="mod">
          <ac:chgData name="John Flinn" userId="7e17483a2f11917b" providerId="LiveId" clId="{E34305C2-AE44-4C00-ADB6-473F6952CE75}" dt="2026-05-01T06:11:49.407" v="2153" actId="1037"/>
          <ac:spMkLst>
            <pc:docMk/>
            <pc:sldMk cId="1083632021" sldId="281"/>
            <ac:spMk id="36" creationId="{12D95821-E651-3441-5164-7253F1D45F4C}"/>
          </ac:spMkLst>
        </pc:spChg>
        <pc:spChg chg="mod">
          <ac:chgData name="John Flinn" userId="7e17483a2f11917b" providerId="LiveId" clId="{E34305C2-AE44-4C00-ADB6-473F6952CE75}" dt="2026-05-01T06:13:51.726" v="2215" actId="14100"/>
          <ac:spMkLst>
            <pc:docMk/>
            <pc:sldMk cId="1083632021" sldId="281"/>
            <ac:spMk id="42" creationId="{667046C8-ED3F-1962-AA82-9A7609183F93}"/>
          </ac:spMkLst>
        </pc:spChg>
        <pc:spChg chg="mod">
          <ac:chgData name="John Flinn" userId="7e17483a2f11917b" providerId="LiveId" clId="{E34305C2-AE44-4C00-ADB6-473F6952CE75}" dt="2026-05-01T06:25:54.474" v="2295" actId="1076"/>
          <ac:spMkLst>
            <pc:docMk/>
            <pc:sldMk cId="1083632021" sldId="281"/>
            <ac:spMk id="43" creationId="{BB314421-2F16-042B-F3C1-E6CCB0528088}"/>
          </ac:spMkLst>
        </pc:spChg>
        <pc:spChg chg="mod">
          <ac:chgData name="John Flinn" userId="7e17483a2f11917b" providerId="LiveId" clId="{E34305C2-AE44-4C00-ADB6-473F6952CE75}" dt="2026-05-01T06:22:17.004" v="2253" actId="1076"/>
          <ac:spMkLst>
            <pc:docMk/>
            <pc:sldMk cId="1083632021" sldId="281"/>
            <ac:spMk id="51" creationId="{4A9A6EF7-2C72-EAC9-BB20-850737053047}"/>
          </ac:spMkLst>
        </pc:spChg>
        <pc:spChg chg="mod">
          <ac:chgData name="John Flinn" userId="7e17483a2f11917b" providerId="LiveId" clId="{E34305C2-AE44-4C00-ADB6-473F6952CE75}" dt="2026-05-01T06:28:38.249" v="2342" actId="1036"/>
          <ac:spMkLst>
            <pc:docMk/>
            <pc:sldMk cId="1083632021" sldId="281"/>
            <ac:spMk id="52" creationId="{0AD57B4E-1C1B-834A-7624-27F9760E66D3}"/>
          </ac:spMkLst>
        </pc:spChg>
        <pc:spChg chg="mod">
          <ac:chgData name="John Flinn" userId="7e17483a2f11917b" providerId="LiveId" clId="{E34305C2-AE44-4C00-ADB6-473F6952CE75}" dt="2026-05-01T06:28:38.805" v="2343" actId="1076"/>
          <ac:spMkLst>
            <pc:docMk/>
            <pc:sldMk cId="1083632021" sldId="281"/>
            <ac:spMk id="53" creationId="{81AF3A67-3696-ED31-84CA-E6D419926C47}"/>
          </ac:spMkLst>
        </pc:spChg>
        <pc:spChg chg="mod">
          <ac:chgData name="John Flinn" userId="7e17483a2f11917b" providerId="LiveId" clId="{E34305C2-AE44-4C00-ADB6-473F6952CE75}" dt="2026-05-01T06:11:49.407" v="2153" actId="1037"/>
          <ac:spMkLst>
            <pc:docMk/>
            <pc:sldMk cId="1083632021" sldId="281"/>
            <ac:spMk id="55" creationId="{A1DF5F96-C87B-E935-5E6A-C2B0FADD7DB6}"/>
          </ac:spMkLst>
        </pc:spChg>
        <pc:spChg chg="mod">
          <ac:chgData name="John Flinn" userId="7e17483a2f11917b" providerId="LiveId" clId="{E34305C2-AE44-4C00-ADB6-473F6952CE75}" dt="2026-05-01T07:17:17.039" v="2475" actId="14100"/>
          <ac:spMkLst>
            <pc:docMk/>
            <pc:sldMk cId="1083632021" sldId="281"/>
            <ac:spMk id="57" creationId="{FE5C4B44-4A40-19B5-BBFB-DD5B374FA558}"/>
          </ac:spMkLst>
        </pc:spChg>
        <pc:spChg chg="mod">
          <ac:chgData name="John Flinn" userId="7e17483a2f11917b" providerId="LiveId" clId="{E34305C2-AE44-4C00-ADB6-473F6952CE75}" dt="2026-05-01T06:12:01.216" v="2162" actId="1037"/>
          <ac:spMkLst>
            <pc:docMk/>
            <pc:sldMk cId="1083632021" sldId="281"/>
            <ac:spMk id="58" creationId="{01A2370E-AA40-78EC-671D-D7DF3D96B87D}"/>
          </ac:spMkLst>
        </pc:spChg>
        <pc:spChg chg="mod">
          <ac:chgData name="John Flinn" userId="7e17483a2f11917b" providerId="LiveId" clId="{E34305C2-AE44-4C00-ADB6-473F6952CE75}" dt="2026-05-01T07:21:25.560" v="2502" actId="1076"/>
          <ac:spMkLst>
            <pc:docMk/>
            <pc:sldMk cId="1083632021" sldId="281"/>
            <ac:spMk id="61" creationId="{79693020-50B0-D478-6F9E-1E284F383C17}"/>
          </ac:spMkLst>
        </pc:spChg>
        <pc:spChg chg="mod">
          <ac:chgData name="John Flinn" userId="7e17483a2f11917b" providerId="LiveId" clId="{E34305C2-AE44-4C00-ADB6-473F6952CE75}" dt="2026-05-01T07:02:46.944" v="2436" actId="207"/>
          <ac:spMkLst>
            <pc:docMk/>
            <pc:sldMk cId="1083632021" sldId="281"/>
            <ac:spMk id="384" creationId="{EBBC2BA8-3EAE-CD5F-4D5D-AF78BF33A7F3}"/>
          </ac:spMkLst>
        </pc:spChg>
        <pc:spChg chg="mod">
          <ac:chgData name="John Flinn" userId="7e17483a2f11917b" providerId="LiveId" clId="{E34305C2-AE44-4C00-ADB6-473F6952CE75}" dt="2026-05-01T07:22:51.523" v="2508" actId="1076"/>
          <ac:spMkLst>
            <pc:docMk/>
            <pc:sldMk cId="1083632021" sldId="281"/>
            <ac:spMk id="452" creationId="{C1855E44-740E-DE04-64FF-97B6619AC041}"/>
          </ac:spMkLst>
        </pc:spChg>
        <pc:spChg chg="mod">
          <ac:chgData name="John Flinn" userId="7e17483a2f11917b" providerId="LiveId" clId="{E34305C2-AE44-4C00-ADB6-473F6952CE75}" dt="2026-05-01T07:18:02.595" v="2478" actId="207"/>
          <ac:spMkLst>
            <pc:docMk/>
            <pc:sldMk cId="1083632021" sldId="281"/>
            <ac:spMk id="470" creationId="{CC43754D-02C8-D567-0C70-3F5A442ABD7D}"/>
          </ac:spMkLst>
        </pc:spChg>
        <pc:spChg chg="mod">
          <ac:chgData name="John Flinn" userId="7e17483a2f11917b" providerId="LiveId" clId="{E34305C2-AE44-4C00-ADB6-473F6952CE75}" dt="2026-05-01T06:25:26.556" v="2291" actId="1038"/>
          <ac:spMkLst>
            <pc:docMk/>
            <pc:sldMk cId="1083632021" sldId="281"/>
            <ac:spMk id="472" creationId="{633D6EF2-4226-910C-1E3F-6F9E4940EBAB}"/>
          </ac:spMkLst>
        </pc:spChg>
        <pc:spChg chg="mod">
          <ac:chgData name="John Flinn" userId="7e17483a2f11917b" providerId="LiveId" clId="{E34305C2-AE44-4C00-ADB6-473F6952CE75}" dt="2026-05-01T06:11:49.407" v="2153" actId="1037"/>
          <ac:spMkLst>
            <pc:docMk/>
            <pc:sldMk cId="1083632021" sldId="281"/>
            <ac:spMk id="475" creationId="{9F65BB6B-5F20-7C6E-4F04-CB225F8C278E}"/>
          </ac:spMkLst>
        </pc:spChg>
        <pc:spChg chg="mod">
          <ac:chgData name="John Flinn" userId="7e17483a2f11917b" providerId="LiveId" clId="{E34305C2-AE44-4C00-ADB6-473F6952CE75}" dt="2026-05-01T07:02:50.113" v="2437" actId="207"/>
          <ac:spMkLst>
            <pc:docMk/>
            <pc:sldMk cId="1083632021" sldId="281"/>
            <ac:spMk id="486" creationId="{8B42680A-5C7C-FEE2-DBAF-4FF030F6E188}"/>
          </ac:spMkLst>
        </pc:spChg>
        <pc:spChg chg="mod">
          <ac:chgData name="John Flinn" userId="7e17483a2f11917b" providerId="LiveId" clId="{E34305C2-AE44-4C00-ADB6-473F6952CE75}" dt="2026-05-01T06:06:23.602" v="2090" actId="1038"/>
          <ac:spMkLst>
            <pc:docMk/>
            <pc:sldMk cId="1083632021" sldId="281"/>
            <ac:spMk id="487" creationId="{2533525F-5E52-3D56-F16D-662BB08279C4}"/>
          </ac:spMkLst>
        </pc:spChg>
        <pc:spChg chg="mod">
          <ac:chgData name="John Flinn" userId="7e17483a2f11917b" providerId="LiveId" clId="{E34305C2-AE44-4C00-ADB6-473F6952CE75}" dt="2026-05-01T06:21:31.567" v="2244" actId="1076"/>
          <ac:spMkLst>
            <pc:docMk/>
            <pc:sldMk cId="1083632021" sldId="281"/>
            <ac:spMk id="489" creationId="{B931AC5E-B355-C720-507D-03CB98BD1F0A}"/>
          </ac:spMkLst>
        </pc:spChg>
        <pc:spChg chg="mod">
          <ac:chgData name="John Flinn" userId="7e17483a2f11917b" providerId="LiveId" clId="{E34305C2-AE44-4C00-ADB6-473F6952CE75}" dt="2026-05-01T07:18:17.327" v="2483" actId="2711"/>
          <ac:spMkLst>
            <pc:docMk/>
            <pc:sldMk cId="1083632021" sldId="281"/>
            <ac:spMk id="490" creationId="{780FD560-5368-1D29-9368-F6837C7B99CB}"/>
          </ac:spMkLst>
        </pc:spChg>
        <pc:spChg chg="mod">
          <ac:chgData name="John Flinn" userId="7e17483a2f11917b" providerId="LiveId" clId="{E34305C2-AE44-4C00-ADB6-473F6952CE75}" dt="2026-05-01T06:27:39.911" v="2332" actId="1037"/>
          <ac:spMkLst>
            <pc:docMk/>
            <pc:sldMk cId="1083632021" sldId="281"/>
            <ac:spMk id="495" creationId="{F401CC7D-60D9-8C25-5B12-B729B90C72F3}"/>
          </ac:spMkLst>
        </pc:spChg>
        <pc:spChg chg="mod">
          <ac:chgData name="John Flinn" userId="7e17483a2f11917b" providerId="LiveId" clId="{E34305C2-AE44-4C00-ADB6-473F6952CE75}" dt="2026-05-01T07:18:12.326" v="2482" actId="207"/>
          <ac:spMkLst>
            <pc:docMk/>
            <pc:sldMk cId="1083632021" sldId="281"/>
            <ac:spMk id="501" creationId="{6585222A-1E0C-5845-AC2F-814E2F692F63}"/>
          </ac:spMkLst>
        </pc:spChg>
        <pc:spChg chg="mod">
          <ac:chgData name="John Flinn" userId="7e17483a2f11917b" providerId="LiveId" clId="{E34305C2-AE44-4C00-ADB6-473F6952CE75}" dt="2026-05-01T06:23:02.373" v="2266" actId="1038"/>
          <ac:spMkLst>
            <pc:docMk/>
            <pc:sldMk cId="1083632021" sldId="281"/>
            <ac:spMk id="507" creationId="{96428F07-E282-66CC-DC34-1B45CFAC7043}"/>
          </ac:spMkLst>
        </pc:spChg>
        <pc:spChg chg="mod">
          <ac:chgData name="John Flinn" userId="7e17483a2f11917b" providerId="LiveId" clId="{E34305C2-AE44-4C00-ADB6-473F6952CE75}" dt="2026-05-01T06:06:23.602" v="2090" actId="1038"/>
          <ac:spMkLst>
            <pc:docMk/>
            <pc:sldMk cId="1083632021" sldId="281"/>
            <ac:spMk id="1348" creationId="{7F3B0159-E99E-4DC1-759D-FDE179BCB39D}"/>
          </ac:spMkLst>
        </pc:spChg>
        <pc:spChg chg="mod">
          <ac:chgData name="John Flinn" userId="7e17483a2f11917b" providerId="LiveId" clId="{E34305C2-AE44-4C00-ADB6-473F6952CE75}" dt="2026-05-01T06:06:23.602" v="2090" actId="1038"/>
          <ac:spMkLst>
            <pc:docMk/>
            <pc:sldMk cId="1083632021" sldId="281"/>
            <ac:spMk id="1371" creationId="{47B95659-4604-CCA7-08E3-9A2A21877238}"/>
          </ac:spMkLst>
        </pc:spChg>
        <pc:spChg chg="mod">
          <ac:chgData name="John Flinn" userId="7e17483a2f11917b" providerId="LiveId" clId="{E34305C2-AE44-4C00-ADB6-473F6952CE75}" dt="2026-05-01T06:06:23.602" v="2090" actId="1038"/>
          <ac:spMkLst>
            <pc:docMk/>
            <pc:sldMk cId="1083632021" sldId="281"/>
            <ac:spMk id="1372" creationId="{0F5FCBAD-F033-FEF8-1F77-E6F28E480768}"/>
          </ac:spMkLst>
        </pc:spChg>
        <pc:spChg chg="mod">
          <ac:chgData name="John Flinn" userId="7e17483a2f11917b" providerId="LiveId" clId="{E34305C2-AE44-4C00-ADB6-473F6952CE75}" dt="2026-05-01T07:17:04.397" v="2473" actId="14100"/>
          <ac:spMkLst>
            <pc:docMk/>
            <pc:sldMk cId="1083632021" sldId="281"/>
            <ac:spMk id="1373" creationId="{0DAA620B-3624-A17D-F66A-F32994547B87}"/>
          </ac:spMkLst>
        </pc:spChg>
        <pc:spChg chg="mod">
          <ac:chgData name="John Flinn" userId="7e17483a2f11917b" providerId="LiveId" clId="{E34305C2-AE44-4C00-ADB6-473F6952CE75}" dt="2026-05-01T07:16:50.070" v="2471" actId="14100"/>
          <ac:spMkLst>
            <pc:docMk/>
            <pc:sldMk cId="1083632021" sldId="281"/>
            <ac:spMk id="1374" creationId="{FF14C292-E96E-514C-BD1C-5CCE3B8ECCA3}"/>
          </ac:spMkLst>
        </pc:spChg>
        <pc:spChg chg="mod">
          <ac:chgData name="John Flinn" userId="7e17483a2f11917b" providerId="LiveId" clId="{E34305C2-AE44-4C00-ADB6-473F6952CE75}" dt="2026-05-01T07:17:30.347" v="2476" actId="1076"/>
          <ac:spMkLst>
            <pc:docMk/>
            <pc:sldMk cId="1083632021" sldId="281"/>
            <ac:spMk id="1375" creationId="{380A91A4-9C3E-D043-3B60-387961C6E9BF}"/>
          </ac:spMkLst>
        </pc:spChg>
        <pc:spChg chg="mod">
          <ac:chgData name="John Flinn" userId="7e17483a2f11917b" providerId="LiveId" clId="{E34305C2-AE44-4C00-ADB6-473F6952CE75}" dt="2026-05-01T06:11:49.407" v="2153" actId="1037"/>
          <ac:spMkLst>
            <pc:docMk/>
            <pc:sldMk cId="1083632021" sldId="281"/>
            <ac:spMk id="1376" creationId="{A070828E-FB82-6616-F8E8-4505D4A9DB33}"/>
          </ac:spMkLst>
        </pc:spChg>
        <pc:spChg chg="mod">
          <ac:chgData name="John Flinn" userId="7e17483a2f11917b" providerId="LiveId" clId="{E34305C2-AE44-4C00-ADB6-473F6952CE75}" dt="2026-05-01T07:18:20.277" v="2484" actId="2711"/>
          <ac:spMkLst>
            <pc:docMk/>
            <pc:sldMk cId="1083632021" sldId="281"/>
            <ac:spMk id="1396" creationId="{3BC8810C-4C3B-1975-AF30-2AFEE118863B}"/>
          </ac:spMkLst>
        </pc:spChg>
        <pc:spChg chg="mod">
          <ac:chgData name="John Flinn" userId="7e17483a2f11917b" providerId="LiveId" clId="{E34305C2-AE44-4C00-ADB6-473F6952CE75}" dt="2026-05-01T07:17:59.896" v="2477" actId="207"/>
          <ac:spMkLst>
            <pc:docMk/>
            <pc:sldMk cId="1083632021" sldId="281"/>
            <ac:spMk id="1398" creationId="{DD9CC3F3-0203-7ECD-8D72-3EC7E9DC1EC5}"/>
          </ac:spMkLst>
        </pc:spChg>
        <pc:spChg chg="mod">
          <ac:chgData name="John Flinn" userId="7e17483a2f11917b" providerId="LiveId" clId="{E34305C2-AE44-4C00-ADB6-473F6952CE75}" dt="2026-05-01T06:34:45.945" v="2347" actId="1038"/>
          <ac:spMkLst>
            <pc:docMk/>
            <pc:sldMk cId="1083632021" sldId="281"/>
            <ac:spMk id="1434" creationId="{E6563DB8-A24B-1C99-7981-4F795B1E1B53}"/>
          </ac:spMkLst>
        </pc:spChg>
        <pc:spChg chg="mod">
          <ac:chgData name="John Flinn" userId="7e17483a2f11917b" providerId="LiveId" clId="{E34305C2-AE44-4C00-ADB6-473F6952CE75}" dt="2026-05-01T06:34:50.010" v="2348" actId="1035"/>
          <ac:spMkLst>
            <pc:docMk/>
            <pc:sldMk cId="1083632021" sldId="281"/>
            <ac:spMk id="1436" creationId="{8F38632A-8A8B-D433-13C9-0C0F42C8B7E2}"/>
          </ac:spMkLst>
        </pc:spChg>
        <pc:spChg chg="mod">
          <ac:chgData name="John Flinn" userId="7e17483a2f11917b" providerId="LiveId" clId="{E34305C2-AE44-4C00-ADB6-473F6952CE75}" dt="2026-05-01T06:23:20.807" v="2270" actId="1035"/>
          <ac:spMkLst>
            <pc:docMk/>
            <pc:sldMk cId="1083632021" sldId="281"/>
            <ac:spMk id="1438" creationId="{F936D2B6-1C98-2C5D-07B3-C1CCF762DD03}"/>
          </ac:spMkLst>
        </pc:spChg>
        <pc:spChg chg="mod">
          <ac:chgData name="John Flinn" userId="7e17483a2f11917b" providerId="LiveId" clId="{E34305C2-AE44-4C00-ADB6-473F6952CE75}" dt="2026-05-01T06:13:15.030" v="2211" actId="1038"/>
          <ac:spMkLst>
            <pc:docMk/>
            <pc:sldMk cId="1083632021" sldId="281"/>
            <ac:spMk id="1446" creationId="{5150CDE1-E4A7-13B4-FB01-9418E219610D}"/>
          </ac:spMkLst>
        </pc:spChg>
        <pc:spChg chg="mod">
          <ac:chgData name="John Flinn" userId="7e17483a2f11917b" providerId="LiveId" clId="{E34305C2-AE44-4C00-ADB6-473F6952CE75}" dt="2026-05-01T06:28:08.715" v="2339" actId="1076"/>
          <ac:spMkLst>
            <pc:docMk/>
            <pc:sldMk cId="1083632021" sldId="281"/>
            <ac:spMk id="1456" creationId="{2B9319D4-C80C-9C5F-0395-D6EC8B91AC8E}"/>
          </ac:spMkLst>
        </pc:spChg>
        <pc:spChg chg="mod">
          <ac:chgData name="John Flinn" userId="7e17483a2f11917b" providerId="LiveId" clId="{E34305C2-AE44-4C00-ADB6-473F6952CE75}" dt="2026-05-01T06:11:49.407" v="2153" actId="1037"/>
          <ac:spMkLst>
            <pc:docMk/>
            <pc:sldMk cId="1083632021" sldId="281"/>
            <ac:spMk id="1462" creationId="{C5803A10-E301-6837-2912-48D5B639785E}"/>
          </ac:spMkLst>
        </pc:spChg>
        <pc:spChg chg="mod">
          <ac:chgData name="John Flinn" userId="7e17483a2f11917b" providerId="LiveId" clId="{E34305C2-AE44-4C00-ADB6-473F6952CE75}" dt="2026-05-01T06:13:15.030" v="2211" actId="1038"/>
          <ac:spMkLst>
            <pc:docMk/>
            <pc:sldMk cId="1083632021" sldId="281"/>
            <ac:spMk id="1463" creationId="{324BEC0E-C360-6448-C96A-80A63E722844}"/>
          </ac:spMkLst>
        </pc:spChg>
        <pc:spChg chg="mod">
          <ac:chgData name="John Flinn" userId="7e17483a2f11917b" providerId="LiveId" clId="{E34305C2-AE44-4C00-ADB6-473F6952CE75}" dt="2026-05-01T06:13:15.030" v="2211" actId="1038"/>
          <ac:spMkLst>
            <pc:docMk/>
            <pc:sldMk cId="1083632021" sldId="281"/>
            <ac:spMk id="1471" creationId="{0559CFF8-7DD0-9426-1C78-2461D5D861D8}"/>
          </ac:spMkLst>
        </pc:spChg>
        <pc:grpChg chg="mod">
          <ac:chgData name="John Flinn" userId="7e17483a2f11917b" providerId="LiveId" clId="{E34305C2-AE44-4C00-ADB6-473F6952CE75}" dt="2026-05-01T07:15:58.424" v="2463" actId="1035"/>
          <ac:grpSpMkLst>
            <pc:docMk/>
            <pc:sldMk cId="1083632021" sldId="281"/>
            <ac:grpSpMk id="451" creationId="{490721D2-88C2-EB6C-F4AF-B23ADBD83631}"/>
          </ac:grpSpMkLst>
        </pc:grpChg>
        <pc:grpChg chg="mod">
          <ac:chgData name="John Flinn" userId="7e17483a2f11917b" providerId="LiveId" clId="{E34305C2-AE44-4C00-ADB6-473F6952CE75}" dt="2026-05-01T06:10:52.112" v="2134" actId="1035"/>
          <ac:grpSpMkLst>
            <pc:docMk/>
            <pc:sldMk cId="1083632021" sldId="281"/>
            <ac:grpSpMk id="453" creationId="{E44D8089-BABD-B68D-2A9C-FEA4804E01DD}"/>
          </ac:grpSpMkLst>
        </pc:grpChg>
        <pc:grpChg chg="mod">
          <ac:chgData name="John Flinn" userId="7e17483a2f11917b" providerId="LiveId" clId="{E34305C2-AE44-4C00-ADB6-473F6952CE75}" dt="2026-05-01T06:22:10.642" v="2251" actId="1076"/>
          <ac:grpSpMkLst>
            <pc:docMk/>
            <pc:sldMk cId="1083632021" sldId="281"/>
            <ac:grpSpMk id="492" creationId="{F455BD66-E7F2-9F77-AE81-ADF063FE28D8}"/>
          </ac:grpSpMkLst>
        </pc:grpChg>
        <pc:grpChg chg="mod">
          <ac:chgData name="John Flinn" userId="7e17483a2f11917b" providerId="LiveId" clId="{E34305C2-AE44-4C00-ADB6-473F6952CE75}" dt="2026-05-01T06:27:26.052" v="2323" actId="1076"/>
          <ac:grpSpMkLst>
            <pc:docMk/>
            <pc:sldMk cId="1083632021" sldId="281"/>
            <ac:grpSpMk id="493" creationId="{3172B16D-9C44-34D7-F22F-65D13B9C8A6D}"/>
          </ac:grpSpMkLst>
        </pc:grpChg>
        <pc:picChg chg="mod">
          <ac:chgData name="John Flinn" userId="7e17483a2f11917b" providerId="LiveId" clId="{E34305C2-AE44-4C00-ADB6-473F6952CE75}" dt="2026-05-01T07:15:58.424" v="2463" actId="1035"/>
          <ac:picMkLst>
            <pc:docMk/>
            <pc:sldMk cId="1083632021" sldId="281"/>
            <ac:picMk id="481" creationId="{E1521D4F-03EC-0A41-BD93-512AC43E419A}"/>
          </ac:picMkLst>
        </pc:picChg>
        <pc:picChg chg="mod">
          <ac:chgData name="John Flinn" userId="7e17483a2f11917b" providerId="LiveId" clId="{E34305C2-AE44-4C00-ADB6-473F6952CE75}" dt="2026-05-01T06:06:34.233" v="2101" actId="1038"/>
          <ac:picMkLst>
            <pc:docMk/>
            <pc:sldMk cId="1083632021" sldId="281"/>
            <ac:picMk id="1458" creationId="{7FB95138-F170-E3BF-8D2A-87E595DDCFAE}"/>
          </ac:picMkLst>
        </pc:picChg>
        <pc:picChg chg="mod">
          <ac:chgData name="John Flinn" userId="7e17483a2f11917b" providerId="LiveId" clId="{E34305C2-AE44-4C00-ADB6-473F6952CE75}" dt="2026-05-01T06:13:15.030" v="2211" actId="1038"/>
          <ac:picMkLst>
            <pc:docMk/>
            <pc:sldMk cId="1083632021" sldId="281"/>
            <ac:picMk id="1464" creationId="{A3898669-843C-DD41-5612-CA347EF4CFBB}"/>
          </ac:picMkLst>
        </pc:picChg>
        <pc:cxnChg chg="mod">
          <ac:chgData name="John Flinn" userId="7e17483a2f11917b" providerId="LiveId" clId="{E34305C2-AE44-4C00-ADB6-473F6952CE75}" dt="2026-05-01T06:22:10.642" v="2251" actId="1076"/>
          <ac:cxnSpMkLst>
            <pc:docMk/>
            <pc:sldMk cId="1083632021" sldId="281"/>
            <ac:cxnSpMk id="10" creationId="{06E34A60-398C-A2A2-E180-F573FA1547E4}"/>
          </ac:cxnSpMkLst>
        </pc:cxnChg>
        <pc:cxnChg chg="mod">
          <ac:chgData name="John Flinn" userId="7e17483a2f11917b" providerId="LiveId" clId="{E34305C2-AE44-4C00-ADB6-473F6952CE75}" dt="2026-05-01T06:28:08.715" v="2339" actId="1076"/>
          <ac:cxnSpMkLst>
            <pc:docMk/>
            <pc:sldMk cId="1083632021" sldId="281"/>
            <ac:cxnSpMk id="44" creationId="{9E41D43E-D5E9-D083-FE68-6A30DF4CC1A1}"/>
          </ac:cxnSpMkLst>
        </pc:cxnChg>
        <pc:cxnChg chg="mod">
          <ac:chgData name="John Flinn" userId="7e17483a2f11917b" providerId="LiveId" clId="{E34305C2-AE44-4C00-ADB6-473F6952CE75}" dt="2026-05-01T06:27:55.460" v="2335" actId="14100"/>
          <ac:cxnSpMkLst>
            <pc:docMk/>
            <pc:sldMk cId="1083632021" sldId="281"/>
            <ac:cxnSpMk id="54" creationId="{1C81AA3D-9443-1FC4-8CE8-CAB376800DD3}"/>
          </ac:cxnSpMkLst>
        </pc:cxnChg>
        <pc:cxnChg chg="mod">
          <ac:chgData name="John Flinn" userId="7e17483a2f11917b" providerId="LiveId" clId="{E34305C2-AE44-4C00-ADB6-473F6952CE75}" dt="2026-05-01T06:26:22.188" v="2306" actId="14100"/>
          <ac:cxnSpMkLst>
            <pc:docMk/>
            <pc:sldMk cId="1083632021" sldId="281"/>
            <ac:cxnSpMk id="456" creationId="{C3FBBB46-307D-E130-6A08-59D090C528F9}"/>
          </ac:cxnSpMkLst>
        </pc:cxnChg>
        <pc:cxnChg chg="mod">
          <ac:chgData name="John Flinn" userId="7e17483a2f11917b" providerId="LiveId" clId="{E34305C2-AE44-4C00-ADB6-473F6952CE75}" dt="2026-05-01T06:26:04.972" v="2298" actId="14100"/>
          <ac:cxnSpMkLst>
            <pc:docMk/>
            <pc:sldMk cId="1083632021" sldId="281"/>
            <ac:cxnSpMk id="459" creationId="{E93F53DA-79E4-D1A1-670D-C50A63368F98}"/>
          </ac:cxnSpMkLst>
        </pc:cxnChg>
        <pc:cxnChg chg="mod">
          <ac:chgData name="John Flinn" userId="7e17483a2f11917b" providerId="LiveId" clId="{E34305C2-AE44-4C00-ADB6-473F6952CE75}" dt="2026-05-01T06:24:51.833" v="2289" actId="14100"/>
          <ac:cxnSpMkLst>
            <pc:docMk/>
            <pc:sldMk cId="1083632021" sldId="281"/>
            <ac:cxnSpMk id="478" creationId="{E6C949DA-E257-854A-C55D-2B8453CD1076}"/>
          </ac:cxnSpMkLst>
        </pc:cxnChg>
        <pc:cxnChg chg="mod">
          <ac:chgData name="John Flinn" userId="7e17483a2f11917b" providerId="LiveId" clId="{E34305C2-AE44-4C00-ADB6-473F6952CE75}" dt="2026-05-01T07:15:58.424" v="2463" actId="1035"/>
          <ac:cxnSpMkLst>
            <pc:docMk/>
            <pc:sldMk cId="1083632021" sldId="281"/>
            <ac:cxnSpMk id="479" creationId="{71D06E1D-E81E-0870-3BBA-CB483E2DEA7A}"/>
          </ac:cxnSpMkLst>
        </pc:cxnChg>
        <pc:cxnChg chg="mod">
          <ac:chgData name="John Flinn" userId="7e17483a2f11917b" providerId="LiveId" clId="{E34305C2-AE44-4C00-ADB6-473F6952CE75}" dt="2026-05-01T07:15:58.424" v="2463" actId="1035"/>
          <ac:cxnSpMkLst>
            <pc:docMk/>
            <pc:sldMk cId="1083632021" sldId="281"/>
            <ac:cxnSpMk id="480" creationId="{4B788826-59F5-A487-596C-ACC9D1052947}"/>
          </ac:cxnSpMkLst>
        </pc:cxnChg>
        <pc:cxnChg chg="mod">
          <ac:chgData name="John Flinn" userId="7e17483a2f11917b" providerId="LiveId" clId="{E34305C2-AE44-4C00-ADB6-473F6952CE75}" dt="2026-05-01T06:14:32.604" v="2218" actId="14100"/>
          <ac:cxnSpMkLst>
            <pc:docMk/>
            <pc:sldMk cId="1083632021" sldId="281"/>
            <ac:cxnSpMk id="499" creationId="{EC531862-C7F3-C6AC-A201-5C0B32115A8A}"/>
          </ac:cxnSpMkLst>
        </pc:cxnChg>
        <pc:cxnChg chg="mod">
          <ac:chgData name="John Flinn" userId="7e17483a2f11917b" providerId="LiveId" clId="{E34305C2-AE44-4C00-ADB6-473F6952CE75}" dt="2026-05-01T06:24:40.557" v="2287" actId="14100"/>
          <ac:cxnSpMkLst>
            <pc:docMk/>
            <pc:sldMk cId="1083632021" sldId="281"/>
            <ac:cxnSpMk id="579" creationId="{5E3E43BA-106F-FDD4-FE66-69402F789D8B}"/>
          </ac:cxnSpMkLst>
        </pc:cxnChg>
        <pc:cxnChg chg="mod">
          <ac:chgData name="John Flinn" userId="7e17483a2f11917b" providerId="LiveId" clId="{E34305C2-AE44-4C00-ADB6-473F6952CE75}" dt="2026-05-01T06:24:31.104" v="2285" actId="14100"/>
          <ac:cxnSpMkLst>
            <pc:docMk/>
            <pc:sldMk cId="1083632021" sldId="281"/>
            <ac:cxnSpMk id="588" creationId="{CB7F4A58-340E-0574-AC8D-C808780CAD54}"/>
          </ac:cxnSpMkLst>
        </pc:cxnChg>
        <pc:cxnChg chg="mod">
          <ac:chgData name="John Flinn" userId="7e17483a2f11917b" providerId="LiveId" clId="{E34305C2-AE44-4C00-ADB6-473F6952CE75}" dt="2026-05-01T06:24:45.839" v="2288" actId="14100"/>
          <ac:cxnSpMkLst>
            <pc:docMk/>
            <pc:sldMk cId="1083632021" sldId="281"/>
            <ac:cxnSpMk id="611" creationId="{ACBCEB7E-91FC-F605-987C-ECD3C80689B1}"/>
          </ac:cxnSpMkLst>
        </pc:cxnChg>
        <pc:cxnChg chg="mod">
          <ac:chgData name="John Flinn" userId="7e17483a2f11917b" providerId="LiveId" clId="{E34305C2-AE44-4C00-ADB6-473F6952CE75}" dt="2026-05-01T06:24:54.523" v="2290" actId="14100"/>
          <ac:cxnSpMkLst>
            <pc:docMk/>
            <pc:sldMk cId="1083632021" sldId="281"/>
            <ac:cxnSpMk id="628" creationId="{4CDFF012-0141-0605-7411-2252D7A34401}"/>
          </ac:cxnSpMkLst>
        </pc:cxnChg>
        <pc:cxnChg chg="mod">
          <ac:chgData name="John Flinn" userId="7e17483a2f11917b" providerId="LiveId" clId="{E34305C2-AE44-4C00-ADB6-473F6952CE75}" dt="2026-05-01T06:27:57.188" v="2336" actId="14100"/>
          <ac:cxnSpMkLst>
            <pc:docMk/>
            <pc:sldMk cId="1083632021" sldId="281"/>
            <ac:cxnSpMk id="1345" creationId="{3349613F-9176-7D7E-F283-67BB48C91D5F}"/>
          </ac:cxnSpMkLst>
        </pc:cxnChg>
        <pc:cxnChg chg="mod">
          <ac:chgData name="John Flinn" userId="7e17483a2f11917b" providerId="LiveId" clId="{E34305C2-AE44-4C00-ADB6-473F6952CE75}" dt="2026-05-01T06:28:01.492" v="2338" actId="14100"/>
          <ac:cxnSpMkLst>
            <pc:docMk/>
            <pc:sldMk cId="1083632021" sldId="281"/>
            <ac:cxnSpMk id="1346" creationId="{0217FA99-D037-6B31-A150-A6CCF4CBD943}"/>
          </ac:cxnSpMkLst>
        </pc:cxnChg>
        <pc:cxnChg chg="mod">
          <ac:chgData name="John Flinn" userId="7e17483a2f11917b" providerId="LiveId" clId="{E34305C2-AE44-4C00-ADB6-473F6952CE75}" dt="2026-05-01T06:27:17.082" v="2319" actId="14100"/>
          <ac:cxnSpMkLst>
            <pc:docMk/>
            <pc:sldMk cId="1083632021" sldId="281"/>
            <ac:cxnSpMk id="1347" creationId="{7C81BB9D-391C-963A-AADF-D34BC2E66925}"/>
          </ac:cxnSpMkLst>
        </pc:cxnChg>
        <pc:cxnChg chg="mod">
          <ac:chgData name="John Flinn" userId="7e17483a2f11917b" providerId="LiveId" clId="{E34305C2-AE44-4C00-ADB6-473F6952CE75}" dt="2026-05-01T06:24:20.253" v="2282" actId="14100"/>
          <ac:cxnSpMkLst>
            <pc:docMk/>
            <pc:sldMk cId="1083632021" sldId="281"/>
            <ac:cxnSpMk id="1367" creationId="{AD27D768-4C7C-4A33-665C-87AF4DCDCD7C}"/>
          </ac:cxnSpMkLst>
        </pc:cxnChg>
        <pc:cxnChg chg="mod">
          <ac:chgData name="John Flinn" userId="7e17483a2f11917b" providerId="LiveId" clId="{E34305C2-AE44-4C00-ADB6-473F6952CE75}" dt="2026-05-01T06:24:09.121" v="2280" actId="14100"/>
          <ac:cxnSpMkLst>
            <pc:docMk/>
            <pc:sldMk cId="1083632021" sldId="281"/>
            <ac:cxnSpMk id="1368" creationId="{D735D8F1-01E9-6804-DFF8-D9C7E3F14301}"/>
          </ac:cxnSpMkLst>
        </pc:cxnChg>
        <pc:cxnChg chg="mod">
          <ac:chgData name="John Flinn" userId="7e17483a2f11917b" providerId="LiveId" clId="{E34305C2-AE44-4C00-ADB6-473F6952CE75}" dt="2026-05-01T06:26:45.111" v="2318" actId="14100"/>
          <ac:cxnSpMkLst>
            <pc:docMk/>
            <pc:sldMk cId="1083632021" sldId="281"/>
            <ac:cxnSpMk id="1377" creationId="{1238F5D0-0589-69C5-E793-F283E4ED471F}"/>
          </ac:cxnSpMkLst>
        </pc:cxnChg>
        <pc:cxnChg chg="mod">
          <ac:chgData name="John Flinn" userId="7e17483a2f11917b" providerId="LiveId" clId="{E34305C2-AE44-4C00-ADB6-473F6952CE75}" dt="2026-05-01T06:27:46.554" v="2334" actId="14100"/>
          <ac:cxnSpMkLst>
            <pc:docMk/>
            <pc:sldMk cId="1083632021" sldId="281"/>
            <ac:cxnSpMk id="1378" creationId="{0C676A12-B475-3EEC-DC32-28CC739F01F8}"/>
          </ac:cxnSpMkLst>
        </pc:cxnChg>
        <pc:cxnChg chg="mod">
          <ac:chgData name="John Flinn" userId="7e17483a2f11917b" providerId="LiveId" clId="{E34305C2-AE44-4C00-ADB6-473F6952CE75}" dt="2026-05-01T06:26:11.046" v="2301" actId="14100"/>
          <ac:cxnSpMkLst>
            <pc:docMk/>
            <pc:sldMk cId="1083632021" sldId="281"/>
            <ac:cxnSpMk id="1382" creationId="{1A0C07E5-19C1-1C0E-4933-52EB2C8B91E8}"/>
          </ac:cxnSpMkLst>
        </pc:cxnChg>
        <pc:cxnChg chg="mod">
          <ac:chgData name="John Flinn" userId="7e17483a2f11917b" providerId="LiveId" clId="{E34305C2-AE44-4C00-ADB6-473F6952CE75}" dt="2026-05-01T06:26:13.305" v="2302" actId="14100"/>
          <ac:cxnSpMkLst>
            <pc:docMk/>
            <pc:sldMk cId="1083632021" sldId="281"/>
            <ac:cxnSpMk id="1399" creationId="{F506A204-3C80-1B8A-EA8E-10E91BB2EE9D}"/>
          </ac:cxnSpMkLst>
        </pc:cxnChg>
        <pc:cxnChg chg="mod">
          <ac:chgData name="John Flinn" userId="7e17483a2f11917b" providerId="LiveId" clId="{E34305C2-AE44-4C00-ADB6-473F6952CE75}" dt="2026-05-01T06:26:07.134" v="2299" actId="14100"/>
          <ac:cxnSpMkLst>
            <pc:docMk/>
            <pc:sldMk cId="1083632021" sldId="281"/>
            <ac:cxnSpMk id="1405" creationId="{F219760B-A85F-FA24-B0C2-442C1DC78E76}"/>
          </ac:cxnSpMkLst>
        </pc:cxnChg>
        <pc:cxnChg chg="mod">
          <ac:chgData name="John Flinn" userId="7e17483a2f11917b" providerId="LiveId" clId="{E34305C2-AE44-4C00-ADB6-473F6952CE75}" dt="2026-05-01T06:22:06.571" v="2248" actId="1076"/>
          <ac:cxnSpMkLst>
            <pc:docMk/>
            <pc:sldMk cId="1083632021" sldId="281"/>
            <ac:cxnSpMk id="1418" creationId="{66804015-3096-23CB-352C-BEDA86DFA22C}"/>
          </ac:cxnSpMkLst>
        </pc:cxnChg>
        <pc:cxnChg chg="mod">
          <ac:chgData name="John Flinn" userId="7e17483a2f11917b" providerId="LiveId" clId="{E34305C2-AE44-4C00-ADB6-473F6952CE75}" dt="2026-05-01T06:22:10.642" v="2251" actId="1076"/>
          <ac:cxnSpMkLst>
            <pc:docMk/>
            <pc:sldMk cId="1083632021" sldId="281"/>
            <ac:cxnSpMk id="1419" creationId="{1557045D-084A-F1AE-E1E5-34697EE56A7C}"/>
          </ac:cxnSpMkLst>
        </pc:cxnChg>
        <pc:cxnChg chg="mod">
          <ac:chgData name="John Flinn" userId="7e17483a2f11917b" providerId="LiveId" clId="{E34305C2-AE44-4C00-ADB6-473F6952CE75}" dt="2026-05-01T06:22:13.234" v="2252" actId="14100"/>
          <ac:cxnSpMkLst>
            <pc:docMk/>
            <pc:sldMk cId="1083632021" sldId="281"/>
            <ac:cxnSpMk id="1421" creationId="{30FD3BEF-3CED-564E-620E-4946E887FEE6}"/>
          </ac:cxnSpMkLst>
        </pc:cxnChg>
        <pc:cxnChg chg="mod">
          <ac:chgData name="John Flinn" userId="7e17483a2f11917b" providerId="LiveId" clId="{E34305C2-AE44-4C00-ADB6-473F6952CE75}" dt="2026-05-01T06:24:13.984" v="2281" actId="14100"/>
          <ac:cxnSpMkLst>
            <pc:docMk/>
            <pc:sldMk cId="1083632021" sldId="281"/>
            <ac:cxnSpMk id="1448" creationId="{5588827D-59D7-21DC-1EC3-D1C6258E7764}"/>
          </ac:cxnSpMkLst>
        </pc:cxnChg>
      </pc:sldChg>
      <pc:sldChg chg="modSp add mod">
        <pc:chgData name="John Flinn" userId="7e17483a2f11917b" providerId="LiveId" clId="{E34305C2-AE44-4C00-ADB6-473F6952CE75}" dt="2026-05-01T07:59:17.959" v="2607" actId="20577"/>
        <pc:sldMkLst>
          <pc:docMk/>
          <pc:sldMk cId="3508393204" sldId="282"/>
        </pc:sldMkLst>
        <pc:spChg chg="mod">
          <ac:chgData name="John Flinn" userId="7e17483a2f11917b" providerId="LiveId" clId="{E34305C2-AE44-4C00-ADB6-473F6952CE75}" dt="2026-05-01T07:38:09.610" v="2604" actId="14100"/>
          <ac:spMkLst>
            <pc:docMk/>
            <pc:sldMk cId="3508393204" sldId="282"/>
            <ac:spMk id="42" creationId="{9D622CAA-C0BA-25D5-A3E7-83B0748EC984}"/>
          </ac:spMkLst>
        </pc:spChg>
        <pc:spChg chg="mod">
          <ac:chgData name="John Flinn" userId="7e17483a2f11917b" providerId="LiveId" clId="{E34305C2-AE44-4C00-ADB6-473F6952CE75}" dt="2026-05-01T07:31:45.858" v="2523" actId="1076"/>
          <ac:spMkLst>
            <pc:docMk/>
            <pc:sldMk cId="3508393204" sldId="282"/>
            <ac:spMk id="58" creationId="{7533E3EA-DA79-D8D4-93C9-F7D4153D4636}"/>
          </ac:spMkLst>
        </pc:spChg>
        <pc:spChg chg="mod">
          <ac:chgData name="John Flinn" userId="7e17483a2f11917b" providerId="LiveId" clId="{E34305C2-AE44-4C00-ADB6-473F6952CE75}" dt="2026-05-01T07:59:17.959" v="2607" actId="20577"/>
          <ac:spMkLst>
            <pc:docMk/>
            <pc:sldMk cId="3508393204" sldId="282"/>
            <ac:spMk id="61" creationId="{2A0947A4-1AC4-25CF-366B-0F06A77CC5C0}"/>
          </ac:spMkLst>
        </pc:spChg>
        <pc:spChg chg="mod">
          <ac:chgData name="John Flinn" userId="7e17483a2f11917b" providerId="LiveId" clId="{E34305C2-AE44-4C00-ADB6-473F6952CE75}" dt="2026-05-01T07:31:52.057" v="2524" actId="1076"/>
          <ac:spMkLst>
            <pc:docMk/>
            <pc:sldMk cId="3508393204" sldId="282"/>
            <ac:spMk id="452" creationId="{E7B98F53-FB80-5A84-95DF-15B3693AD08B}"/>
          </ac:spMkLst>
        </pc:spChg>
        <pc:spChg chg="mod">
          <ac:chgData name="John Flinn" userId="7e17483a2f11917b" providerId="LiveId" clId="{E34305C2-AE44-4C00-ADB6-473F6952CE75}" dt="2026-05-01T07:31:45.858" v="2523" actId="1076"/>
          <ac:spMkLst>
            <pc:docMk/>
            <pc:sldMk cId="3508393204" sldId="282"/>
            <ac:spMk id="470" creationId="{EF16421C-1B59-E7D8-B428-AB74EEBC778A}"/>
          </ac:spMkLst>
        </pc:spChg>
        <pc:spChg chg="mod">
          <ac:chgData name="John Flinn" userId="7e17483a2f11917b" providerId="LiveId" clId="{E34305C2-AE44-4C00-ADB6-473F6952CE75}" dt="2026-05-01T07:38:18.633" v="2606" actId="14100"/>
          <ac:spMkLst>
            <pc:docMk/>
            <pc:sldMk cId="3508393204" sldId="282"/>
            <ac:spMk id="475" creationId="{44B1A583-4704-0632-6811-65F010962505}"/>
          </ac:spMkLst>
        </pc:spChg>
        <pc:spChg chg="mod">
          <ac:chgData name="John Flinn" userId="7e17483a2f11917b" providerId="LiveId" clId="{E34305C2-AE44-4C00-ADB6-473F6952CE75}" dt="2026-05-01T07:38:00.393" v="2603" actId="14100"/>
          <ac:spMkLst>
            <pc:docMk/>
            <pc:sldMk cId="3508393204" sldId="282"/>
            <ac:spMk id="487" creationId="{B0F98B28-F913-B5B7-800B-E3B93C56932D}"/>
          </ac:spMkLst>
        </pc:spChg>
        <pc:spChg chg="mod">
          <ac:chgData name="John Flinn" userId="7e17483a2f11917b" providerId="LiveId" clId="{E34305C2-AE44-4C00-ADB6-473F6952CE75}" dt="2026-05-01T07:38:15.500" v="2605" actId="14100"/>
          <ac:spMkLst>
            <pc:docMk/>
            <pc:sldMk cId="3508393204" sldId="282"/>
            <ac:spMk id="488" creationId="{168E5185-6310-132F-A6AF-AC15E2AC9432}"/>
          </ac:spMkLst>
        </pc:spChg>
        <pc:spChg chg="mod">
          <ac:chgData name="John Flinn" userId="7e17483a2f11917b" providerId="LiveId" clId="{E34305C2-AE44-4C00-ADB6-473F6952CE75}" dt="2026-05-01T07:34:25.814" v="2528" actId="1038"/>
          <ac:spMkLst>
            <pc:docMk/>
            <pc:sldMk cId="3508393204" sldId="282"/>
            <ac:spMk id="507" creationId="{50BB44D0-D6B3-873F-12E9-B9ABABC82C23}"/>
          </ac:spMkLst>
        </pc:spChg>
        <pc:spChg chg="mod">
          <ac:chgData name="John Flinn" userId="7e17483a2f11917b" providerId="LiveId" clId="{E34305C2-AE44-4C00-ADB6-473F6952CE75}" dt="2026-05-01T07:34:45.868" v="2530" actId="1036"/>
          <ac:spMkLst>
            <pc:docMk/>
            <pc:sldMk cId="3508393204" sldId="282"/>
            <ac:spMk id="1434" creationId="{00074504-E88F-A0E3-0771-14AB23383B78}"/>
          </ac:spMkLst>
        </pc:spChg>
        <pc:grpChg chg="mod">
          <ac:chgData name="John Flinn" userId="7e17483a2f11917b" providerId="LiveId" clId="{E34305C2-AE44-4C00-ADB6-473F6952CE75}" dt="2026-05-01T07:31:59.531" v="2527" actId="1035"/>
          <ac:grpSpMkLst>
            <pc:docMk/>
            <pc:sldMk cId="3508393204" sldId="282"/>
            <ac:grpSpMk id="453" creationId="{B2D4328A-538B-2586-3E64-D42D26EEC82E}"/>
          </ac:grpSpMkLst>
        </pc:grpChg>
      </pc:sldChg>
    </pc:docChg>
  </pc:docChgLst>
</pc:chgInfo>
</file>

<file path=ppt/comments/modernComment_110_59C65A.xml><?xml version="1.0" encoding="utf-8"?>
<p188:cmLst xmlns:a="http://schemas.openxmlformats.org/drawingml/2006/main" xmlns:r="http://schemas.openxmlformats.org/officeDocument/2006/relationships" xmlns:p188="http://schemas.microsoft.com/office/powerpoint/2018/8/main">
  <p188:cm id="{E4D257FF-E316-4107-B4B9-4CE905FCD846}" authorId="{F08FE43F-CBED-1CB8-7610-ADBD6AB49C63}" created="2026-04-29T05:23:00.914">
    <ac:deMkLst xmlns:ac="http://schemas.microsoft.com/office/drawing/2013/main/command">
      <pc:docMk xmlns:pc="http://schemas.microsoft.com/office/powerpoint/2013/main/command"/>
      <pc:sldMk xmlns:pc="http://schemas.microsoft.com/office/powerpoint/2013/main/command" cId="5883482" sldId="272"/>
      <ac:cxnSpMk id="298" creationId="{54244CB4-97E2-05D1-1B48-2DD7ABDE4E16}"/>
    </ac:deMkLst>
    <p188:txBody>
      <a:bodyPr/>
      <a:lstStyle/>
      <a:p>
        <a:r>
          <a:rPr lang="en-US"/>
          <a:t>Change to yellow from networks</a:t>
        </a:r>
      </a:p>
    </p188:txBody>
  </p188:cm>
  <p188:cm id="{B2450DEB-2957-4F24-9ED0-536DC7E06C10}" authorId="{F08FE43F-CBED-1CB8-7610-ADBD6AB49C63}" created="2026-04-29T05:23:49.434">
    <ac:deMkLst xmlns:ac="http://schemas.microsoft.com/office/drawing/2013/main/command">
      <pc:docMk xmlns:pc="http://schemas.microsoft.com/office/powerpoint/2013/main/command"/>
      <pc:sldMk xmlns:pc="http://schemas.microsoft.com/office/powerpoint/2013/main/command" cId="5883482" sldId="272"/>
      <ac:graphicFrameMk id="478" creationId="{99165A8F-7B3B-32D5-DC46-B1C241F2F427}"/>
    </ac:deMkLst>
    <p188:txBody>
      <a:bodyPr/>
      <a:lstStyle/>
      <a:p>
        <a:r>
          <a:rPr lang="en-US"/>
          <a:t>Shift to the left side (red column)</a:t>
        </a:r>
      </a:p>
    </p188:txBody>
  </p188:cm>
  <p188:cm id="{80BB5E7C-2187-4130-9BFF-B701CC2AE57D}" authorId="{F08FE43F-CBED-1CB8-7610-ADBD6AB49C63}" created="2026-04-29T05:29:59.498">
    <ac:deMkLst xmlns:ac="http://schemas.microsoft.com/office/drawing/2013/main/command">
      <pc:docMk xmlns:pc="http://schemas.microsoft.com/office/powerpoint/2013/main/command"/>
      <pc:sldMk xmlns:pc="http://schemas.microsoft.com/office/powerpoint/2013/main/command" cId="5883482" sldId="272"/>
      <ac:spMk id="620" creationId="{A78F6B9F-41DD-EEEF-7631-9141A0810964}"/>
    </ac:deMkLst>
    <p188:txBody>
      <a:bodyPr/>
      <a:lstStyle/>
      <a:p>
        <a:r>
          <a:rPr lang="en-US"/>
          <a:t>Do a hdr, para, and diagram for anchors 1-3, maybe move one to the right if need space</a:t>
        </a:r>
      </a:p>
    </p188:txBody>
  </p188:cm>
  <p188:cm id="{B97389CF-B6AB-458F-A0B5-8BE5B7F61491}" authorId="{F08FE43F-CBED-1CB8-7610-ADBD6AB49C63}" created="2026-04-29T05:30:38.058">
    <ac:deMkLst xmlns:ac="http://schemas.microsoft.com/office/drawing/2013/main/command">
      <pc:docMk xmlns:pc="http://schemas.microsoft.com/office/powerpoint/2013/main/command"/>
      <pc:sldMk xmlns:pc="http://schemas.microsoft.com/office/powerpoint/2013/main/command" cId="5883482" sldId="272"/>
      <ac:spMk id="612" creationId="{A56643E7-0256-228F-AFD7-E015008D5EDA}"/>
    </ac:deMkLst>
    <p188:txBody>
      <a:bodyPr/>
      <a:lstStyle/>
      <a:p>
        <a:r>
          <a:rPr lang="en-US"/>
          <a:t>Right side explains layers</a:t>
        </a:r>
      </a:p>
    </p188:txBody>
  </p188:cm>
  <p188:cm id="{45D3949D-4A39-47E3-B974-04283CF86EEC}" authorId="{F08FE43F-CBED-1CB8-7610-ADBD6AB49C63}" created="2026-04-29T05:32:57.904">
    <ac:deMkLst xmlns:ac="http://schemas.microsoft.com/office/drawing/2013/main/command">
      <pc:docMk xmlns:pc="http://schemas.microsoft.com/office/powerpoint/2013/main/command"/>
      <pc:sldMk xmlns:pc="http://schemas.microsoft.com/office/powerpoint/2013/main/command" cId="5883482" sldId="272"/>
      <ac:cxnSpMk id="467" creationId="{F9EE222E-47C0-DC0D-6162-571B12F766ED}"/>
    </ac:deMkLst>
    <p188:txBody>
      <a:bodyPr/>
      <a:lstStyle/>
      <a:p>
        <a:r>
          <a:rPr lang="en-US"/>
          <a:t>Change lines to overlap with one and remove shadows</a:t>
        </a:r>
      </a:p>
    </p188:txBody>
  </p188:cm>
</p188:cmLst>
</file>

<file path=ppt/comments/modernComment_114_D20F6FCA.xml><?xml version="1.0" encoding="utf-8"?>
<p188:cmLst xmlns:a="http://schemas.openxmlformats.org/drawingml/2006/main" xmlns:r="http://schemas.openxmlformats.org/officeDocument/2006/relationships" xmlns:p188="http://schemas.microsoft.com/office/powerpoint/2018/8/main">
  <p188:cm id="{8F01D028-365E-4B3E-8872-21625E13024F}" authorId="{F08FE43F-CBED-1CB8-7610-ADBD6AB49C63}" created="2026-04-30T01:22:06.079">
    <ac:deMkLst xmlns:ac="http://schemas.microsoft.com/office/drawing/2013/main/command">
      <pc:docMk xmlns:pc="http://schemas.microsoft.com/office/powerpoint/2013/main/command"/>
      <pc:sldMk xmlns:pc="http://schemas.microsoft.com/office/powerpoint/2013/main/command" cId="3524227018" sldId="276"/>
      <ac:grpSpMk id="596" creationId="{F5DE1205-192F-67AC-467E-3368B20BABE4}"/>
    </ac:deMkLst>
    <p188:txBody>
      <a:bodyPr/>
      <a:lstStyle/>
      <a:p>
        <a:r>
          <a:rPr lang="en-US"/>
          <a:t>Most important since it shows the schema documentation to see how multiple modules are connected</a:t>
        </a:r>
      </a:p>
    </p188:txBody>
  </p188:cm>
  <p188:cm id="{9FF4C4CE-6BF3-478A-8CCC-7D0995D357F7}" authorId="{F08FE43F-CBED-1CB8-7610-ADBD6AB49C63}" created="2026-04-30T01:26:16.455">
    <ac:deMkLst xmlns:ac="http://schemas.microsoft.com/office/drawing/2013/main/command">
      <pc:docMk xmlns:pc="http://schemas.microsoft.com/office/powerpoint/2013/main/command"/>
      <pc:sldMk xmlns:pc="http://schemas.microsoft.com/office/powerpoint/2013/main/command" cId="3524227018" sldId="276"/>
      <ac:grpSpMk id="1468" creationId="{CD9D243A-931B-C730-FBB7-16E09F9DECC7}"/>
    </ac:deMkLst>
    <p188:txBody>
      <a:bodyPr/>
      <a:lstStyle/>
      <a:p>
        <a:r>
          <a:rPr lang="en-US"/>
          <a:t>More detail in the right, dotted lines show zoomed in </a:t>
        </a:r>
      </a:p>
    </p188:txBody>
  </p188:cm>
  <p188:cm id="{F70CB217-A26B-4298-8733-482573A71777}" authorId="{F08FE43F-CBED-1CB8-7610-ADBD6AB49C63}" created="2026-04-30T01:28:58.363">
    <ac:deMkLst xmlns:ac="http://schemas.microsoft.com/office/drawing/2013/main/command">
      <pc:docMk xmlns:pc="http://schemas.microsoft.com/office/powerpoint/2013/main/command"/>
      <pc:sldMk xmlns:pc="http://schemas.microsoft.com/office/powerpoint/2013/main/command" cId="3524227018" sldId="276"/>
      <ac:grpSpMk id="1379" creationId="{7AA8F583-46D4-5CDD-1D36-081CDF377388}"/>
    </ac:deMkLst>
    <p188:txBody>
      <a:bodyPr/>
      <a:lstStyle/>
      <a:p>
        <a:r>
          <a:rPr lang="en-US"/>
          <a:t>User can use a notebook outside a module</a:t>
        </a:r>
      </a:p>
    </p188:txBody>
  </p188:cm>
  <p188:cm id="{9D973870-7A3C-4AD1-A0E5-541EB9C8EB12}" authorId="{F08FE43F-CBED-1CB8-7610-ADBD6AB49C63}" created="2026-04-30T01:33:21.268">
    <ac:deMkLst xmlns:ac="http://schemas.microsoft.com/office/drawing/2013/main/command">
      <pc:docMk xmlns:pc="http://schemas.microsoft.com/office/powerpoint/2013/main/command"/>
      <pc:sldMk xmlns:pc="http://schemas.microsoft.com/office/powerpoint/2013/main/command" cId="3524227018" sldId="276"/>
      <ac:spMk id="384" creationId="{E5AC370B-F61D-3859-C1D8-E09B210FC46C}"/>
    </ac:deMkLst>
    <p188:txBody>
      <a:bodyPr/>
      <a:lstStyle/>
      <a:p>
        <a:r>
          <a:rPr lang="en-US"/>
          <a:t>Left and right in the same style of explanation so they can understand without me explaining</a:t>
        </a:r>
      </a:p>
    </p188:txBody>
  </p188:cm>
  <p188:cm id="{86AD10A0-E2AA-4A56-9D51-93CC1BD45BDF}" authorId="{F08FE43F-CBED-1CB8-7610-ADBD6AB49C63}" created="2026-04-30T01:39:05.405">
    <ac:deMkLst xmlns:ac="http://schemas.microsoft.com/office/drawing/2013/main/command">
      <pc:docMk xmlns:pc="http://schemas.microsoft.com/office/powerpoint/2013/main/command"/>
      <pc:sldMk xmlns:pc="http://schemas.microsoft.com/office/powerpoint/2013/main/command" cId="3524227018" sldId="276"/>
      <ac:picMk id="1346" creationId="{79BAB3FB-15F3-2BEA-412B-B5AA69920E24}"/>
    </ac:deMkLst>
    <p188:txBody>
      <a:bodyPr/>
      <a:lstStyle/>
      <a:p>
        <a:r>
          <a:rPr lang="en-US"/>
          <a:t>Find a one person image</a:t>
        </a:r>
      </a:p>
    </p188:txBody>
  </p188:cm>
  <p188:cm id="{9625559F-9D33-4C43-8D98-52D1E67C6762}" authorId="{F08FE43F-CBED-1CB8-7610-ADBD6AB49C63}" created="2026-04-30T01:45:44.603">
    <ac:deMkLst xmlns:ac="http://schemas.microsoft.com/office/drawing/2013/main/command">
      <pc:docMk xmlns:pc="http://schemas.microsoft.com/office/powerpoint/2013/main/command"/>
      <pc:sldMk xmlns:pc="http://schemas.microsoft.com/office/powerpoint/2013/main/command" cId="3524227018" sldId="276"/>
      <ac:spMk id="384" creationId="{E5AC370B-F61D-3859-C1D8-E09B210FC46C}"/>
    </ac:deMkLst>
    <p188:txBody>
      <a:bodyPr/>
      <a:lstStyle/>
      <a:p>
        <a:r>
          <a:rPr lang="en-US"/>
          <a:t>Try and explain after the about the thing in the middle major details</a:t>
        </a:r>
      </a:p>
    </p188:txBody>
  </p188:cm>
</p188:cmLst>
</file>

<file path=ppt/comments/modernComment_115_49BD94A2.xml><?xml version="1.0" encoding="utf-8"?>
<p188:cmLst xmlns:a="http://schemas.openxmlformats.org/drawingml/2006/main" xmlns:r="http://schemas.openxmlformats.org/officeDocument/2006/relationships" xmlns:p188="http://schemas.microsoft.com/office/powerpoint/2018/8/main">
  <p188:cm id="{7ED5FE2B-EEC1-4965-967C-B8F94857119A}" authorId="{F08FE43F-CBED-1CB8-7610-ADBD6AB49C63}" created="2026-04-30T01:50:25.482">
    <ac:deMkLst xmlns:ac="http://schemas.microsoft.com/office/drawing/2013/main/command">
      <pc:docMk xmlns:pc="http://schemas.microsoft.com/office/powerpoint/2013/main/command"/>
      <pc:sldMk xmlns:pc="http://schemas.microsoft.com/office/powerpoint/2013/main/command" cId="1237161122" sldId="277"/>
      <ac:spMk id="3" creationId="{ACA03C1F-97E6-87EC-AEF7-8536C3CAE752}"/>
    </ac:deMkLst>
    <p188:txBody>
      <a:bodyPr/>
      <a:lstStyle/>
      <a:p>
        <a:r>
          <a:rPr lang="en-US"/>
          <a:t>Sub hdrs are a reminder of the prestation</a:t>
        </a:r>
      </a:p>
    </p188:txBody>
  </p188:cm>
  <p188:cm id="{F004127B-B05B-4FA3-BF48-49316CB91980}" authorId="{F08FE43F-CBED-1CB8-7610-ADBD6AB49C63}" created="2026-04-30T01:57:40.230">
    <ac:deMkLst xmlns:ac="http://schemas.microsoft.com/office/drawing/2013/main/command">
      <pc:docMk xmlns:pc="http://schemas.microsoft.com/office/powerpoint/2013/main/command"/>
      <pc:sldMk xmlns:pc="http://schemas.microsoft.com/office/powerpoint/2013/main/command" cId="1237161122" sldId="277"/>
      <ac:inkMk id="1382" creationId="{83653DFC-2FB4-9416-C72D-767E2922DB58}"/>
    </ac:deMkLst>
    <p188:txBody>
      <a:bodyPr/>
      <a:lstStyle/>
      <a:p>
        <a:r>
          <a:rPr lang="en-US"/>
          <a:t>Make this with a elbow line</a:t>
        </a:r>
      </a:p>
    </p188:txBody>
  </p188:cm>
  <p188:cm id="{FA099E26-7D03-4CC3-A91B-36ABBAD8515B}" authorId="{F08FE43F-CBED-1CB8-7610-ADBD6AB49C63}" created="2026-04-30T02:01:59.808">
    <ac:deMkLst xmlns:ac="http://schemas.microsoft.com/office/drawing/2013/main/command">
      <pc:docMk xmlns:pc="http://schemas.microsoft.com/office/powerpoint/2013/main/command"/>
      <pc:sldMk xmlns:pc="http://schemas.microsoft.com/office/powerpoint/2013/main/command" cId="1237161122" sldId="277"/>
      <ac:spMk id="24" creationId="{2C25E16B-6B81-A592-EABC-388474955EAA}"/>
    </ac:deMkLst>
    <p188:txBody>
      <a:bodyPr/>
      <a:lstStyle/>
      <a:p>
        <a:r>
          <a:rPr lang="en-US"/>
          <a:t>Expand on this explaination</a:t>
        </a:r>
      </a:p>
    </p188:txBody>
  </p188:cm>
  <p188:cm id="{A7EC74EF-C110-4ACE-BCA4-43AF0E3CD55A}" authorId="{F08FE43F-CBED-1CB8-7610-ADBD6AB49C63}" created="2026-04-30T02:11:36.052">
    <ac:deMkLst xmlns:ac="http://schemas.microsoft.com/office/drawing/2013/main/command">
      <pc:docMk xmlns:pc="http://schemas.microsoft.com/office/powerpoint/2013/main/command"/>
      <pc:sldMk xmlns:pc="http://schemas.microsoft.com/office/powerpoint/2013/main/command" cId="1237161122" sldId="277"/>
      <ac:spMk id="488" creationId="{6C6A556F-9FB8-5292-B4BB-95F41BE95CED}"/>
    </ac:deMkLst>
    <p188:txBody>
      <a:bodyPr/>
      <a:lstStyle/>
      <a:p>
        <a:r>
          <a:rPr lang="en-US"/>
          <a:t>Look at other in repo for line consistency</a:t>
        </a:r>
      </a:p>
    </p188:txBody>
  </p188:cm>
  <p188:cm id="{824B3329-0A0B-4648-B2A2-283451AF3EF0}" authorId="{F08FE43F-CBED-1CB8-7610-ADBD6AB49C63}" created="2026-04-30T02:18:13.334">
    <ac:deMkLst xmlns:ac="http://schemas.microsoft.com/office/drawing/2013/main/command">
      <pc:docMk xmlns:pc="http://schemas.microsoft.com/office/powerpoint/2013/main/command"/>
      <pc:sldMk xmlns:pc="http://schemas.microsoft.com/office/powerpoint/2013/main/command" cId="1237161122" sldId="277"/>
      <ac:spMk id="490" creationId="{FEFE6126-8E44-5459-4362-5EF60ECD178F}"/>
    </ac:deMkLst>
    <p188:txBody>
      <a:bodyPr/>
      <a:lstStyle/>
      <a:p>
        <a:r>
          <a:rPr lang="en-US"/>
          <a:t>Show the shcema and module are interconected
abstraction of the left most diagram
if you know schema and modules you know what files look up functions in the code</a:t>
        </a:r>
      </a:p>
    </p188:txBody>
  </p188:cm>
  <p188:cm id="{79D186D6-BEB7-465A-B058-E4861EAA0D34}" authorId="{F08FE43F-CBED-1CB8-7610-ADBD6AB49C63}" created="2026-04-30T02:31:17.879">
    <ac:deMkLst xmlns:ac="http://schemas.microsoft.com/office/drawing/2013/main/command">
      <pc:docMk xmlns:pc="http://schemas.microsoft.com/office/powerpoint/2013/main/command"/>
      <pc:sldMk xmlns:pc="http://schemas.microsoft.com/office/powerpoint/2013/main/command" cId="1237161122" sldId="277"/>
      <ac:spMk id="334" creationId="{A95662BD-C464-7739-FE06-ED5D5832F862}"/>
    </ac:deMkLst>
    <p188:txBody>
      <a:bodyPr/>
      <a:lstStyle/>
      <a:p>
        <a:r>
          <a:rPr lang="en-US"/>
          <a:t>Don’t force text empty space is fine for now</a:t>
        </a:r>
      </a:p>
    </p188:txBody>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8T01:15:55.504"/>
    </inkml:context>
    <inkml:brush xml:id="br0">
      <inkml:brushProperty name="width" value="0.035" units="cm"/>
      <inkml:brushProperty name="height" value="0.03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5" name="Shape 125"/>
          <p:cNvSpPr>
            <a:spLocks noGrp="1" noRot="1" noChangeAspect="1"/>
          </p:cNvSpPr>
          <p:nvPr>
            <p:ph type="sldImg"/>
          </p:nvPr>
        </p:nvSpPr>
        <p:spPr>
          <a:xfrm>
            <a:off x="1143000" y="685800"/>
            <a:ext cx="4572000" cy="3429000"/>
          </a:xfrm>
          <a:prstGeom prst="rect">
            <a:avLst/>
          </a:prstGeom>
        </p:spPr>
        <p:txBody>
          <a:bodyPr/>
          <a:lstStyle/>
          <a:p>
            <a:endParaRPr/>
          </a:p>
        </p:txBody>
      </p:sp>
      <p:sp>
        <p:nvSpPr>
          <p:cNvPr id="126" name="Shape 12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2600">
        <a:latin typeface="Avenir"/>
        <a:ea typeface="Avenir"/>
        <a:cs typeface="Avenir"/>
        <a:sym typeface="Avenir Roman"/>
      </a:defRPr>
    </a:lvl1pPr>
    <a:lvl2pPr indent="228600" defTabSz="457200" latinLnBrk="0">
      <a:lnSpc>
        <a:spcPct val="125000"/>
      </a:lnSpc>
      <a:defRPr sz="2600">
        <a:latin typeface="Avenir"/>
        <a:ea typeface="Avenir"/>
        <a:cs typeface="Avenir"/>
        <a:sym typeface="Avenir Roman"/>
      </a:defRPr>
    </a:lvl2pPr>
    <a:lvl3pPr indent="457200" defTabSz="457200" latinLnBrk="0">
      <a:lnSpc>
        <a:spcPct val="125000"/>
      </a:lnSpc>
      <a:defRPr sz="2600">
        <a:latin typeface="Avenir"/>
        <a:ea typeface="Avenir"/>
        <a:cs typeface="Avenir"/>
        <a:sym typeface="Avenir Roman"/>
      </a:defRPr>
    </a:lvl3pPr>
    <a:lvl4pPr indent="685800" defTabSz="457200" latinLnBrk="0">
      <a:lnSpc>
        <a:spcPct val="125000"/>
      </a:lnSpc>
      <a:defRPr sz="2600">
        <a:latin typeface="Avenir"/>
        <a:ea typeface="Avenir"/>
        <a:cs typeface="Avenir"/>
        <a:sym typeface="Avenir Roman"/>
      </a:defRPr>
    </a:lvl4pPr>
    <a:lvl5pPr indent="914400" defTabSz="457200" latinLnBrk="0">
      <a:lnSpc>
        <a:spcPct val="125000"/>
      </a:lnSpc>
      <a:defRPr sz="2600">
        <a:latin typeface="Avenir"/>
        <a:ea typeface="Avenir"/>
        <a:cs typeface="Avenir"/>
        <a:sym typeface="Avenir Roman"/>
      </a:defRPr>
    </a:lvl5pPr>
    <a:lvl6pPr indent="1143000" defTabSz="457200" latinLnBrk="0">
      <a:lnSpc>
        <a:spcPct val="125000"/>
      </a:lnSpc>
      <a:defRPr sz="2600">
        <a:latin typeface="Avenir"/>
        <a:ea typeface="Avenir"/>
        <a:cs typeface="Avenir"/>
        <a:sym typeface="Avenir Roman"/>
      </a:defRPr>
    </a:lvl6pPr>
    <a:lvl7pPr indent="1371600" defTabSz="457200" latinLnBrk="0">
      <a:lnSpc>
        <a:spcPct val="125000"/>
      </a:lnSpc>
      <a:defRPr sz="2600">
        <a:latin typeface="Avenir"/>
        <a:ea typeface="Avenir"/>
        <a:cs typeface="Avenir"/>
        <a:sym typeface="Avenir Roman"/>
      </a:defRPr>
    </a:lvl7pPr>
    <a:lvl8pPr indent="1600200" defTabSz="457200" latinLnBrk="0">
      <a:lnSpc>
        <a:spcPct val="125000"/>
      </a:lnSpc>
      <a:defRPr sz="2600">
        <a:latin typeface="Avenir"/>
        <a:ea typeface="Avenir"/>
        <a:cs typeface="Avenir"/>
        <a:sym typeface="Avenir Roman"/>
      </a:defRPr>
    </a:lvl8pPr>
    <a:lvl9pPr indent="1828800" defTabSz="457200" latinLnBrk="0">
      <a:lnSpc>
        <a:spcPct val="125000"/>
      </a:lnSpc>
      <a:defRPr sz="26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9675" y="685800"/>
            <a:ext cx="4438650" cy="3429000"/>
          </a:xfrm>
        </p:spPr>
        <p:txBody>
          <a:bodyPr/>
          <a:lstStyle/>
          <a:p>
            <a:endParaRPr lang="en-US"/>
          </a:p>
        </p:txBody>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66545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65863-1894-E5BD-E39A-8AF96E7B7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D6BF71-E7BE-D354-9CAD-4FF1C09C5051}"/>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1E1B7A33-299D-3ADD-942B-37EB5286995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51484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64886-049E-EE96-01AB-F1B658AD27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E64AD-4A7F-A3E5-F111-C954E767575E}"/>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1D7A83F0-96A2-3B7A-0EB5-4B867D2FAE1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78401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64886-049E-EE96-01AB-F1B658AD27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E64AD-4A7F-A3E5-F111-C954E767575E}"/>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1D7A83F0-96A2-3B7A-0EB5-4B867D2FAE1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78401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5D08A-F04B-77A5-8EC6-2B66A34CD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CB381-1A74-7FCA-6806-30DA9E703ABC}"/>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BF8D9620-4EA3-E245-4C09-FF12E86D448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64968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DC52C-867A-F230-7DD5-53553B791E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7A0EF-2BFC-8D58-2394-DAD2A92A1E0B}"/>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637BA44F-BCB2-614D-4E80-58F127E0D01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20764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5B79A-035C-DBAC-E193-F623F0266D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C2CCB6-EEA8-9941-6679-4F97A231B347}"/>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A50A463D-D4E1-08E0-6F42-9CA1ABF889B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52444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B3A74-1FD0-6323-FD3B-D5C8523BF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14EFD-CFAE-65B1-A6AA-1359558F0C14}"/>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7151502E-009D-786A-F67D-EE9813C6D7C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42424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8E587-4842-C452-E1BD-F08BB91D41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D3673-E780-A854-F72A-F645C7A16A39}"/>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BA311D72-5B13-EAC5-EAB7-299CC81BA41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43193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6E35E-72AB-12D5-DD19-3799445BAB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AB2596-BA50-0584-A30F-B49B61C691E3}"/>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5A6A4F7E-5B45-AF7C-7CEF-4B444C943EF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395766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5D08A-F04B-77A5-8EC6-2B66A34CD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CB381-1A74-7FCA-6806-30DA9E703ABC}"/>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BF8D9620-4EA3-E245-4C09-FF12E86D448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64968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ABF61-CB78-9DCC-EBD9-41DCABFBF4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688E56-457B-23F7-7D33-51D72397318B}"/>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DF741D34-D344-3A5F-8BE6-C9714FB2BB1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07977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75776-EA82-F59A-8A5C-CE2C5569E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B19B9-A43D-00AC-D487-967E9EDDAE04}"/>
              </a:ext>
            </a:extLst>
          </p:cNvPr>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a:extLst>
              <a:ext uri="{FF2B5EF4-FFF2-40B4-BE49-F238E27FC236}">
                <a16:creationId xmlns:a16="http://schemas.microsoft.com/office/drawing/2014/main" id="{3705267F-7B87-7A0E-7F3A-12986DBBD6D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133165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E4149-9FC3-2FBD-4A07-3C1F3DC513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989D2-1846-AFD5-46CA-82551BDF3E2A}"/>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6FAF3F70-BB86-5BE2-099D-EB5930CF8A2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93332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8FAC2-A25A-A0B2-2AB9-E9740064EA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CC140-2155-79AE-94C0-FCF63C850E4E}"/>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22779CCD-3B40-A54C-4ACD-EC4A2D357F6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506371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F6A6B-38CD-0C0E-B19F-3C101F79CB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B7E33-9953-9AD1-2DBE-C7E0A0B60B57}"/>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E2AF7A46-4183-028E-4B64-5D149C6570D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133272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71C99-DC40-BB69-082E-3260587B12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2C4750-9181-09DB-FD17-E6C9A199AEBA}"/>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981BD263-61B6-D794-0B05-51572848689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247920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DCB59-6C17-DAC4-BEE8-48F5B6BA3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34B95C-53D0-05BD-CA7E-B38CAF24E16B}"/>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90FAE7DD-78EC-19D3-56E2-3876A5E7D5B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268255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4B008-E45F-8579-28C8-DB04239D7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A866C-F298-6BD8-399F-9306C56B729E}"/>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D3A48A6B-90B2-5382-6AEB-F8027E8C8EF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569092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E3925-BD25-2813-8754-FC52367910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D281A7-3CF1-DE1A-58DD-1A02FD28B064}"/>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2193C0D6-DFDE-7572-32E9-7E0F3A96074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831582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58597-0214-CD2F-D284-96B98F87D9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5AD3F-48B9-ECCA-DA77-B26BBCA25477}"/>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7DC99EF7-46E1-68AB-B236-EE364A7E0B8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48753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C6605-9D79-5B25-1D63-A8494668A0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BC2D6-687D-AFA2-FC47-9406D2A7CDC5}"/>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60822113-27CC-5669-975F-F6027E484E3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53523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364257" y="1918642"/>
            <a:ext cx="11241486" cy="3547071"/>
          </a:xfrm>
          <a:prstGeom prst="rect">
            <a:avLst/>
          </a:prstGeom>
        </p:spPr>
        <p:txBody>
          <a:bodyPr anchor="b"/>
          <a:lstStyle/>
          <a:p>
            <a:r>
              <a:rPr lang="en-US"/>
              <a:t>Click to edit Master title style</a:t>
            </a:r>
            <a:endParaRPr/>
          </a:p>
        </p:txBody>
      </p:sp>
      <p:sp>
        <p:nvSpPr>
          <p:cNvPr id="12" name="Body Level One…"/>
          <p:cNvSpPr txBox="1">
            <a:spLocks noGrp="1"/>
          </p:cNvSpPr>
          <p:nvPr>
            <p:ph type="body" sz="quarter" idx="1"/>
          </p:nvPr>
        </p:nvSpPr>
        <p:spPr>
          <a:xfrm>
            <a:off x="1364257" y="5561210"/>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1725786" y="840878"/>
            <a:ext cx="10504786" cy="6357443"/>
          </a:xfrm>
          <a:prstGeom prst="rect">
            <a:avLst/>
          </a:prstGeom>
        </p:spPr>
        <p:txBody>
          <a:bodyPr lIns="91439" tIns="45719" rIns="91439" bIns="45719" anchor="t">
            <a:noAutofit/>
          </a:bodyPr>
          <a:lstStyle/>
          <a:p>
            <a:r>
              <a:rPr lang="en-US"/>
              <a:t>Click icon to add picture</a:t>
            </a:r>
            <a:endParaRPr/>
          </a:p>
        </p:txBody>
      </p:sp>
      <p:sp>
        <p:nvSpPr>
          <p:cNvPr id="21" name="Title Text"/>
          <p:cNvSpPr txBox="1">
            <a:spLocks noGrp="1"/>
          </p:cNvSpPr>
          <p:nvPr>
            <p:ph type="title"/>
          </p:nvPr>
        </p:nvSpPr>
        <p:spPr>
          <a:xfrm>
            <a:off x="1364257" y="7375673"/>
            <a:ext cx="11241486" cy="1527970"/>
          </a:xfrm>
          <a:prstGeom prst="rect">
            <a:avLst/>
          </a:prstGeom>
        </p:spPr>
        <p:txBody>
          <a:bodyPr anchor="b"/>
          <a:lstStyle/>
          <a:p>
            <a:r>
              <a:rPr lang="en-US"/>
              <a:t>Click to edit Master title style</a:t>
            </a:r>
            <a:endParaRPr/>
          </a:p>
        </p:txBody>
      </p:sp>
      <p:sp>
        <p:nvSpPr>
          <p:cNvPr id="22" name="Body Level One…"/>
          <p:cNvSpPr txBox="1">
            <a:spLocks noGrp="1"/>
          </p:cNvSpPr>
          <p:nvPr>
            <p:ph type="body" sz="quarter" idx="1"/>
          </p:nvPr>
        </p:nvSpPr>
        <p:spPr>
          <a:xfrm>
            <a:off x="1364257" y="8958212"/>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23" name="Slide Number"/>
          <p:cNvSpPr txBox="1">
            <a:spLocks noGrp="1"/>
          </p:cNvSpPr>
          <p:nvPr>
            <p:ph type="sldNum" sz="quarter" idx="2"/>
          </p:nvPr>
        </p:nvSpPr>
        <p:spPr>
          <a:xfrm>
            <a:off x="6790156" y="10090546"/>
            <a:ext cx="376045" cy="38854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364257" y="3623964"/>
            <a:ext cx="11241486" cy="3547072"/>
          </a:xfrm>
          <a:prstGeom prst="rect">
            <a:avLst/>
          </a:prstGeom>
        </p:spPr>
        <p:txBody>
          <a:bodyPr/>
          <a:lstStyle/>
          <a:p>
            <a:r>
              <a:rPr lang="en-US"/>
              <a:t>Click to edit Master title style</a:t>
            </a:r>
            <a:endParaRP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7216923" y="840878"/>
            <a:ext cx="5729884" cy="8840392"/>
          </a:xfrm>
          <a:prstGeom prst="rect">
            <a:avLst/>
          </a:prstGeom>
        </p:spPr>
        <p:txBody>
          <a:bodyPr lIns="91439" tIns="45719" rIns="91439" bIns="45719" anchor="t">
            <a:noAutofit/>
          </a:bodyPr>
          <a:lstStyle/>
          <a:p>
            <a:r>
              <a:rPr lang="en-US"/>
              <a:t>Click icon to add picture</a:t>
            </a:r>
            <a:endParaRPr/>
          </a:p>
        </p:txBody>
      </p:sp>
      <p:sp>
        <p:nvSpPr>
          <p:cNvPr id="39" name="Title Text"/>
          <p:cNvSpPr txBox="1">
            <a:spLocks noGrp="1"/>
          </p:cNvSpPr>
          <p:nvPr>
            <p:ph type="title"/>
          </p:nvPr>
        </p:nvSpPr>
        <p:spPr>
          <a:xfrm>
            <a:off x="1023193" y="840878"/>
            <a:ext cx="5729884" cy="4283771"/>
          </a:xfrm>
          <a:prstGeom prst="rect">
            <a:avLst/>
          </a:prstGeom>
        </p:spPr>
        <p:txBody>
          <a:bodyPr anchor="b"/>
          <a:lstStyle>
            <a:lvl1pPr>
              <a:defRPr sz="3300">
                <a:latin typeface="Source Sans Pro Semibold"/>
                <a:ea typeface="Source Sans Pro Semibold"/>
                <a:cs typeface="Source Sans Pro Semibold"/>
                <a:sym typeface="Source Sans Pro Semibold"/>
              </a:defRPr>
            </a:lvl1pPr>
          </a:lstStyle>
          <a:p>
            <a:r>
              <a:rPr lang="en-US"/>
              <a:t>Click to edit Master title style</a:t>
            </a:r>
            <a:endParaRPr/>
          </a:p>
        </p:txBody>
      </p:sp>
      <p:sp>
        <p:nvSpPr>
          <p:cNvPr id="40" name="Body Level One…"/>
          <p:cNvSpPr txBox="1">
            <a:spLocks noGrp="1"/>
          </p:cNvSpPr>
          <p:nvPr>
            <p:ph type="body" sz="quarter" idx="1"/>
          </p:nvPr>
        </p:nvSpPr>
        <p:spPr>
          <a:xfrm>
            <a:off x="1023193" y="5274716"/>
            <a:ext cx="5729884" cy="4406554"/>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rPr lang="en-US"/>
              <a:t>Click to edit Master title style</a:t>
            </a:r>
            <a:endParaRP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rPr lang="en-US"/>
              <a:t>Click to edit Master title style</a:t>
            </a:r>
            <a:endParaRPr/>
          </a:p>
        </p:txBody>
      </p:sp>
      <p:sp>
        <p:nvSpPr>
          <p:cNvPr id="57" name="Body Level One…"/>
          <p:cNvSpPr txBox="1">
            <a:spLocks noGrp="1"/>
          </p:cNvSpPr>
          <p:nvPr>
            <p:ph type="body" idx="1"/>
          </p:nvPr>
        </p:nvSpPr>
        <p:spPr>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7216923" y="2955478"/>
            <a:ext cx="5729884" cy="6753077"/>
          </a:xfrm>
          <a:prstGeom prst="rect">
            <a:avLst/>
          </a:prstGeom>
        </p:spPr>
        <p:txBody>
          <a:bodyPr lIns="91439" tIns="45719" rIns="91439" bIns="45719" anchor="t">
            <a:noAutofit/>
          </a:bodyPr>
          <a:lstStyle/>
          <a:p>
            <a:r>
              <a:rPr lang="en-US"/>
              <a:t>Click icon to add picture</a:t>
            </a:r>
            <a:endParaRPr/>
          </a:p>
        </p:txBody>
      </p:sp>
      <p:sp>
        <p:nvSpPr>
          <p:cNvPr id="66" name="Title Text"/>
          <p:cNvSpPr txBox="1">
            <a:spLocks noGrp="1"/>
          </p:cNvSpPr>
          <p:nvPr>
            <p:ph type="title"/>
          </p:nvPr>
        </p:nvSpPr>
        <p:spPr>
          <a:prstGeom prst="rect">
            <a:avLst/>
          </a:prstGeom>
        </p:spPr>
        <p:txBody>
          <a:bodyPr/>
          <a:lstStyle/>
          <a:p>
            <a:r>
              <a:rPr lang="en-US"/>
              <a:t>Click to edit Master title style</a:t>
            </a:r>
            <a:endParaRPr/>
          </a:p>
        </p:txBody>
      </p:sp>
      <p:sp>
        <p:nvSpPr>
          <p:cNvPr id="67" name="Body Level One…"/>
          <p:cNvSpPr txBox="1">
            <a:spLocks noGrp="1"/>
          </p:cNvSpPr>
          <p:nvPr>
            <p:ph type="body" sz="half" idx="1"/>
          </p:nvPr>
        </p:nvSpPr>
        <p:spPr>
          <a:xfrm>
            <a:off x="1023193" y="2955478"/>
            <a:ext cx="5729884" cy="6753077"/>
          </a:xfrm>
          <a:prstGeom prst="rect">
            <a:avLst/>
          </a:prstGeom>
        </p:spPr>
        <p:txBody>
          <a:bodyPr/>
          <a:lstStyle>
            <a:lvl1pPr marL="146957" indent="-146957">
              <a:defRPr b="1"/>
            </a:lvl1pPr>
            <a:lvl2pPr marL="489857" indent="-146957">
              <a:defRPr b="1"/>
            </a:lvl2pPr>
            <a:lvl3pPr marL="832757" indent="-146957">
              <a:defRPr b="1"/>
            </a:lvl3pPr>
            <a:lvl4pPr marL="1175657" indent="-146957">
              <a:defRPr b="1"/>
            </a:lvl4pPr>
            <a:lvl5pPr marL="1518557" indent="-146957">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023193" y="1523007"/>
            <a:ext cx="11923614" cy="774898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half" idx="13"/>
          </p:nvPr>
        </p:nvSpPr>
        <p:spPr>
          <a:xfrm>
            <a:off x="1023193" y="1113730"/>
            <a:ext cx="5729884" cy="8567540"/>
          </a:xfrm>
          <a:prstGeom prst="rect">
            <a:avLst/>
          </a:prstGeom>
        </p:spPr>
        <p:txBody>
          <a:bodyPr lIns="91439" tIns="45719" rIns="91439" bIns="45719" anchor="t">
            <a:noAutofit/>
          </a:bodyPr>
          <a:lstStyle/>
          <a:p>
            <a:r>
              <a:rPr lang="en-US"/>
              <a:t>Click icon to add picture</a:t>
            </a:r>
            <a:endParaRPr/>
          </a:p>
        </p:txBody>
      </p:sp>
      <p:sp>
        <p:nvSpPr>
          <p:cNvPr id="84" name="Image"/>
          <p:cNvSpPr>
            <a:spLocks noGrp="1"/>
          </p:cNvSpPr>
          <p:nvPr>
            <p:ph type="pic" sz="quarter" idx="14"/>
          </p:nvPr>
        </p:nvSpPr>
        <p:spPr>
          <a:xfrm>
            <a:off x="7216923" y="5629423"/>
            <a:ext cx="5729884" cy="4051847"/>
          </a:xfrm>
          <a:prstGeom prst="rect">
            <a:avLst/>
          </a:prstGeom>
        </p:spPr>
        <p:txBody>
          <a:bodyPr lIns="91439" tIns="45719" rIns="91439" bIns="45719" anchor="t">
            <a:noAutofit/>
          </a:bodyPr>
          <a:lstStyle/>
          <a:p>
            <a:r>
              <a:rPr lang="en-US"/>
              <a:t>Click icon to add picture</a:t>
            </a:r>
            <a:endParaRPr/>
          </a:p>
        </p:txBody>
      </p:sp>
      <p:sp>
        <p:nvSpPr>
          <p:cNvPr id="85" name="Image"/>
          <p:cNvSpPr>
            <a:spLocks noGrp="1"/>
          </p:cNvSpPr>
          <p:nvPr>
            <p:ph type="pic" sz="quarter" idx="15"/>
          </p:nvPr>
        </p:nvSpPr>
        <p:spPr>
          <a:xfrm>
            <a:off x="7223603" y="1113730"/>
            <a:ext cx="5729884" cy="4051847"/>
          </a:xfrm>
          <a:prstGeom prst="rect">
            <a:avLst/>
          </a:prstGeom>
        </p:spPr>
        <p:txBody>
          <a:bodyPr lIns="91439" tIns="45719" rIns="91439" bIns="45719" anchor="t">
            <a:noAutofit/>
          </a:bodyPr>
          <a:lstStyle/>
          <a:p>
            <a:r>
              <a:rPr lang="en-US"/>
              <a:t>Click icon to add picture</a:t>
            </a:r>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a:spLocks noGrp="1"/>
          </p:cNvSpPr>
          <p:nvPr>
            <p:ph type="body" sz="quarter" idx="13"/>
          </p:nvPr>
        </p:nvSpPr>
        <p:spPr>
          <a:xfrm>
            <a:off x="1364257" y="6993681"/>
            <a:ext cx="11241486" cy="508001"/>
          </a:xfrm>
          <a:prstGeom prst="rect">
            <a:avLst/>
          </a:prstGeom>
        </p:spPr>
        <p:txBody>
          <a:bodyPr anchor="t">
            <a:spAutoFit/>
          </a:bodyPr>
          <a:lstStyle>
            <a:lvl1pPr marL="0" indent="0" algn="r">
              <a:lnSpc>
                <a:spcPct val="90000"/>
              </a:lnSpc>
              <a:buSzTx/>
              <a:buNone/>
              <a:defRPr sz="900"/>
            </a:lvl1pPr>
          </a:lstStyle>
          <a:p>
            <a:pPr lvl="0"/>
            <a:r>
              <a:rPr lang="en-US"/>
              <a:t>Click to edit Master text styles</a:t>
            </a:r>
          </a:p>
        </p:txBody>
      </p:sp>
      <p:sp>
        <p:nvSpPr>
          <p:cNvPr id="94" name="“Type a quote here.”"/>
          <p:cNvSpPr>
            <a:spLocks noGrp="1"/>
          </p:cNvSpPr>
          <p:nvPr>
            <p:ph type="body" sz="quarter" idx="14"/>
          </p:nvPr>
        </p:nvSpPr>
        <p:spPr>
          <a:xfrm>
            <a:off x="1364257" y="4742656"/>
            <a:ext cx="11241486" cy="736700"/>
          </a:xfrm>
          <a:prstGeom prst="rect">
            <a:avLst/>
          </a:prstGeom>
        </p:spPr>
        <p:txBody>
          <a:bodyPr>
            <a:spAutoFit/>
          </a:bodyPr>
          <a:lstStyle>
            <a:lvl1pPr marL="0" indent="0">
              <a:buSzTx/>
              <a:buNone/>
            </a:lvl1pPr>
          </a:lstStyle>
          <a:p>
            <a:pPr lvl="0"/>
            <a:r>
              <a:rPr lang="en-US"/>
              <a:t>Click to edit Master text styles</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158750"/>
            <a:ext cx="13964218" cy="10477500"/>
          </a:xfrm>
          <a:prstGeom prst="rect">
            <a:avLst/>
          </a:prstGeom>
        </p:spPr>
        <p:txBody>
          <a:bodyPr lIns="91439" tIns="45719" rIns="91439" bIns="45719" anchor="t">
            <a:noAutofit/>
          </a:bodyPr>
          <a:lstStyle/>
          <a:p>
            <a:r>
              <a:rPr lang="en-US"/>
              <a:t>Click icon to add picture</a:t>
            </a:r>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023193" y="636240"/>
            <a:ext cx="11923614" cy="2319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Title Text</a:t>
            </a:r>
          </a:p>
        </p:txBody>
      </p:sp>
      <p:sp>
        <p:nvSpPr>
          <p:cNvPr id="3" name="Body Level One…"/>
          <p:cNvSpPr txBox="1">
            <a:spLocks noGrp="1"/>
          </p:cNvSpPr>
          <p:nvPr>
            <p:ph type="body" idx="1"/>
          </p:nvPr>
        </p:nvSpPr>
        <p:spPr>
          <a:xfrm>
            <a:off x="1023193" y="2955478"/>
            <a:ext cx="11923614" cy="6753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790156" y="10097368"/>
            <a:ext cx="376045" cy="388541"/>
          </a:xfrm>
          <a:prstGeom prst="rect">
            <a:avLst/>
          </a:prstGeom>
          <a:ln w="12700">
            <a:miter lim="400000"/>
          </a:ln>
        </p:spPr>
        <p:txBody>
          <a:bodyPr wrap="none" lIns="54570" tIns="54570" rIns="54570" bIns="54570">
            <a:spAutoFit/>
          </a:bodyPr>
          <a:lstStyle>
            <a:lvl1pPr algn="ctr">
              <a:spcBef>
                <a:spcPts val="0"/>
              </a:spcBef>
              <a:defRPr sz="1800" b="0">
                <a:solidFill>
                  <a:srgbClr val="000000"/>
                </a:solidFill>
                <a:latin typeface="Helvetica Light"/>
                <a:ea typeface="Helvetica Light"/>
                <a:cs typeface="Helvetica Light"/>
                <a:sym typeface="Helvetica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1pPr>
      <a:lvl2pPr marL="0" marR="0" indent="2286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2pPr>
      <a:lvl3pPr marL="0" marR="0" indent="4572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3pPr>
      <a:lvl4pPr marL="0" marR="0" indent="6858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4pPr>
      <a:lvl5pPr marL="0" marR="0" indent="9144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5pPr>
      <a:lvl6pPr marL="0" marR="0" indent="11430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6pPr>
      <a:lvl7pPr marL="0" marR="0" indent="13716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7pPr>
      <a:lvl8pPr marL="0" marR="0" indent="16002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8pPr>
      <a:lvl9pPr marL="0" marR="0" indent="18288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9pPr>
    </p:titleStyle>
    <p:body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hyperlink" Target="https://creativecommons.org/licenses/by-sa/4.0/" TargetMode="Externa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hyperlink" Target="https://creativecommons.org/licenses/by-sa/4.0/" TargetMode="Externa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0.png"/><Relationship Id="rId7"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2.svg"/><Relationship Id="rId11" Type="http://schemas.openxmlformats.org/officeDocument/2006/relationships/image" Target="../media/image16.svg"/><Relationship Id="rId5" Type="http://schemas.openxmlformats.org/officeDocument/2006/relationships/hyperlink" Target="https://creativecommons.org/licenses/by-sa/4.0/" TargetMode="External"/><Relationship Id="rId10" Type="http://schemas.openxmlformats.org/officeDocument/2006/relationships/image" Target="../media/image15.png"/><Relationship Id="rId4" Type="http://schemas.openxmlformats.org/officeDocument/2006/relationships/image" Target="../media/image11.png"/><Relationship Id="rId9" Type="http://schemas.openxmlformats.org/officeDocument/2006/relationships/image" Target="../media/image14.svg"/></Relationships>
</file>

<file path=ppt/slides/_rels/slide12.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0.svg"/><Relationship Id="rId3" Type="http://schemas.openxmlformats.org/officeDocument/2006/relationships/image" Target="../media/image10.png"/><Relationship Id="rId7" Type="http://schemas.openxmlformats.org/officeDocument/2006/relationships/image" Target="../media/image1.png"/><Relationship Id="rId12" Type="http://schemas.openxmlformats.org/officeDocument/2006/relationships/image" Target="../media/image19.sv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2.svg"/><Relationship Id="rId11" Type="http://schemas.openxmlformats.org/officeDocument/2006/relationships/image" Target="../media/image18.svg"/><Relationship Id="rId5" Type="http://schemas.openxmlformats.org/officeDocument/2006/relationships/hyperlink" Target="https://creativecommons.org/licenses/by-sa/4.0/" TargetMode="External"/><Relationship Id="rId15" Type="http://schemas.openxmlformats.org/officeDocument/2006/relationships/image" Target="../media/image22.svg"/><Relationship Id="rId10" Type="http://schemas.openxmlformats.org/officeDocument/2006/relationships/image" Target="../media/image16.svg"/><Relationship Id="rId4" Type="http://schemas.openxmlformats.org/officeDocument/2006/relationships/image" Target="../media/image11.png"/><Relationship Id="rId9" Type="http://schemas.openxmlformats.org/officeDocument/2006/relationships/image" Target="../media/image14.svg"/><Relationship Id="rId14" Type="http://schemas.openxmlformats.org/officeDocument/2006/relationships/image" Target="../media/image21.svg"/></Relationships>
</file>

<file path=ppt/slides/_rels/slide1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10.png"/><Relationship Id="rId7" Type="http://schemas.openxmlformats.org/officeDocument/2006/relationships/image" Target="../media/image24.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3.svg"/><Relationship Id="rId5" Type="http://schemas.openxmlformats.org/officeDocument/2006/relationships/hyperlink" Target="https://creativecommons.org/licenses/by-sa/4.0/" TargetMode="External"/><Relationship Id="rId10" Type="http://schemas.openxmlformats.org/officeDocument/2006/relationships/image" Target="../media/image26.svg"/><Relationship Id="rId4" Type="http://schemas.openxmlformats.org/officeDocument/2006/relationships/image" Target="../media/image11.png"/><Relationship Id="rId9" Type="http://schemas.openxmlformats.org/officeDocument/2006/relationships/image" Target="../media/image1.png"/></Relationships>
</file>

<file path=ppt/slides/_rels/slide14.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10.png"/><Relationship Id="rId7" Type="http://schemas.openxmlformats.org/officeDocument/2006/relationships/image" Target="../media/image24.svg"/><Relationship Id="rId12" Type="http://schemas.openxmlformats.org/officeDocument/2006/relationships/image" Target="../media/image28.sv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3.svg"/><Relationship Id="rId11" Type="http://schemas.openxmlformats.org/officeDocument/2006/relationships/image" Target="../media/image1.png"/><Relationship Id="rId5" Type="http://schemas.openxmlformats.org/officeDocument/2006/relationships/hyperlink" Target="https://creativecommons.org/licenses/by-sa/4.0/" TargetMode="External"/><Relationship Id="rId10" Type="http://schemas.openxmlformats.org/officeDocument/2006/relationships/image" Target="../media/image26.svg"/><Relationship Id="rId4" Type="http://schemas.openxmlformats.org/officeDocument/2006/relationships/image" Target="../media/image11.png"/><Relationship Id="rId9" Type="http://schemas.openxmlformats.org/officeDocument/2006/relationships/image" Target="../media/image27.svg"/></Relationships>
</file>

<file path=ppt/slides/_rels/slide15.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10.png"/><Relationship Id="rId7" Type="http://schemas.openxmlformats.org/officeDocument/2006/relationships/image" Target="../media/image26.sv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23.svg"/><Relationship Id="rId5" Type="http://schemas.openxmlformats.org/officeDocument/2006/relationships/hyperlink" Target="https://creativecommons.org/licenses/by-sa/4.0/" TargetMode="External"/><Relationship Id="rId10" Type="http://schemas.openxmlformats.org/officeDocument/2006/relationships/image" Target="../media/image28.svg"/><Relationship Id="rId4" Type="http://schemas.openxmlformats.org/officeDocument/2006/relationships/image" Target="../media/image11.png"/><Relationship Id="rId9" Type="http://schemas.openxmlformats.org/officeDocument/2006/relationships/image" Target="../media/image1.png"/></Relationships>
</file>

<file path=ppt/slides/_rels/slide16.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10.png"/><Relationship Id="rId7" Type="http://schemas.openxmlformats.org/officeDocument/2006/relationships/image" Target="../media/image26.sv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3.svg"/><Relationship Id="rId5" Type="http://schemas.openxmlformats.org/officeDocument/2006/relationships/hyperlink" Target="https://creativecommons.org/licenses/by-sa/4.0/" TargetMode="External"/><Relationship Id="rId10" Type="http://schemas.openxmlformats.org/officeDocument/2006/relationships/image" Target="../media/image28.svg"/><Relationship Id="rId4" Type="http://schemas.openxmlformats.org/officeDocument/2006/relationships/image" Target="../media/image11.png"/><Relationship Id="rId9"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10.png"/><Relationship Id="rId7" Type="http://schemas.openxmlformats.org/officeDocument/2006/relationships/image" Target="../media/image26.sv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3.svg"/><Relationship Id="rId5" Type="http://schemas.openxmlformats.org/officeDocument/2006/relationships/hyperlink" Target="https://creativecommons.org/licenses/by-sa/4.0/" TargetMode="External"/><Relationship Id="rId10" Type="http://schemas.openxmlformats.org/officeDocument/2006/relationships/image" Target="../media/image30.svg"/><Relationship Id="rId4" Type="http://schemas.openxmlformats.org/officeDocument/2006/relationships/image" Target="../media/image11.png"/><Relationship Id="rId9" Type="http://schemas.openxmlformats.org/officeDocument/2006/relationships/image" Target="../media/image29.svg"/></Relationships>
</file>

<file path=ppt/slides/_rels/slide18.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image" Target="../media/image10.png"/><Relationship Id="rId7" Type="http://schemas.openxmlformats.org/officeDocument/2006/relationships/image" Target="../media/image23.svg"/><Relationship Id="rId12"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26.svg"/><Relationship Id="rId11" Type="http://schemas.openxmlformats.org/officeDocument/2006/relationships/image" Target="../media/image34.svg"/><Relationship Id="rId5" Type="http://schemas.openxmlformats.org/officeDocument/2006/relationships/hyperlink" Target="https://creativecommons.org/licenses/by-sa/4.0/" TargetMode="External"/><Relationship Id="rId15" Type="http://schemas.openxmlformats.org/officeDocument/2006/relationships/image" Target="../media/image38.png"/><Relationship Id="rId10" Type="http://schemas.openxmlformats.org/officeDocument/2006/relationships/image" Target="../media/image33.png"/><Relationship Id="rId4" Type="http://schemas.openxmlformats.org/officeDocument/2006/relationships/image" Target="../media/image11.png"/><Relationship Id="rId9" Type="http://schemas.openxmlformats.org/officeDocument/2006/relationships/image" Target="../media/image32.png"/><Relationship Id="rId1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hyperlink" Target="https://creativecommons.org/licenses/by-sa/4.0/"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27.svg"/><Relationship Id="rId5" Type="http://schemas.openxmlformats.org/officeDocument/2006/relationships/image" Target="../media/image23.sv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6.png"/><Relationship Id="rId3" Type="http://schemas.openxmlformats.org/officeDocument/2006/relationships/image" Target="../media/image10.png"/><Relationship Id="rId7" Type="http://schemas.openxmlformats.org/officeDocument/2006/relationships/image" Target="../media/image23.svg"/><Relationship Id="rId12" Type="http://schemas.openxmlformats.org/officeDocument/2006/relationships/image" Target="../media/image330.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26.svg"/><Relationship Id="rId11" Type="http://schemas.openxmlformats.org/officeDocument/2006/relationships/customXml" Target="../ink/ink1.xml"/><Relationship Id="rId5" Type="http://schemas.openxmlformats.org/officeDocument/2006/relationships/hyperlink" Target="https://creativecommons.org/licenses/by-sa/4.0/" TargetMode="External"/><Relationship Id="rId10" Type="http://schemas.openxmlformats.org/officeDocument/2006/relationships/image" Target="../media/image40.svg"/><Relationship Id="rId4" Type="http://schemas.openxmlformats.org/officeDocument/2006/relationships/image" Target="../media/image11.png"/><Relationship Id="rId9" Type="http://schemas.openxmlformats.org/officeDocument/2006/relationships/image" Target="../media/image39.svg"/></Relationships>
</file>

<file path=ppt/slides/_rels/slide21.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42.svg"/><Relationship Id="rId3" Type="http://schemas.microsoft.com/office/2018/10/relationships/comments" Target="../comments/modernComment_110_59C65A.xml"/><Relationship Id="rId7" Type="http://schemas.openxmlformats.org/officeDocument/2006/relationships/image" Target="../media/image27.svg"/><Relationship Id="rId12"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32.png"/><Relationship Id="rId5" Type="http://schemas.openxmlformats.org/officeDocument/2006/relationships/image" Target="../media/image11.png"/><Relationship Id="rId10" Type="http://schemas.openxmlformats.org/officeDocument/2006/relationships/image" Target="../media/image41.svg"/><Relationship Id="rId4" Type="http://schemas.openxmlformats.org/officeDocument/2006/relationships/image" Target="../media/image10.png"/><Relationship Id="rId9" Type="http://schemas.openxmlformats.org/officeDocument/2006/relationships/image" Target="../media/image23.svg"/></Relationships>
</file>

<file path=ppt/slides/_rels/slide2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0.png"/><Relationship Id="rId7" Type="http://schemas.openxmlformats.org/officeDocument/2006/relationships/image" Target="../media/image27.sv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26.svg"/><Relationship Id="rId5" Type="http://schemas.openxmlformats.org/officeDocument/2006/relationships/hyperlink" Target="https://creativecommons.org/licenses/by-sa/4.0/" TargetMode="External"/><Relationship Id="rId10" Type="http://schemas.openxmlformats.org/officeDocument/2006/relationships/image" Target="../media/image43.svg"/><Relationship Id="rId4" Type="http://schemas.openxmlformats.org/officeDocument/2006/relationships/image" Target="../media/image11.png"/><Relationship Id="rId9" Type="http://schemas.openxmlformats.org/officeDocument/2006/relationships/image" Target="../media/image38.png"/></Relationships>
</file>

<file path=ppt/slides/_rels/slide23.xml.rels><?xml version="1.0" encoding="UTF-8" standalone="yes"?>
<Relationships xmlns="http://schemas.openxmlformats.org/package/2006/relationships"><Relationship Id="rId8" Type="http://schemas.openxmlformats.org/officeDocument/2006/relationships/image" Target="../media/image27.svg"/><Relationship Id="rId3" Type="http://schemas.microsoft.com/office/2018/10/relationships/comments" Target="../comments/modernComment_114_D20F6FCA.xml"/><Relationship Id="rId7" Type="http://schemas.openxmlformats.org/officeDocument/2006/relationships/image" Target="../media/image26.sv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5" Type="http://schemas.openxmlformats.org/officeDocument/2006/relationships/image" Target="../media/image11.png"/><Relationship Id="rId10" Type="http://schemas.openxmlformats.org/officeDocument/2006/relationships/image" Target="../media/image32.png"/><Relationship Id="rId4" Type="http://schemas.openxmlformats.org/officeDocument/2006/relationships/image" Target="../media/image10.png"/><Relationship Id="rId9" Type="http://schemas.openxmlformats.org/officeDocument/2006/relationships/image" Target="../media/image38.png"/></Relationships>
</file>

<file path=ppt/slides/_rels/slide24.xml.rels><?xml version="1.0" encoding="UTF-8" standalone="yes"?>
<Relationships xmlns="http://schemas.openxmlformats.org/package/2006/relationships"><Relationship Id="rId8" Type="http://schemas.openxmlformats.org/officeDocument/2006/relationships/image" Target="../media/image26.svg"/><Relationship Id="rId3" Type="http://schemas.microsoft.com/office/2018/10/relationships/comments" Target="../comments/modernComment_115_49BD94A2.xml"/><Relationship Id="rId7" Type="http://schemas.openxmlformats.org/officeDocument/2006/relationships/image" Target="../media/image27.sv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5" Type="http://schemas.openxmlformats.org/officeDocument/2006/relationships/image" Target="../media/image11.png"/><Relationship Id="rId10" Type="http://schemas.openxmlformats.org/officeDocument/2006/relationships/image" Target="../media/image44.svg"/><Relationship Id="rId4" Type="http://schemas.openxmlformats.org/officeDocument/2006/relationships/image" Target="../media/image10.png"/><Relationship Id="rId9" Type="http://schemas.openxmlformats.org/officeDocument/2006/relationships/image" Target="../media/image32.png"/></Relationships>
</file>

<file path=ppt/slides/_rels/slide2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0.png"/><Relationship Id="rId7" Type="http://schemas.openxmlformats.org/officeDocument/2006/relationships/image" Target="../media/image26.sv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27.svg"/><Relationship Id="rId5" Type="http://schemas.openxmlformats.org/officeDocument/2006/relationships/hyperlink" Target="https://creativecommons.org/licenses/by-sa/4.0/" TargetMode="External"/><Relationship Id="rId4" Type="http://schemas.openxmlformats.org/officeDocument/2006/relationships/image" Target="../media/image11.png"/><Relationship Id="rId9" Type="http://schemas.openxmlformats.org/officeDocument/2006/relationships/image" Target="../media/image44.svg"/></Relationships>
</file>

<file path=ppt/slides/_rels/slide2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0.png"/><Relationship Id="rId7" Type="http://schemas.openxmlformats.org/officeDocument/2006/relationships/image" Target="../media/image26.sv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27.svg"/><Relationship Id="rId5" Type="http://schemas.openxmlformats.org/officeDocument/2006/relationships/hyperlink" Target="https://creativecommons.org/licenses/by-sa/4.0/" TargetMode="External"/><Relationship Id="rId4" Type="http://schemas.openxmlformats.org/officeDocument/2006/relationships/image" Target="../media/image11.png"/><Relationship Id="rId9" Type="http://schemas.openxmlformats.org/officeDocument/2006/relationships/image" Target="../media/image44.svg"/></Relationships>
</file>

<file path=ppt/slides/_rels/slide2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0.png"/><Relationship Id="rId7" Type="http://schemas.openxmlformats.org/officeDocument/2006/relationships/image" Target="../media/image26.sv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27.svg"/><Relationship Id="rId5" Type="http://schemas.openxmlformats.org/officeDocument/2006/relationships/hyperlink" Target="https://creativecommons.org/licenses/by-sa/4.0/" TargetMode="External"/><Relationship Id="rId4" Type="http://schemas.openxmlformats.org/officeDocument/2006/relationships/image" Target="../media/image11.png"/><Relationship Id="rId9" Type="http://schemas.openxmlformats.org/officeDocument/2006/relationships/image" Target="../media/image44.svg"/></Relationships>
</file>

<file path=ppt/slides/_rels/slide2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0.png"/><Relationship Id="rId7" Type="http://schemas.openxmlformats.org/officeDocument/2006/relationships/image" Target="../media/image26.sv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27.svg"/><Relationship Id="rId5" Type="http://schemas.openxmlformats.org/officeDocument/2006/relationships/hyperlink" Target="https://creativecommons.org/licenses/by-sa/4.0/" TargetMode="External"/><Relationship Id="rId4" Type="http://schemas.openxmlformats.org/officeDocument/2006/relationships/image" Target="../media/image11.png"/><Relationship Id="rId9" Type="http://schemas.openxmlformats.org/officeDocument/2006/relationships/image" Target="../media/image44.svg"/></Relationships>
</file>

<file path=ppt/slides/_rels/slide2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0.png"/><Relationship Id="rId7" Type="http://schemas.openxmlformats.org/officeDocument/2006/relationships/image" Target="../media/image26.sv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27.svg"/><Relationship Id="rId5" Type="http://schemas.openxmlformats.org/officeDocument/2006/relationships/hyperlink" Target="https://creativecommons.org/licenses/by-sa/4.0/" TargetMode="External"/><Relationship Id="rId4" Type="http://schemas.openxmlformats.org/officeDocument/2006/relationships/image" Target="../media/image11.png"/><Relationship Id="rId9" Type="http://schemas.openxmlformats.org/officeDocument/2006/relationships/image" Target="../media/image44.svg"/></Relationships>
</file>

<file path=ppt/slides/_rels/slide3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0.png"/><Relationship Id="rId7" Type="http://schemas.openxmlformats.org/officeDocument/2006/relationships/image" Target="../media/image26.sv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27.svg"/><Relationship Id="rId5" Type="http://schemas.openxmlformats.org/officeDocument/2006/relationships/hyperlink" Target="https://creativecommons.org/licenses/by-sa/4.0/" TargetMode="External"/><Relationship Id="rId4" Type="http://schemas.openxmlformats.org/officeDocument/2006/relationships/image" Target="../media/image11.png"/><Relationship Id="rId9" Type="http://schemas.openxmlformats.org/officeDocument/2006/relationships/image" Target="../media/image4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733A6-B262-1954-3048-ACF21163567A}"/>
            </a:ext>
          </a:extLst>
        </p:cNvPr>
        <p:cNvGrpSpPr/>
        <p:nvPr/>
      </p:nvGrpSpPr>
      <p:grpSpPr>
        <a:xfrm>
          <a:off x="0" y="0"/>
          <a:ext cx="0" cy="0"/>
          <a:chOff x="0" y="0"/>
          <a:chExt cx="0" cy="0"/>
        </a:xfrm>
      </p:grpSpPr>
      <p:pic>
        <p:nvPicPr>
          <p:cNvPr id="2" name="Picture 1" descr="Image">
            <a:extLst>
              <a:ext uri="{FF2B5EF4-FFF2-40B4-BE49-F238E27FC236}">
                <a16:creationId xmlns:a16="http://schemas.microsoft.com/office/drawing/2014/main" id="{EF223054-C528-27DA-5884-79D81AE5125D}"/>
              </a:ext>
            </a:extLst>
          </p:cNvPr>
          <p:cNvPicPr>
            <a:picLocks noChangeAspect="1"/>
          </p:cNvPicPr>
          <p:nvPr/>
        </p:nvPicPr>
        <p:blipFill>
          <a:blip r:embed="rId2"/>
          <a:stretch>
            <a:fillRect/>
          </a:stretch>
        </p:blipFill>
        <p:spPr>
          <a:xfrm>
            <a:off x="1746436" y="3160336"/>
            <a:ext cx="10478621" cy="4477315"/>
          </a:xfrm>
          <a:prstGeom prst="rect">
            <a:avLst/>
          </a:prstGeom>
        </p:spPr>
      </p:pic>
    </p:spTree>
    <p:extLst>
      <p:ext uri="{BB962C8B-B14F-4D97-AF65-F5344CB8AC3E}">
        <p14:creationId xmlns:p14="http://schemas.microsoft.com/office/powerpoint/2010/main" val="354275830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
            <a:extLst>
              <a:ext uri="{FF2B5EF4-FFF2-40B4-BE49-F238E27FC236}">
                <a16:creationId xmlns:a16="http://schemas.microsoft.com/office/drawing/2014/main" id="{507DB37E-F9CF-6434-D478-6C534D846368}"/>
              </a:ext>
            </a:extLst>
          </p:cNvPr>
          <p:cNvPicPr>
            <a:picLocks noChangeAspect="1"/>
          </p:cNvPicPr>
          <p:nvPr/>
        </p:nvPicPr>
        <p:blipFill>
          <a:blip r:embed="rId2"/>
          <a:stretch>
            <a:fillRect/>
          </a:stretch>
        </p:blipFill>
        <p:spPr>
          <a:xfrm>
            <a:off x="1924189" y="1349748"/>
            <a:ext cx="10123115" cy="8098492"/>
          </a:xfrm>
          <a:prstGeom prst="rect">
            <a:avLst/>
          </a:prstGeom>
        </p:spPr>
      </p:pic>
    </p:spTree>
    <p:extLst>
      <p:ext uri="{BB962C8B-B14F-4D97-AF65-F5344CB8AC3E}">
        <p14:creationId xmlns:p14="http://schemas.microsoft.com/office/powerpoint/2010/main" val="218013971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2231C-9EE6-71EC-9291-EDA1286EF173}"/>
            </a:ext>
          </a:extLst>
        </p:cNvPr>
        <p:cNvGrpSpPr/>
        <p:nvPr/>
      </p:nvGrpSpPr>
      <p:grpSpPr>
        <a:xfrm>
          <a:off x="0" y="0"/>
          <a:ext cx="0" cy="0"/>
          <a:chOff x="0" y="0"/>
          <a:chExt cx="0" cy="0"/>
        </a:xfrm>
      </p:grpSpPr>
      <p:pic>
        <p:nvPicPr>
          <p:cNvPr id="2" name="Picture 1" descr="Image">
            <a:extLst>
              <a:ext uri="{FF2B5EF4-FFF2-40B4-BE49-F238E27FC236}">
                <a16:creationId xmlns:a16="http://schemas.microsoft.com/office/drawing/2014/main" id="{6E69137A-C1EC-803B-4905-C3D7516F3CC7}"/>
              </a:ext>
            </a:extLst>
          </p:cNvPr>
          <p:cNvPicPr>
            <a:picLocks noChangeAspect="1"/>
          </p:cNvPicPr>
          <p:nvPr/>
        </p:nvPicPr>
        <p:blipFill>
          <a:blip r:embed="rId2"/>
          <a:stretch>
            <a:fillRect/>
          </a:stretch>
        </p:blipFill>
        <p:spPr>
          <a:xfrm>
            <a:off x="1746436" y="1502304"/>
            <a:ext cx="10478622" cy="7793379"/>
          </a:xfrm>
          <a:prstGeom prst="rect">
            <a:avLst/>
          </a:prstGeom>
        </p:spPr>
      </p:pic>
    </p:spTree>
    <p:extLst>
      <p:ext uri="{BB962C8B-B14F-4D97-AF65-F5344CB8AC3E}">
        <p14:creationId xmlns:p14="http://schemas.microsoft.com/office/powerpoint/2010/main" val="76879345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785F9-85BC-8527-B1E5-463C10E8B5C2}"/>
            </a:ext>
          </a:extLst>
        </p:cNvPr>
        <p:cNvGrpSpPr/>
        <p:nvPr/>
      </p:nvGrpSpPr>
      <p:grpSpPr>
        <a:xfrm>
          <a:off x="0" y="0"/>
          <a:ext cx="0" cy="0"/>
          <a:chOff x="0" y="0"/>
          <a:chExt cx="0" cy="0"/>
        </a:xfrm>
      </p:grpSpPr>
      <p:pic>
        <p:nvPicPr>
          <p:cNvPr id="3" name="Picture 2" descr="Image">
            <a:extLst>
              <a:ext uri="{FF2B5EF4-FFF2-40B4-BE49-F238E27FC236}">
                <a16:creationId xmlns:a16="http://schemas.microsoft.com/office/drawing/2014/main" id="{BC25C656-6F8F-7163-C8D5-5EED3FB03C05}"/>
              </a:ext>
            </a:extLst>
          </p:cNvPr>
          <p:cNvPicPr>
            <a:picLocks noChangeAspect="1"/>
          </p:cNvPicPr>
          <p:nvPr/>
        </p:nvPicPr>
        <p:blipFill>
          <a:blip r:embed="rId2"/>
          <a:stretch>
            <a:fillRect/>
          </a:stretch>
        </p:blipFill>
        <p:spPr>
          <a:xfrm>
            <a:off x="3175551" y="2417516"/>
            <a:ext cx="7620392" cy="5962956"/>
          </a:xfrm>
          <a:prstGeom prst="rect">
            <a:avLst/>
          </a:prstGeom>
        </p:spPr>
      </p:pic>
    </p:spTree>
    <p:extLst>
      <p:ext uri="{BB962C8B-B14F-4D97-AF65-F5344CB8AC3E}">
        <p14:creationId xmlns:p14="http://schemas.microsoft.com/office/powerpoint/2010/main" val="30754469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40FB8-C268-1C4D-B443-A99B84BD87DB}"/>
            </a:ext>
          </a:extLst>
        </p:cNvPr>
        <p:cNvGrpSpPr/>
        <p:nvPr/>
      </p:nvGrpSpPr>
      <p:grpSpPr>
        <a:xfrm>
          <a:off x="0" y="0"/>
          <a:ext cx="0" cy="0"/>
          <a:chOff x="0" y="0"/>
          <a:chExt cx="0" cy="0"/>
        </a:xfrm>
      </p:grpSpPr>
      <p:pic>
        <p:nvPicPr>
          <p:cNvPr id="2" name="Picture 1" descr="Image">
            <a:extLst>
              <a:ext uri="{FF2B5EF4-FFF2-40B4-BE49-F238E27FC236}">
                <a16:creationId xmlns:a16="http://schemas.microsoft.com/office/drawing/2014/main" id="{7070AE8C-C4E3-EC88-F4B4-ADAA3654DE57}"/>
              </a:ext>
            </a:extLst>
          </p:cNvPr>
          <p:cNvPicPr>
            <a:picLocks noChangeAspect="1"/>
          </p:cNvPicPr>
          <p:nvPr/>
        </p:nvPicPr>
        <p:blipFill>
          <a:blip r:embed="rId2"/>
          <a:stretch>
            <a:fillRect/>
          </a:stretch>
        </p:blipFill>
        <p:spPr>
          <a:xfrm>
            <a:off x="1924189" y="1349748"/>
            <a:ext cx="10123115" cy="8098492"/>
          </a:xfrm>
          <a:prstGeom prst="rect">
            <a:avLst/>
          </a:prstGeom>
        </p:spPr>
      </p:pic>
    </p:spTree>
    <p:extLst>
      <p:ext uri="{BB962C8B-B14F-4D97-AF65-F5344CB8AC3E}">
        <p14:creationId xmlns:p14="http://schemas.microsoft.com/office/powerpoint/2010/main" val="357973002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1E2A9-2B28-50CC-3097-3860A8A5556D}"/>
            </a:ext>
          </a:extLst>
        </p:cNvPr>
        <p:cNvGrpSpPr/>
        <p:nvPr/>
      </p:nvGrpSpPr>
      <p:grpSpPr>
        <a:xfrm>
          <a:off x="0" y="0"/>
          <a:ext cx="0" cy="0"/>
          <a:chOff x="0" y="0"/>
          <a:chExt cx="0" cy="0"/>
        </a:xfrm>
      </p:grpSpPr>
      <p:pic>
        <p:nvPicPr>
          <p:cNvPr id="3" name="Picture 2" descr="Image">
            <a:extLst>
              <a:ext uri="{FF2B5EF4-FFF2-40B4-BE49-F238E27FC236}">
                <a16:creationId xmlns:a16="http://schemas.microsoft.com/office/drawing/2014/main" id="{1D59B9E2-FC4B-7AC8-025B-148920D643D5}"/>
              </a:ext>
            </a:extLst>
          </p:cNvPr>
          <p:cNvPicPr>
            <a:picLocks noChangeAspect="1"/>
          </p:cNvPicPr>
          <p:nvPr/>
        </p:nvPicPr>
        <p:blipFill>
          <a:blip r:embed="rId2"/>
          <a:stretch>
            <a:fillRect/>
          </a:stretch>
        </p:blipFill>
        <p:spPr>
          <a:xfrm>
            <a:off x="2413747" y="2827244"/>
            <a:ext cx="9144000" cy="5143500"/>
          </a:xfrm>
          <a:prstGeom prst="rect">
            <a:avLst/>
          </a:prstGeom>
        </p:spPr>
      </p:pic>
    </p:spTree>
    <p:extLst>
      <p:ext uri="{BB962C8B-B14F-4D97-AF65-F5344CB8AC3E}">
        <p14:creationId xmlns:p14="http://schemas.microsoft.com/office/powerpoint/2010/main" val="310464983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DAC3A-F8E2-9F1E-0963-69CD05C5BA6B}"/>
            </a:ext>
          </a:extLst>
        </p:cNvPr>
        <p:cNvGrpSpPr/>
        <p:nvPr/>
      </p:nvGrpSpPr>
      <p:grpSpPr>
        <a:xfrm>
          <a:off x="0" y="0"/>
          <a:ext cx="0" cy="0"/>
          <a:chOff x="0" y="0"/>
          <a:chExt cx="0" cy="0"/>
        </a:xfrm>
      </p:grpSpPr>
      <p:pic>
        <p:nvPicPr>
          <p:cNvPr id="2" name="Picture 1" descr="Image">
            <a:extLst>
              <a:ext uri="{FF2B5EF4-FFF2-40B4-BE49-F238E27FC236}">
                <a16:creationId xmlns:a16="http://schemas.microsoft.com/office/drawing/2014/main" id="{BA719745-4767-66C6-14FD-E932A6520DEB}"/>
              </a:ext>
            </a:extLst>
          </p:cNvPr>
          <p:cNvPicPr>
            <a:picLocks noChangeAspect="1"/>
          </p:cNvPicPr>
          <p:nvPr/>
        </p:nvPicPr>
        <p:blipFill>
          <a:blip r:embed="rId2"/>
          <a:stretch>
            <a:fillRect/>
          </a:stretch>
        </p:blipFill>
        <p:spPr>
          <a:xfrm>
            <a:off x="1746436" y="1770771"/>
            <a:ext cx="10478622" cy="7256446"/>
          </a:xfrm>
          <a:prstGeom prst="rect">
            <a:avLst/>
          </a:prstGeom>
        </p:spPr>
      </p:pic>
    </p:spTree>
    <p:extLst>
      <p:ext uri="{BB962C8B-B14F-4D97-AF65-F5344CB8AC3E}">
        <p14:creationId xmlns:p14="http://schemas.microsoft.com/office/powerpoint/2010/main" val="40115525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5A33A-5949-F5CD-27D7-8EB1F3626751}"/>
            </a:ext>
          </a:extLst>
        </p:cNvPr>
        <p:cNvGrpSpPr/>
        <p:nvPr/>
      </p:nvGrpSpPr>
      <p:grpSpPr>
        <a:xfrm>
          <a:off x="0" y="0"/>
          <a:ext cx="0" cy="0"/>
          <a:chOff x="0" y="0"/>
          <a:chExt cx="0" cy="0"/>
        </a:xfrm>
      </p:grpSpPr>
      <p:pic>
        <p:nvPicPr>
          <p:cNvPr id="3" name="Picture 2" descr="Image">
            <a:extLst>
              <a:ext uri="{FF2B5EF4-FFF2-40B4-BE49-F238E27FC236}">
                <a16:creationId xmlns:a16="http://schemas.microsoft.com/office/drawing/2014/main" id="{D0C14ACF-F8E1-D10A-BC13-3DFACB4174DE}"/>
              </a:ext>
            </a:extLst>
          </p:cNvPr>
          <p:cNvPicPr>
            <a:picLocks noChangeAspect="1"/>
          </p:cNvPicPr>
          <p:nvPr/>
        </p:nvPicPr>
        <p:blipFill>
          <a:blip r:embed="rId2"/>
          <a:stretch>
            <a:fillRect/>
          </a:stretch>
        </p:blipFill>
        <p:spPr>
          <a:xfrm>
            <a:off x="2608184" y="1349748"/>
            <a:ext cx="8755126" cy="8098492"/>
          </a:xfrm>
          <a:prstGeom prst="rect">
            <a:avLst/>
          </a:prstGeom>
        </p:spPr>
      </p:pic>
    </p:spTree>
    <p:extLst>
      <p:ext uri="{BB962C8B-B14F-4D97-AF65-F5344CB8AC3E}">
        <p14:creationId xmlns:p14="http://schemas.microsoft.com/office/powerpoint/2010/main" val="8537904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92" name="Image" descr="Image"/>
          <p:cNvPicPr>
            <a:picLocks noChangeAspect="1"/>
          </p:cNvPicPr>
          <p:nvPr/>
        </p:nvPicPr>
        <p:blipFill>
          <a:blip r:embed="rId3"/>
          <a:stretch>
            <a:fillRect/>
          </a:stretch>
        </p:blipFill>
        <p:spPr>
          <a:xfrm>
            <a:off x="8877250" y="-989841"/>
            <a:ext cx="5121226" cy="2990088"/>
          </a:xfrm>
          <a:prstGeom prst="rect">
            <a:avLst/>
          </a:prstGeom>
          <a:ln w="12700">
            <a:miter lim="400000"/>
          </a:ln>
        </p:spPr>
      </p:pic>
      <p:sp>
        <p:nvSpPr>
          <p:cNvPr id="312" name="Line"/>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19" name="Basics"/>
          <p:cNvSpPr txBox="1"/>
          <p:nvPr/>
        </p:nvSpPr>
        <p:spPr>
          <a:xfrm>
            <a:off x="268403" y="3037086"/>
            <a:ext cx="149079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Notebooks</a:t>
            </a:r>
            <a:endParaRPr/>
          </a:p>
        </p:txBody>
      </p:sp>
      <p:sp>
        <p:nvSpPr>
          <p:cNvPr id="330" name="Line"/>
          <p:cNvSpPr/>
          <p:nvPr/>
        </p:nvSpPr>
        <p:spPr>
          <a:xfrm flipV="1">
            <a:off x="282669" y="3385083"/>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34" name="Three Column Layout: : CHEAT SHEET"/>
          <p:cNvSpPr txBox="1">
            <a:spLocks noGrp="1"/>
          </p:cNvSpPr>
          <p:nvPr>
            <p:ph type="title"/>
          </p:nvPr>
        </p:nvSpPr>
        <p:spPr>
          <a:xfrm>
            <a:off x="275721" y="361177"/>
            <a:ext cx="10898129" cy="803346"/>
          </a:xfrm>
          <a:prstGeom prst="rect">
            <a:avLst/>
          </a:prstGeom>
        </p:spPr>
        <p:txBody>
          <a:bodyPr lIns="0" tIns="0" rIns="0" bIns="0" anchor="t"/>
          <a:lstStyle/>
          <a:p>
            <a:r>
              <a:rPr lang="en-US"/>
              <a:t>MySQL Workbench</a:t>
            </a:r>
            <a:r>
              <a:t>: : </a:t>
            </a:r>
            <a:r>
              <a:rPr sz="3300">
                <a:latin typeface="Source Sans Pro Semibold"/>
                <a:ea typeface="Source Sans Pro Semibold"/>
                <a:cs typeface="Source Sans Pro Semibold"/>
                <a:sym typeface="Source Sans Pro Semibold"/>
              </a:rPr>
              <a:t>CHEAT SHEET</a:t>
            </a:r>
            <a:r>
              <a:t> </a:t>
            </a:r>
          </a:p>
        </p:txBody>
      </p:sp>
      <p:sp>
        <p:nvSpPr>
          <p:cNvPr id="341" name="Use headers, colors, and/or backgrounds to separate or group together sections."/>
          <p:cNvSpPr txBox="1"/>
          <p:nvPr/>
        </p:nvSpPr>
        <p:spPr>
          <a:xfrm>
            <a:off x="320237" y="1932476"/>
            <a:ext cx="3871127" cy="11074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err="1">
                <a:latin typeface="Source Sans Pro" panose="020B0503030403020204" pitchFamily="34" charset="0"/>
                <a:ea typeface="Source Sans Pro" panose="020B0503030403020204" pitchFamily="34" charset="0"/>
                <a:sym typeface="Source Sans Pro"/>
              </a:rPr>
              <a:t>Kaiaulu</a:t>
            </a:r>
            <a:r>
              <a:rPr lang="en-US">
                <a:latin typeface="Source Sans Pro" panose="020B0503030403020204" pitchFamily="34" charset="0"/>
                <a:ea typeface="Source Sans Pro" panose="020B0503030403020204" pitchFamily="34" charset="0"/>
                <a:sym typeface="Source Sans Pro"/>
              </a:rPr>
              <a:t> supports the download of </a:t>
            </a:r>
            <a:r>
              <a:rPr lang="en-US" b="0" err="1">
                <a:latin typeface="Source Sans Pro" panose="020B0503030403020204" pitchFamily="34" charset="0"/>
                <a:ea typeface="Source Sans Pro" panose="020B0503030403020204" pitchFamily="34" charset="0"/>
                <a:sym typeface="Source Sans Pro Light"/>
              </a:rPr>
              <a:t>Kaiaulu</a:t>
            </a:r>
            <a:r>
              <a:rPr lang="en-US" b="0">
                <a:latin typeface="Source Sans Pro" panose="020B0503030403020204" pitchFamily="34" charset="0"/>
                <a:ea typeface="Source Sans Pro" panose="020B0503030403020204" pitchFamily="34" charset="0"/>
                <a:sym typeface="Source Sans Pro Light"/>
              </a:rPr>
              <a:t> supports the download and analysis for multiple sources e.g. Gitlog, Jira, mailing lists (see the refresher cheat sheet). This </a:t>
            </a:r>
            <a:r>
              <a:rPr lang="en-US" b="0" err="1">
                <a:latin typeface="Source Sans Pro" panose="020B0503030403020204" pitchFamily="34" charset="0"/>
                <a:ea typeface="Source Sans Pro" panose="020B0503030403020204" pitchFamily="34" charset="0"/>
                <a:sym typeface="Source Sans Pro Light"/>
              </a:rPr>
              <a:t>cheatsheet</a:t>
            </a:r>
            <a:r>
              <a:rPr lang="en-US" b="0">
                <a:latin typeface="Source Sans Pro" panose="020B0503030403020204" pitchFamily="34" charset="0"/>
                <a:ea typeface="Source Sans Pro" panose="020B0503030403020204" pitchFamily="34" charset="0"/>
                <a:sym typeface="Source Sans Pro Light"/>
              </a:rPr>
              <a:t> covers how to read the MySQL Workbench (.</a:t>
            </a:r>
            <a:r>
              <a:rPr lang="en-US" b="0" err="1">
                <a:latin typeface="Source Sans Pro" panose="020B0503030403020204" pitchFamily="34" charset="0"/>
                <a:ea typeface="Source Sans Pro" panose="020B0503030403020204" pitchFamily="34" charset="0"/>
                <a:sym typeface="Source Sans Pro Light"/>
              </a:rPr>
              <a:t>mwb</a:t>
            </a:r>
            <a:r>
              <a:rPr lang="en-US" b="0">
                <a:latin typeface="Source Sans Pro" panose="020B0503030403020204" pitchFamily="34" charset="0"/>
                <a:ea typeface="Source Sans Pro" panose="020B0503030403020204" pitchFamily="34" charset="0"/>
                <a:sym typeface="Source Sans Pro Light"/>
              </a:rPr>
              <a:t>) efficiently to understand how tables in one modules relate to one another using an abstract example.</a:t>
            </a:r>
            <a:endParaRPr lang="en-US">
              <a:latin typeface="Source Sans Pro" panose="020B0503030403020204" pitchFamily="34" charset="0"/>
              <a:ea typeface="Source Sans Pro" panose="020B0503030403020204" pitchFamily="34" charset="0"/>
              <a:sym typeface="Source Sans Pro"/>
            </a:endParaRPr>
          </a:p>
        </p:txBody>
      </p:sp>
      <p:sp>
        <p:nvSpPr>
          <p:cNvPr id="384" name="Layout Suggestions"/>
          <p:cNvSpPr txBox="1"/>
          <p:nvPr/>
        </p:nvSpPr>
        <p:spPr>
          <a:xfrm>
            <a:off x="306475" y="1435608"/>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p>
        </p:txBody>
      </p:sp>
      <p:pic>
        <p:nvPicPr>
          <p:cNvPr id="8" name="Picture 7" descr="A picture containing text&#10;&#10;Description automatically generated">
            <a:extLst>
              <a:ext uri="{FF2B5EF4-FFF2-40B4-BE49-F238E27FC236}">
                <a16:creationId xmlns:a16="http://schemas.microsoft.com/office/drawing/2014/main" id="{1C9AB6D2-F69D-1DEC-41BE-05335D7DBE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4" name="TextBox 3">
            <a:extLst>
              <a:ext uri="{FF2B5EF4-FFF2-40B4-BE49-F238E27FC236}">
                <a16:creationId xmlns:a16="http://schemas.microsoft.com/office/drawing/2014/main" id="{D7BBA40F-67A2-5AE4-E29A-9CF097690556}"/>
              </a:ext>
            </a:extLst>
          </p:cNvPr>
          <p:cNvSpPr txBox="1"/>
          <p:nvPr/>
        </p:nvSpPr>
        <p:spPr>
          <a:xfrm>
            <a:off x="4838467" y="10304849"/>
            <a:ext cx="9809266"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5">
                  <a:extLst>
                    <a:ext uri="{A12FA001-AC4F-418D-AE19-62706E023703}">
                      <ahyp:hlinkClr xmlns:ahyp="http://schemas.microsoft.com/office/drawing/2018/hyperlinkcolor" val="tx"/>
                    </a:ext>
                  </a:extLst>
                </a:hlinkClick>
              </a:rPr>
              <a:t>CC BY SA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Ruben Jacobo, Waylon Ho, Carlos Paradis •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0.0.0.9600 (in development) •  Updated: 2026-4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Use headers, colors, and/or backgrounds to separate or group together sections.">
            <a:extLst>
              <a:ext uri="{FF2B5EF4-FFF2-40B4-BE49-F238E27FC236}">
                <a16:creationId xmlns:a16="http://schemas.microsoft.com/office/drawing/2014/main" id="{45FBB242-32EB-92AA-352A-C0738E85E7EC}"/>
              </a:ext>
            </a:extLst>
          </p:cNvPr>
          <p:cNvSpPr txBox="1"/>
          <p:nvPr/>
        </p:nvSpPr>
        <p:spPr>
          <a:xfrm>
            <a:off x="278080" y="3425504"/>
            <a:ext cx="3913284" cy="12438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r>
              <a:rPr lang="en-US" b="0"/>
              <a:t>Inside the rounded rectangles are examples of the code that creates a table. Keep in mind there can be more than one table in a notebook. Notebooks showcase the creation of data frames to show what the module can do. </a:t>
            </a:r>
          </a:p>
          <a:p>
            <a:br>
              <a:rPr lang="en-US"/>
            </a:br>
            <a:endParaRPr lang="en-US">
              <a:latin typeface="Source Sans Pro" panose="020B0503030403020204" pitchFamily="34" charset="0"/>
              <a:ea typeface="Source Sans Pro" panose="020B0503030403020204" pitchFamily="34" charset="0"/>
              <a:sym typeface="Source Sans Pro"/>
            </a:endParaRPr>
          </a:p>
        </p:txBody>
      </p:sp>
      <p:sp>
        <p:nvSpPr>
          <p:cNvPr id="5" name="Basics">
            <a:extLst>
              <a:ext uri="{FF2B5EF4-FFF2-40B4-BE49-F238E27FC236}">
                <a16:creationId xmlns:a16="http://schemas.microsoft.com/office/drawing/2014/main" id="{BDF89594-AFC0-6D9D-483A-16F4B8925FD3}"/>
              </a:ext>
            </a:extLst>
          </p:cNvPr>
          <p:cNvSpPr txBox="1"/>
          <p:nvPr/>
        </p:nvSpPr>
        <p:spPr>
          <a:xfrm>
            <a:off x="282043" y="4253270"/>
            <a:ext cx="115897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Modules</a:t>
            </a:r>
            <a:endParaRPr/>
          </a:p>
        </p:txBody>
      </p:sp>
      <p:sp>
        <p:nvSpPr>
          <p:cNvPr id="6" name="Line">
            <a:extLst>
              <a:ext uri="{FF2B5EF4-FFF2-40B4-BE49-F238E27FC236}">
                <a16:creationId xmlns:a16="http://schemas.microsoft.com/office/drawing/2014/main" id="{A18A2192-1578-639A-111F-E1246A947DC6}"/>
              </a:ext>
            </a:extLst>
          </p:cNvPr>
          <p:cNvSpPr/>
          <p:nvPr/>
        </p:nvSpPr>
        <p:spPr>
          <a:xfrm flipV="1">
            <a:off x="306475" y="4612476"/>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7" name="Use headers, colors, and/or backgrounds to separate or group together sections.">
            <a:extLst>
              <a:ext uri="{FF2B5EF4-FFF2-40B4-BE49-F238E27FC236}">
                <a16:creationId xmlns:a16="http://schemas.microsoft.com/office/drawing/2014/main" id="{2D80456C-805C-81B2-B7A8-836768A20896}"/>
              </a:ext>
            </a:extLst>
          </p:cNvPr>
          <p:cNvSpPr txBox="1"/>
          <p:nvPr/>
        </p:nvSpPr>
        <p:spPr>
          <a:xfrm>
            <a:off x="288526" y="4695266"/>
            <a:ext cx="3871128" cy="1273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Inside the dotted box are the modules. From those notebooks we can extract data frames (.</a:t>
            </a:r>
            <a:r>
              <a:rPr lang="en-US" b="0" err="1">
                <a:latin typeface="Source Sans Pro" panose="020B0503030403020204" pitchFamily="34" charset="0"/>
                <a:ea typeface="Source Sans Pro" panose="020B0503030403020204" pitchFamily="34" charset="0"/>
                <a:sym typeface="Source Sans Pro Light"/>
              </a:rPr>
              <a:t>mwb</a:t>
            </a:r>
            <a:r>
              <a:rPr lang="en-US" b="0">
                <a:latin typeface="Source Sans Pro" panose="020B0503030403020204" pitchFamily="34" charset="0"/>
                <a:ea typeface="Source Sans Pro" panose="020B0503030403020204" pitchFamily="34" charset="0"/>
                <a:sym typeface="Source Sans Pro Light"/>
              </a:rPr>
              <a:t> tables).  These data frames connections sometimes have different column names, but none these less still connect to one another. This is due to the way </a:t>
            </a:r>
            <a:r>
              <a:rPr lang="en-US" b="0" err="1">
                <a:latin typeface="Source Sans Pro" panose="020B0503030403020204" pitchFamily="34" charset="0"/>
                <a:ea typeface="Source Sans Pro" panose="020B0503030403020204" pitchFamily="34" charset="0"/>
                <a:sym typeface="Source Sans Pro Light"/>
              </a:rPr>
              <a:t>Kaiaulu</a:t>
            </a:r>
            <a:r>
              <a:rPr lang="en-US" b="0">
                <a:latin typeface="Source Sans Pro" panose="020B0503030403020204" pitchFamily="34" charset="0"/>
                <a:ea typeface="Source Sans Pro" panose="020B0503030403020204" pitchFamily="34" charset="0"/>
                <a:sym typeface="Source Sans Pro Light"/>
              </a:rPr>
              <a:t> was developed in isolation from one module to another build a lot of technical debt.</a:t>
            </a:r>
            <a:endParaRPr lang="en-US">
              <a:latin typeface="Source Sans Pro" panose="020B0503030403020204" pitchFamily="34" charset="0"/>
              <a:ea typeface="Source Sans Pro" panose="020B0503030403020204" pitchFamily="34" charset="0"/>
              <a:sym typeface="Source Sans Pro"/>
            </a:endParaRPr>
          </a:p>
        </p:txBody>
      </p:sp>
      <p:sp>
        <p:nvSpPr>
          <p:cNvPr id="9" name="Basics">
            <a:extLst>
              <a:ext uri="{FF2B5EF4-FFF2-40B4-BE49-F238E27FC236}">
                <a16:creationId xmlns:a16="http://schemas.microsoft.com/office/drawing/2014/main" id="{7EB827B1-BE38-6BB3-E789-DD6358435DF5}"/>
              </a:ext>
            </a:extLst>
          </p:cNvPr>
          <p:cNvSpPr txBox="1"/>
          <p:nvPr/>
        </p:nvSpPr>
        <p:spPr>
          <a:xfrm>
            <a:off x="290015" y="6071136"/>
            <a:ext cx="91210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Tables</a:t>
            </a:r>
            <a:endParaRPr/>
          </a:p>
        </p:txBody>
      </p:sp>
      <p:sp>
        <p:nvSpPr>
          <p:cNvPr id="11" name="Line">
            <a:extLst>
              <a:ext uri="{FF2B5EF4-FFF2-40B4-BE49-F238E27FC236}">
                <a16:creationId xmlns:a16="http://schemas.microsoft.com/office/drawing/2014/main" id="{0DC0F247-7821-B4A1-A617-D802D3E6BCF8}"/>
              </a:ext>
            </a:extLst>
          </p:cNvPr>
          <p:cNvSpPr/>
          <p:nvPr/>
        </p:nvSpPr>
        <p:spPr>
          <a:xfrm flipV="1">
            <a:off x="268403" y="6442898"/>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 name="Use headers, colors, and/or backgrounds to separate or group together sections.">
            <a:extLst>
              <a:ext uri="{FF2B5EF4-FFF2-40B4-BE49-F238E27FC236}">
                <a16:creationId xmlns:a16="http://schemas.microsoft.com/office/drawing/2014/main" id="{B6F3DB9B-E463-DE95-28DF-63242DAE0D94}"/>
              </a:ext>
            </a:extLst>
          </p:cNvPr>
          <p:cNvSpPr txBox="1"/>
          <p:nvPr/>
        </p:nvSpPr>
        <p:spPr>
          <a:xfrm>
            <a:off x="284217" y="6489985"/>
            <a:ext cx="3915644" cy="7750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Inside the models are the tables. For the example the only columns are columns that are joined or created from a join. Tables contain way more information which can be found in the EER diagram.</a:t>
            </a:r>
            <a:endParaRPr lang="en-US">
              <a:latin typeface="Source Sans Pro" panose="020B0503030403020204" pitchFamily="34" charset="0"/>
              <a:ea typeface="Source Sans Pro" panose="020B0503030403020204" pitchFamily="34" charset="0"/>
              <a:sym typeface="Source Sans Pro"/>
            </a:endParaRPr>
          </a:p>
        </p:txBody>
      </p:sp>
      <p:sp>
        <p:nvSpPr>
          <p:cNvPr id="14" name="Line">
            <a:extLst>
              <a:ext uri="{FF2B5EF4-FFF2-40B4-BE49-F238E27FC236}">
                <a16:creationId xmlns:a16="http://schemas.microsoft.com/office/drawing/2014/main" id="{631E713A-82D3-613E-4566-6E7E806DE38D}"/>
              </a:ext>
            </a:extLst>
          </p:cNvPr>
          <p:cNvSpPr/>
          <p:nvPr/>
        </p:nvSpPr>
        <p:spPr>
          <a:xfrm flipV="1">
            <a:off x="328733" y="1879691"/>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10" name="Group 9">
            <a:extLst>
              <a:ext uri="{FF2B5EF4-FFF2-40B4-BE49-F238E27FC236}">
                <a16:creationId xmlns:a16="http://schemas.microsoft.com/office/drawing/2014/main" id="{2A829123-74ED-03CF-1A5E-AC445FF91C5E}"/>
              </a:ext>
            </a:extLst>
          </p:cNvPr>
          <p:cNvGrpSpPr/>
          <p:nvPr/>
        </p:nvGrpSpPr>
        <p:grpSpPr>
          <a:xfrm>
            <a:off x="4540195" y="2097410"/>
            <a:ext cx="4922763" cy="8090198"/>
            <a:chOff x="6368201" y="2792829"/>
            <a:chExt cx="7594704" cy="7381674"/>
          </a:xfrm>
        </p:grpSpPr>
        <p:sp>
          <p:nvSpPr>
            <p:cNvPr id="485" name="TextBox 484">
              <a:extLst>
                <a:ext uri="{FF2B5EF4-FFF2-40B4-BE49-F238E27FC236}">
                  <a16:creationId xmlns:a16="http://schemas.microsoft.com/office/drawing/2014/main" id="{9D5493A7-AD9A-E644-5298-60D46FF4464E}"/>
                </a:ext>
              </a:extLst>
            </p:cNvPr>
            <p:cNvSpPr txBox="1"/>
            <p:nvPr/>
          </p:nvSpPr>
          <p:spPr>
            <a:xfrm>
              <a:off x="9702622" y="8608993"/>
              <a:ext cx="4234786" cy="15655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lang="en-US" b="0"/>
                <a:t>```{r}</a:t>
              </a:r>
            </a:p>
            <a:p>
              <a:r>
                <a:rPr lang="en-US" b="0" err="1"/>
                <a:t>project_git</a:t>
              </a:r>
              <a:r>
                <a:rPr lang="en-US" b="0"/>
                <a:t> &lt;- merge(</a:t>
              </a:r>
              <a:r>
                <a:rPr lang="en-US" b="0" err="1"/>
                <a:t>project_git,jira_issues,all.x</a:t>
              </a:r>
              <a:r>
                <a:rPr lang="en-US" b="0"/>
                <a:t>=</a:t>
              </a:r>
              <a:r>
                <a:rPr lang="en-US" b="0" err="1"/>
                <a:t>TRUE,by.x</a:t>
              </a:r>
              <a:r>
                <a:rPr lang="en-US" b="0"/>
                <a:t>="</a:t>
              </a:r>
              <a:r>
                <a:rPr lang="en-US" b="0" err="1"/>
                <a:t>commit_message_id</a:t>
              </a:r>
              <a:r>
                <a:rPr lang="en-US" b="0"/>
                <a:t>",</a:t>
              </a:r>
            </a:p>
            <a:p>
              <a:r>
                <a:rPr lang="en-US" b="0"/>
                <a:t>                     </a:t>
              </a:r>
              <a:r>
                <a:rPr lang="en-US" b="0" err="1"/>
                <a:t>by.y</a:t>
              </a:r>
              <a:r>
                <a:rPr lang="en-US" b="0"/>
                <a:t>="</a:t>
              </a:r>
              <a:r>
                <a:rPr lang="en-US" b="0" err="1"/>
                <a:t>issue_key</a:t>
              </a:r>
              <a:r>
                <a:rPr lang="en-US" b="0"/>
                <a:t>")</a:t>
              </a:r>
            </a:p>
            <a:p>
              <a:r>
                <a:rPr lang="en-US" b="0"/>
                <a:t>```</a:t>
              </a:r>
            </a:p>
            <a:p>
              <a:br>
                <a:rPr lang="en-US"/>
              </a:br>
              <a:endPar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endParaRPr>
            </a:p>
          </p:txBody>
        </p:sp>
        <p:grpSp>
          <p:nvGrpSpPr>
            <p:cNvPr id="3" name="Group 2">
              <a:extLst>
                <a:ext uri="{FF2B5EF4-FFF2-40B4-BE49-F238E27FC236}">
                  <a16:creationId xmlns:a16="http://schemas.microsoft.com/office/drawing/2014/main" id="{008429BE-5B0C-D348-9609-3C5BCE317CC2}"/>
                </a:ext>
              </a:extLst>
            </p:cNvPr>
            <p:cNvGrpSpPr/>
            <p:nvPr/>
          </p:nvGrpSpPr>
          <p:grpSpPr>
            <a:xfrm>
              <a:off x="6368201" y="2792829"/>
              <a:ext cx="7594704" cy="6809572"/>
              <a:chOff x="6368201" y="2792829"/>
              <a:chExt cx="7594704" cy="6809572"/>
            </a:xfrm>
          </p:grpSpPr>
          <p:sp>
            <p:nvSpPr>
              <p:cNvPr id="261" name="TextBox 260">
                <a:extLst>
                  <a:ext uri="{FF2B5EF4-FFF2-40B4-BE49-F238E27FC236}">
                    <a16:creationId xmlns:a16="http://schemas.microsoft.com/office/drawing/2014/main" id="{506DE976-BD46-05D1-53A5-20B1F96E959A}"/>
                  </a:ext>
                </a:extLst>
              </p:cNvPr>
              <p:cNvSpPr txBox="1"/>
              <p:nvPr/>
            </p:nvSpPr>
            <p:spPr>
              <a:xfrm>
                <a:off x="6368201" y="2937643"/>
                <a:ext cx="2948175" cy="9664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lang="en-US" b="0" dirty="0"/>
                  <a:t>```{r}</a:t>
                </a:r>
                <a:br>
                  <a:rPr lang="en-US" b="0" dirty="0"/>
                </a:br>
                <a:r>
                  <a:rPr lang="en-US" b="0" dirty="0" err="1"/>
                  <a:t>project_git</a:t>
                </a:r>
                <a:r>
                  <a:rPr lang="en-US" b="0" dirty="0"/>
                  <a:t> &lt;- </a:t>
                </a:r>
                <a:r>
                  <a:rPr lang="en-US" b="0" dirty="0" err="1"/>
                  <a:t>parse_gitlog</a:t>
                </a:r>
                <a:r>
                  <a:rPr lang="en-US" b="0" dirty="0"/>
                  <a:t>(</a:t>
                </a:r>
                <a:r>
                  <a:rPr lang="en-US" b="0" dirty="0" err="1"/>
                  <a:t>perceval_path</a:t>
                </a:r>
                <a:r>
                  <a:rPr lang="en-US" b="0" dirty="0"/>
                  <a:t>,	</a:t>
                </a:r>
                <a:r>
                  <a:rPr lang="en-US" b="0" dirty="0" err="1"/>
                  <a:t>git_repo_path</a:t>
                </a:r>
                <a:r>
                  <a:rPr lang="en-US" b="0" dirty="0"/>
                  <a:t>)</a:t>
                </a:r>
                <a:br>
                  <a:rPr lang="en-US" b="0" dirty="0"/>
                </a:br>
                <a:r>
                  <a:rPr lang="en-US" b="0" dirty="0"/>
                  <a:t>```</a:t>
                </a:r>
                <a:endParaRPr kumimoji="0" lang="en-US" b="0" i="0" u="none" strike="noStrike" cap="none" spc="0" normalizeH="0" baseline="0" dirty="0">
                  <a:ln>
                    <a:noFill/>
                  </a:ln>
                  <a:solidFill>
                    <a:schemeClr val="bg2">
                      <a:lumMod val="10000"/>
                    </a:schemeClr>
                  </a:solidFill>
                  <a:effectLst/>
                  <a:uFillTx/>
                  <a:latin typeface="Source Sans Pro"/>
                  <a:ea typeface="Source Sans Pro"/>
                  <a:cs typeface="Source Sans Pro"/>
                  <a:sym typeface="Source Sans Pro"/>
                </a:endParaRPr>
              </a:p>
            </p:txBody>
          </p:sp>
          <p:cxnSp>
            <p:nvCxnSpPr>
              <p:cNvPr id="285" name="Elbow Connector 284">
                <a:extLst>
                  <a:ext uri="{FF2B5EF4-FFF2-40B4-BE49-F238E27FC236}">
                    <a16:creationId xmlns:a16="http://schemas.microsoft.com/office/drawing/2014/main" id="{3774D96C-B9FD-56CF-B759-0BE4F58D75CB}"/>
                  </a:ext>
                </a:extLst>
              </p:cNvPr>
              <p:cNvCxnSpPr>
                <a:cxnSpLocks/>
                <a:stCxn id="30" idx="3"/>
                <a:endCxn id="31" idx="1"/>
              </p:cNvCxnSpPr>
              <p:nvPr/>
            </p:nvCxnSpPr>
            <p:spPr>
              <a:xfrm flipV="1">
                <a:off x="9354963" y="5827443"/>
                <a:ext cx="1516539" cy="3158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DB426400-70C5-CDDE-6B5A-85BEAAF67DE2}"/>
                  </a:ext>
                </a:extLst>
              </p:cNvPr>
              <p:cNvSpPr/>
              <p:nvPr/>
            </p:nvSpPr>
            <p:spPr>
              <a:xfrm>
                <a:off x="6958795" y="4871703"/>
                <a:ext cx="6495345" cy="1516233"/>
              </a:xfrm>
              <a:prstGeom prst="rect">
                <a:avLst/>
              </a:prstGeom>
              <a:noFill/>
              <a:ln w="12700" cap="flat">
                <a:solidFill>
                  <a:schemeClr val="accent2"/>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Rectangle 29">
                <a:extLst>
                  <a:ext uri="{FF2B5EF4-FFF2-40B4-BE49-F238E27FC236}">
                    <a16:creationId xmlns:a16="http://schemas.microsoft.com/office/drawing/2014/main" id="{DAE3A706-D7CD-373F-5A6D-87B9022110C7}"/>
                  </a:ext>
                </a:extLst>
              </p:cNvPr>
              <p:cNvSpPr/>
              <p:nvPr/>
            </p:nvSpPr>
            <p:spPr>
              <a:xfrm>
                <a:off x="7046444" y="5673956"/>
                <a:ext cx="2308519" cy="370143"/>
              </a:xfrm>
              <a:prstGeom prst="rect">
                <a:avLst/>
              </a:prstGeom>
              <a:solidFill>
                <a:srgbClr val="C8D6C2"/>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err="1">
                    <a:solidFill>
                      <a:srgbClr val="000000"/>
                    </a:solidFill>
                  </a:rPr>
                  <a:t>a</a:t>
                </a: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uthor_name_email</a:t>
                </a:r>
                <a:br>
                  <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rPr>
                </a:b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file_pathname</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 name="Rectangle 30">
                <a:extLst>
                  <a:ext uri="{FF2B5EF4-FFF2-40B4-BE49-F238E27FC236}">
                    <a16:creationId xmlns:a16="http://schemas.microsoft.com/office/drawing/2014/main" id="{56CB694F-9562-1275-832B-895AA72AD23E}"/>
                  </a:ext>
                </a:extLst>
              </p:cNvPr>
              <p:cNvSpPr/>
              <p:nvPr/>
            </p:nvSpPr>
            <p:spPr>
              <a:xfrm>
                <a:off x="10871502" y="5440180"/>
                <a:ext cx="2308520" cy="774528"/>
              </a:xfrm>
              <a:prstGeom prst="rect">
                <a:avLst/>
              </a:prstGeom>
              <a:solidFill>
                <a:srgbClr val="C8D6C2"/>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err="1">
                    <a:solidFill>
                      <a:srgbClr val="000000"/>
                    </a:solidFill>
                  </a:rPr>
                  <a:t>i</a:t>
                </a: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dentity_id</a:t>
                </a:r>
                <a:br>
                  <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rPr>
                </a:br>
                <a:r>
                  <a:rPr lang="en-US" b="0" err="1">
                    <a:solidFill>
                      <a:srgbClr val="000000"/>
                    </a:solidFill>
                  </a:rPr>
                  <a:t>a</a:t>
                </a: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uthor_name_email</a:t>
                </a:r>
                <a:br>
                  <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rPr>
                </a:b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file_pathname</a:t>
                </a:r>
                <a:br>
                  <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rPr>
                </a:b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raw_name</a:t>
                </a:r>
                <a:br>
                  <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rPr>
                </a:b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commit_message_id</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AF73CD72-6BA2-28FE-B6CE-4AF678455115}"/>
                  </a:ext>
                </a:extLst>
              </p:cNvPr>
              <p:cNvSpPr/>
              <p:nvPr/>
            </p:nvSpPr>
            <p:spPr>
              <a:xfrm>
                <a:off x="6931958" y="6880189"/>
                <a:ext cx="3045324" cy="1166752"/>
              </a:xfrm>
              <a:prstGeom prst="rect">
                <a:avLst/>
              </a:prstGeom>
              <a:noFill/>
              <a:ln w="12700" cap="flat">
                <a:solidFill>
                  <a:schemeClr val="accent3"/>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6D70B385-158C-F130-4CD4-0F0AAD0D1590}"/>
                  </a:ext>
                </a:extLst>
              </p:cNvPr>
              <p:cNvSpPr/>
              <p:nvPr/>
            </p:nvSpPr>
            <p:spPr>
              <a:xfrm>
                <a:off x="7174960" y="7665462"/>
                <a:ext cx="1599361" cy="257939"/>
              </a:xfrm>
              <a:prstGeom prst="rect">
                <a:avLst/>
              </a:prstGeom>
              <a:solidFill>
                <a:schemeClr val="accent3"/>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Issue_key</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 name="Rectangle 33">
                <a:extLst>
                  <a:ext uri="{FF2B5EF4-FFF2-40B4-BE49-F238E27FC236}">
                    <a16:creationId xmlns:a16="http://schemas.microsoft.com/office/drawing/2014/main" id="{7A63D16D-BC0F-CE68-F1D7-F4F95D402099}"/>
                  </a:ext>
                </a:extLst>
              </p:cNvPr>
              <p:cNvSpPr/>
              <p:nvPr/>
            </p:nvSpPr>
            <p:spPr>
              <a:xfrm>
                <a:off x="10127261" y="6783185"/>
                <a:ext cx="3340277" cy="1312717"/>
              </a:xfrm>
              <a:prstGeom prst="rect">
                <a:avLst/>
              </a:prstGeom>
              <a:noFill/>
              <a:ln w="12700" cap="flat">
                <a:solidFill>
                  <a:schemeClr val="accent6">
                    <a:lumMod val="40000"/>
                    <a:lumOff val="6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5" name="Rectangle 34">
                <a:extLst>
                  <a:ext uri="{FF2B5EF4-FFF2-40B4-BE49-F238E27FC236}">
                    <a16:creationId xmlns:a16="http://schemas.microsoft.com/office/drawing/2014/main" id="{FB86E27D-5505-DE7C-66E1-F51B70E3768C}"/>
                  </a:ext>
                </a:extLst>
              </p:cNvPr>
              <p:cNvSpPr/>
              <p:nvPr/>
            </p:nvSpPr>
            <p:spPr>
              <a:xfrm>
                <a:off x="10527381" y="7598953"/>
                <a:ext cx="2449670" cy="370143"/>
              </a:xfrm>
              <a:prstGeom prst="rect">
                <a:avLst/>
              </a:prstGeom>
              <a:solidFill>
                <a:schemeClr val="accent6">
                  <a:lumMod val="20000"/>
                  <a:lumOff val="80000"/>
                </a:schemeClr>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err="1">
                    <a:solidFill>
                      <a:srgbClr val="000000"/>
                    </a:solidFill>
                  </a:rPr>
                  <a:t>commit_message_id</a:t>
                </a:r>
                <a:br>
                  <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rPr>
                </a:b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file_pathname</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8" name="Elbow Connector 284">
                <a:extLst>
                  <a:ext uri="{FF2B5EF4-FFF2-40B4-BE49-F238E27FC236}">
                    <a16:creationId xmlns:a16="http://schemas.microsoft.com/office/drawing/2014/main" id="{8EEA9445-7A2B-4719-C9E3-CAF7A906CD0A}"/>
                  </a:ext>
                </a:extLst>
              </p:cNvPr>
              <p:cNvCxnSpPr>
                <a:cxnSpLocks/>
                <a:stCxn id="31" idx="2"/>
                <a:endCxn id="35" idx="0"/>
              </p:cNvCxnSpPr>
              <p:nvPr/>
            </p:nvCxnSpPr>
            <p:spPr>
              <a:xfrm rot="5400000">
                <a:off x="11196867" y="6770057"/>
                <a:ext cx="1384246" cy="273547"/>
              </a:xfrm>
              <a:prstGeom prst="bentConnector3">
                <a:avLst>
                  <a:gd name="adj1" fmla="val 77254"/>
                </a:avLst>
              </a:prstGeom>
              <a:noFill/>
              <a:ln w="25400" cap="flat">
                <a:solidFill>
                  <a:schemeClr val="accent5">
                    <a:lumMod val="40000"/>
                    <a:lumOff val="6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8" name="Elbow Connector 284">
                <a:extLst>
                  <a:ext uri="{FF2B5EF4-FFF2-40B4-BE49-F238E27FC236}">
                    <a16:creationId xmlns:a16="http://schemas.microsoft.com/office/drawing/2014/main" id="{4C6D17D9-973F-8AF8-0D04-9B59890D959B}"/>
                  </a:ext>
                </a:extLst>
              </p:cNvPr>
              <p:cNvCxnSpPr>
                <a:cxnSpLocks/>
                <a:stCxn id="33" idx="3"/>
                <a:endCxn id="35" idx="1"/>
              </p:cNvCxnSpPr>
              <p:nvPr/>
            </p:nvCxnSpPr>
            <p:spPr>
              <a:xfrm flipV="1">
                <a:off x="8774322" y="7784025"/>
                <a:ext cx="1753059" cy="10406"/>
              </a:xfrm>
              <a:prstGeom prst="bentConnector3">
                <a:avLst>
                  <a:gd name="adj1" fmla="val 50000"/>
                </a:avLst>
              </a:prstGeom>
              <a:noFill/>
              <a:ln w="25400" cap="flat">
                <a:solidFill>
                  <a:schemeClr val="accent5">
                    <a:lumMod val="40000"/>
                    <a:lumOff val="6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 name="Elbow Connector 284">
                <a:extLst>
                  <a:ext uri="{FF2B5EF4-FFF2-40B4-BE49-F238E27FC236}">
                    <a16:creationId xmlns:a16="http://schemas.microsoft.com/office/drawing/2014/main" id="{7228B67D-4ABB-A38E-B8A3-52BAA11CF5F6}"/>
                  </a:ext>
                </a:extLst>
              </p:cNvPr>
              <p:cNvCxnSpPr>
                <a:cxnSpLocks/>
              </p:cNvCxnSpPr>
              <p:nvPr/>
            </p:nvCxnSpPr>
            <p:spPr>
              <a:xfrm rot="16200000" flipH="1">
                <a:off x="6912099" y="4600503"/>
                <a:ext cx="1698718" cy="391696"/>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51" name="TextBox 450">
                <a:extLst>
                  <a:ext uri="{FF2B5EF4-FFF2-40B4-BE49-F238E27FC236}">
                    <a16:creationId xmlns:a16="http://schemas.microsoft.com/office/drawing/2014/main" id="{5A0DFEEB-8177-FC60-4B79-E61B0C928E47}"/>
                  </a:ext>
                </a:extLst>
              </p:cNvPr>
              <p:cNvSpPr txBox="1"/>
              <p:nvPr/>
            </p:nvSpPr>
            <p:spPr>
              <a:xfrm>
                <a:off x="9429506" y="2792829"/>
                <a:ext cx="4533399" cy="17574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lang="en-US" b="0"/>
                  <a:t>```{r}</a:t>
                </a:r>
                <a:br>
                  <a:rPr lang="en-US" b="0"/>
                </a:br>
                <a:r>
                  <a:rPr lang="en-US" b="0" err="1"/>
                  <a:t>project_log</a:t>
                </a:r>
                <a:r>
                  <a:rPr lang="en-US" b="0"/>
                  <a:t> &lt;- </a:t>
                </a:r>
                <a:r>
                  <a:rPr lang="en-US" b="0" err="1"/>
                  <a:t>identity_match</a:t>
                </a:r>
                <a:r>
                  <a:rPr lang="en-US" b="0"/>
                  <a:t>(</a:t>
                </a:r>
                <a:r>
                  <a:rPr lang="en-US" b="0" err="1"/>
                  <a:t>project_log</a:t>
                </a:r>
                <a:r>
                  <a:rPr lang="en-US" b="0"/>
                  <a:t>,</a:t>
                </a:r>
              </a:p>
              <a:p>
                <a:r>
                  <a:rPr lang="en-US" b="0"/>
                  <a:t>                              </a:t>
                </a:r>
                <a:r>
                  <a:rPr lang="en-US" b="0" err="1"/>
                  <a:t>name_column</a:t>
                </a:r>
                <a:r>
                  <a:rPr lang="en-US" b="0"/>
                  <a:t> = c("</a:t>
                </a:r>
                <a:r>
                  <a:rPr lang="en-US" b="0" err="1"/>
                  <a:t>author_name_email</a:t>
                </a:r>
                <a:r>
                  <a:rPr lang="en-US" b="0"/>
                  <a:t>"),</a:t>
                </a:r>
              </a:p>
              <a:p>
                <a:r>
                  <a:rPr lang="en-US" b="0"/>
                  <a:t>                              </a:t>
                </a:r>
                <a:r>
                  <a:rPr lang="en-US" b="0" err="1"/>
                  <a:t>assign_exact_identity</a:t>
                </a:r>
                <a:r>
                  <a:rPr lang="en-US" b="0"/>
                  <a:t>,</a:t>
                </a:r>
              </a:p>
              <a:p>
                <a:r>
                  <a:rPr lang="en-US" b="0"/>
                  <a:t>                              </a:t>
                </a:r>
                <a:r>
                  <a:rPr lang="en-US" b="0" err="1"/>
                  <a:t>use_name_only</a:t>
                </a:r>
                <a:r>
                  <a:rPr lang="en-US" b="0"/>
                  <a:t>=TRUE,</a:t>
                </a:r>
              </a:p>
              <a:p>
                <a:r>
                  <a:rPr lang="en-US" b="0"/>
                  <a:t>                              label = "</a:t>
                </a:r>
                <a:r>
                  <a:rPr lang="en-US" b="0" err="1"/>
                  <a:t>raw_name</a:t>
                </a:r>
                <a:r>
                  <a:rPr lang="en-US" b="0"/>
                  <a:t>"</a:t>
                </a:r>
              </a:p>
              <a:p>
                <a:r>
                  <a:rPr lang="en-US" b="0"/>
                  <a:t>                              )</a:t>
                </a:r>
                <a:br>
                  <a:rPr lang="en-US" b="0"/>
                </a:br>
                <a:r>
                  <a:rPr lang="en-US" b="0"/>
                  <a:t>```</a:t>
                </a:r>
                <a:endPar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endParaRPr>
              </a:p>
            </p:txBody>
          </p:sp>
          <p:cxnSp>
            <p:nvCxnSpPr>
              <p:cNvPr id="453" name="Elbow Connector 284">
                <a:extLst>
                  <a:ext uri="{FF2B5EF4-FFF2-40B4-BE49-F238E27FC236}">
                    <a16:creationId xmlns:a16="http://schemas.microsoft.com/office/drawing/2014/main" id="{21708C8D-728F-89EB-62F0-19C997E95604}"/>
                  </a:ext>
                </a:extLst>
              </p:cNvPr>
              <p:cNvCxnSpPr>
                <a:cxnSpLocks/>
                <a:endCxn id="31" idx="0"/>
              </p:cNvCxnSpPr>
              <p:nvPr/>
            </p:nvCxnSpPr>
            <p:spPr>
              <a:xfrm rot="16200000" flipH="1">
                <a:off x="10976659" y="4391075"/>
                <a:ext cx="889943" cy="120826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64" name="TextBox 463">
                <a:extLst>
                  <a:ext uri="{FF2B5EF4-FFF2-40B4-BE49-F238E27FC236}">
                    <a16:creationId xmlns:a16="http://schemas.microsoft.com/office/drawing/2014/main" id="{4D81AA35-635A-4469-E20E-B72725BFE513}"/>
                  </a:ext>
                </a:extLst>
              </p:cNvPr>
              <p:cNvSpPr txBox="1"/>
              <p:nvPr/>
            </p:nvSpPr>
            <p:spPr>
              <a:xfrm>
                <a:off x="6605717" y="8612576"/>
                <a:ext cx="2948175" cy="9898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lang="en-US" b="0"/>
                  <a:t>```{r}</a:t>
                </a:r>
              </a:p>
              <a:p>
                <a:r>
                  <a:rPr lang="en-US" b="0" err="1"/>
                  <a:t>parsed_jira_issues</a:t>
                </a:r>
                <a:r>
                  <a:rPr lang="en-US" b="0"/>
                  <a:t> &lt;- </a:t>
                </a:r>
                <a:r>
                  <a:rPr lang="en-US" b="0" err="1"/>
                  <a:t>parse_jira</a:t>
                </a:r>
                <a:r>
                  <a:rPr lang="en-US" b="0"/>
                  <a:t>(</a:t>
                </a:r>
                <a:r>
                  <a:rPr lang="en-US" b="0" err="1"/>
                  <a:t>save_path_issue_tracker_issues</a:t>
                </a:r>
                <a:r>
                  <a:rPr lang="en-US" b="0"/>
                  <a:t>)</a:t>
                </a:r>
                <a:br>
                  <a:rPr lang="en-US" b="0"/>
                </a:br>
                <a:r>
                  <a:rPr lang="en-US" b="0"/>
                  <a:t>```</a:t>
                </a:r>
                <a:endPar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endParaRPr>
              </a:p>
            </p:txBody>
          </p:sp>
          <p:cxnSp>
            <p:nvCxnSpPr>
              <p:cNvPr id="465" name="Elbow Connector 284">
                <a:extLst>
                  <a:ext uri="{FF2B5EF4-FFF2-40B4-BE49-F238E27FC236}">
                    <a16:creationId xmlns:a16="http://schemas.microsoft.com/office/drawing/2014/main" id="{0623A3E3-0F41-9827-3905-04B4BAFA79A7}"/>
                  </a:ext>
                </a:extLst>
              </p:cNvPr>
              <p:cNvCxnSpPr>
                <a:cxnSpLocks/>
                <a:endCxn id="33" idx="2"/>
              </p:cNvCxnSpPr>
              <p:nvPr/>
            </p:nvCxnSpPr>
            <p:spPr>
              <a:xfrm rot="16200000" flipV="1">
                <a:off x="7665674" y="8232368"/>
                <a:ext cx="617936" cy="1"/>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4" name="Elbow Connector 284">
                <a:extLst>
                  <a:ext uri="{FF2B5EF4-FFF2-40B4-BE49-F238E27FC236}">
                    <a16:creationId xmlns:a16="http://schemas.microsoft.com/office/drawing/2014/main" id="{88F315A6-DF6C-E4E6-6ED0-8BDE9973010E}"/>
                  </a:ext>
                </a:extLst>
              </p:cNvPr>
              <p:cNvCxnSpPr>
                <a:cxnSpLocks/>
                <a:endCxn id="35" idx="2"/>
              </p:cNvCxnSpPr>
              <p:nvPr/>
            </p:nvCxnSpPr>
            <p:spPr>
              <a:xfrm rot="5400000" flipH="1" flipV="1">
                <a:off x="11428442" y="8110473"/>
                <a:ext cx="465149" cy="182397"/>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4" name="Rectangle 293">
                <a:extLst>
                  <a:ext uri="{FF2B5EF4-FFF2-40B4-BE49-F238E27FC236}">
                    <a16:creationId xmlns:a16="http://schemas.microsoft.com/office/drawing/2014/main" id="{EF9A97DA-9BAC-BE8C-49EC-8F1A36F4FEB9}"/>
                  </a:ext>
                </a:extLst>
              </p:cNvPr>
              <p:cNvSpPr/>
              <p:nvPr/>
            </p:nvSpPr>
            <p:spPr>
              <a:xfrm>
                <a:off x="8543368" y="6478924"/>
                <a:ext cx="1433915" cy="252872"/>
              </a:xfrm>
              <a:prstGeom prst="rect">
                <a:avLst/>
              </a:prstGeom>
              <a:noFill/>
              <a:ln w="12700" cap="flat">
                <a:solidFill>
                  <a:schemeClr val="accent4">
                    <a:lumMod val="40000"/>
                    <a:lumOff val="6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5" name="Rectangle 294">
                <a:extLst>
                  <a:ext uri="{FF2B5EF4-FFF2-40B4-BE49-F238E27FC236}">
                    <a16:creationId xmlns:a16="http://schemas.microsoft.com/office/drawing/2014/main" id="{F8E774D7-81F7-8C1A-18AF-6AF5EF1F7064}"/>
                  </a:ext>
                </a:extLst>
              </p:cNvPr>
              <p:cNvSpPr/>
              <p:nvPr/>
            </p:nvSpPr>
            <p:spPr>
              <a:xfrm>
                <a:off x="6931958" y="6485379"/>
                <a:ext cx="1433915" cy="275662"/>
              </a:xfrm>
              <a:prstGeom prst="rect">
                <a:avLst/>
              </a:prstGeom>
              <a:noFill/>
              <a:ln w="12700" cap="flat">
                <a:solidFill>
                  <a:schemeClr val="accent4">
                    <a:lumMod val="40000"/>
                    <a:lumOff val="6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6" name="TextBox 295">
                <a:extLst>
                  <a:ext uri="{FF2B5EF4-FFF2-40B4-BE49-F238E27FC236}">
                    <a16:creationId xmlns:a16="http://schemas.microsoft.com/office/drawing/2014/main" id="{FC1272BC-3876-297F-0568-698B0154E76A}"/>
                  </a:ext>
                </a:extLst>
              </p:cNvPr>
              <p:cNvSpPr txBox="1"/>
              <p:nvPr/>
            </p:nvSpPr>
            <p:spPr>
              <a:xfrm>
                <a:off x="6722943" y="6498889"/>
                <a:ext cx="1919115" cy="568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lang="en-US" sz="600" b="0" err="1">
                    <a:solidFill>
                      <a:schemeClr val="tx1"/>
                    </a:solidFill>
                  </a:rPr>
                  <a:t>reply_communication.Rmd</a:t>
                </a:r>
                <a:endParaRPr lang="en-US" sz="600" b="0">
                  <a:solidFill>
                    <a:schemeClr val="tx1"/>
                  </a:solidFill>
                </a:endParaRPr>
              </a:p>
              <a:p>
                <a:br>
                  <a:rPr lang="en-US"/>
                </a:br>
                <a:endPar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endParaRPr>
              </a:p>
            </p:txBody>
          </p:sp>
          <p:sp>
            <p:nvSpPr>
              <p:cNvPr id="297" name="TextBox 296">
                <a:extLst>
                  <a:ext uri="{FF2B5EF4-FFF2-40B4-BE49-F238E27FC236}">
                    <a16:creationId xmlns:a16="http://schemas.microsoft.com/office/drawing/2014/main" id="{9333147E-5880-1CB5-495C-9250B8E975FA}"/>
                  </a:ext>
                </a:extLst>
              </p:cNvPr>
              <p:cNvSpPr txBox="1"/>
              <p:nvPr/>
            </p:nvSpPr>
            <p:spPr>
              <a:xfrm>
                <a:off x="8297495" y="6510997"/>
                <a:ext cx="1919115" cy="2924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lang="en-US" sz="600" b="0">
                    <a:solidFill>
                      <a:schemeClr val="tx1"/>
                    </a:solidFill>
                  </a:rPr>
                  <a:t>dv8_showcase.Rmd</a:t>
                </a:r>
                <a:br>
                  <a:rPr lang="en-US" sz="600">
                    <a:solidFill>
                      <a:schemeClr val="tx1"/>
                    </a:solidFill>
                  </a:rPr>
                </a:br>
                <a:endParaRPr kumimoji="0" lang="en-US" sz="6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02" name="TextBox 301">
                <a:extLst>
                  <a:ext uri="{FF2B5EF4-FFF2-40B4-BE49-F238E27FC236}">
                    <a16:creationId xmlns:a16="http://schemas.microsoft.com/office/drawing/2014/main" id="{3B941434-7516-69BD-C06B-CC063D4376E1}"/>
                  </a:ext>
                </a:extLst>
              </p:cNvPr>
              <p:cNvSpPr txBox="1"/>
              <p:nvPr/>
            </p:nvSpPr>
            <p:spPr>
              <a:xfrm>
                <a:off x="8143101" y="4986943"/>
                <a:ext cx="2739449" cy="4212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err="1">
                    <a:solidFill>
                      <a:schemeClr val="tx1"/>
                    </a:solidFill>
                  </a:rPr>
                  <a:t>Gitlog_showcase.Rmd</a:t>
                </a:r>
                <a:br>
                  <a:rPr lang="en-US" dirty="0">
                    <a:solidFill>
                      <a:schemeClr val="tx1"/>
                    </a:solidFill>
                  </a:rPr>
                </a:br>
                <a:endParaRPr kumimoji="0" lang="en-US" b="0" i="0" u="none" strike="noStrike" cap="none" spc="0" normalizeH="0" baseline="0" dirty="0">
                  <a:ln>
                    <a:noFill/>
                  </a:ln>
                  <a:solidFill>
                    <a:schemeClr val="tx1"/>
                  </a:solidFill>
                  <a:effectLst/>
                  <a:uFillTx/>
                  <a:latin typeface="Source Sans Pro"/>
                  <a:ea typeface="Source Sans Pro"/>
                  <a:cs typeface="Source Sans Pro"/>
                  <a:sym typeface="Source Sans Pro"/>
                </a:endParaRPr>
              </a:p>
            </p:txBody>
          </p:sp>
          <p:sp>
            <p:nvSpPr>
              <p:cNvPr id="304" name="TextBox 303">
                <a:extLst>
                  <a:ext uri="{FF2B5EF4-FFF2-40B4-BE49-F238E27FC236}">
                    <a16:creationId xmlns:a16="http://schemas.microsoft.com/office/drawing/2014/main" id="{7FF824AC-AF08-6626-9787-FCF1B1E41392}"/>
                  </a:ext>
                </a:extLst>
              </p:cNvPr>
              <p:cNvSpPr txBox="1"/>
              <p:nvPr/>
            </p:nvSpPr>
            <p:spPr>
              <a:xfrm>
                <a:off x="6948945" y="6941787"/>
                <a:ext cx="3068195" cy="6131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err="1">
                    <a:solidFill>
                      <a:schemeClr val="tx1"/>
                    </a:solidFill>
                  </a:rPr>
                  <a:t>download_jira_issues.Rmd</a:t>
                </a:r>
                <a:endParaRPr lang="en-US" b="0">
                  <a:solidFill>
                    <a:schemeClr val="tx1"/>
                  </a:solidFill>
                </a:endParaRPr>
              </a:p>
              <a:p>
                <a:br>
                  <a:rPr lang="en-US"/>
                </a:br>
                <a:endParaRPr kumimoji="0" lang="en-US" b="0" i="0" u="none" strike="noStrike" cap="none" spc="0" normalizeH="0" baseline="0">
                  <a:ln>
                    <a:noFill/>
                  </a:ln>
                  <a:solidFill>
                    <a:schemeClr val="accent3">
                      <a:lumMod val="75000"/>
                    </a:schemeClr>
                  </a:solidFill>
                  <a:effectLst/>
                  <a:uFillTx/>
                  <a:latin typeface="Source Sans Pro"/>
                  <a:ea typeface="Source Sans Pro"/>
                  <a:cs typeface="Source Sans Pro"/>
                  <a:sym typeface="Source Sans Pro"/>
                </a:endParaRPr>
              </a:p>
            </p:txBody>
          </p:sp>
          <p:sp>
            <p:nvSpPr>
              <p:cNvPr id="306" name="TextBox 305">
                <a:extLst>
                  <a:ext uri="{FF2B5EF4-FFF2-40B4-BE49-F238E27FC236}">
                    <a16:creationId xmlns:a16="http://schemas.microsoft.com/office/drawing/2014/main" id="{ED7FF760-A7E5-14C2-BCA3-156B1DD519A5}"/>
                  </a:ext>
                </a:extLst>
              </p:cNvPr>
              <p:cNvSpPr txBox="1"/>
              <p:nvPr/>
            </p:nvSpPr>
            <p:spPr>
              <a:xfrm>
                <a:off x="10118362" y="6844107"/>
                <a:ext cx="1907402" cy="4212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err="1">
                    <a:solidFill>
                      <a:schemeClr val="tx1"/>
                    </a:solidFill>
                  </a:rPr>
                  <a:t>bug_count.Rmd</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32" name="Rectangle 331">
                <a:extLst>
                  <a:ext uri="{FF2B5EF4-FFF2-40B4-BE49-F238E27FC236}">
                    <a16:creationId xmlns:a16="http://schemas.microsoft.com/office/drawing/2014/main" id="{BF77B0F8-D481-7FC9-73D5-026493AE8883}"/>
                  </a:ext>
                </a:extLst>
              </p:cNvPr>
              <p:cNvSpPr/>
              <p:nvPr/>
            </p:nvSpPr>
            <p:spPr>
              <a:xfrm>
                <a:off x="6722943" y="4719722"/>
                <a:ext cx="6854714" cy="3542091"/>
              </a:xfrm>
              <a:prstGeom prst="rect">
                <a:avLst/>
              </a:prstGeom>
              <a:noFill/>
              <a:ln w="12700" cap="flat">
                <a:solidFill>
                  <a:schemeClr val="bg2">
                    <a:lumMod val="10000"/>
                  </a:schemeClr>
                </a:solidFill>
                <a:prstDash val="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sp>
        <p:nvSpPr>
          <p:cNvPr id="333" name="Basics">
            <a:extLst>
              <a:ext uri="{FF2B5EF4-FFF2-40B4-BE49-F238E27FC236}">
                <a16:creationId xmlns:a16="http://schemas.microsoft.com/office/drawing/2014/main" id="{372C3583-C7DE-2FE1-F10D-8F0511D37984}"/>
              </a:ext>
            </a:extLst>
          </p:cNvPr>
          <p:cNvSpPr txBox="1"/>
          <p:nvPr/>
        </p:nvSpPr>
        <p:spPr>
          <a:xfrm>
            <a:off x="9438949" y="2107520"/>
            <a:ext cx="442589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Inner Join within a Module (blue)</a:t>
            </a:r>
            <a:endParaRPr/>
          </a:p>
        </p:txBody>
      </p:sp>
      <p:sp>
        <p:nvSpPr>
          <p:cNvPr id="335" name="Line">
            <a:extLst>
              <a:ext uri="{FF2B5EF4-FFF2-40B4-BE49-F238E27FC236}">
                <a16:creationId xmlns:a16="http://schemas.microsoft.com/office/drawing/2014/main" id="{6B6B5043-FD4D-1321-1949-3533AE27B76B}"/>
              </a:ext>
            </a:extLst>
          </p:cNvPr>
          <p:cNvSpPr/>
          <p:nvPr/>
        </p:nvSpPr>
        <p:spPr>
          <a:xfrm flipV="1">
            <a:off x="9575855" y="2527900"/>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36" name="Use headers, colors, and/or backgrounds to separate or group together sections.">
            <a:extLst>
              <a:ext uri="{FF2B5EF4-FFF2-40B4-BE49-F238E27FC236}">
                <a16:creationId xmlns:a16="http://schemas.microsoft.com/office/drawing/2014/main" id="{38F143C1-06EE-A74D-206C-45BDA378302D}"/>
              </a:ext>
            </a:extLst>
          </p:cNvPr>
          <p:cNvSpPr txBox="1"/>
          <p:nvPr/>
        </p:nvSpPr>
        <p:spPr>
          <a:xfrm>
            <a:off x="9575855" y="2675643"/>
            <a:ext cx="3902839" cy="19383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Using the columns “</a:t>
            </a:r>
            <a:r>
              <a:rPr lang="en-US" b="0" err="1">
                <a:latin typeface="Source Sans Pro" panose="020B0503030403020204" pitchFamily="34" charset="0"/>
                <a:ea typeface="Source Sans Pro" panose="020B0503030403020204" pitchFamily="34" charset="0"/>
                <a:sym typeface="Source Sans Pro Light"/>
              </a:rPr>
              <a:t>author_name_email</a:t>
            </a:r>
            <a:r>
              <a:rPr lang="en-US" b="0">
                <a:latin typeface="Source Sans Pro" panose="020B0503030403020204" pitchFamily="34" charset="0"/>
                <a:ea typeface="Source Sans Pro" panose="020B0503030403020204" pitchFamily="34" charset="0"/>
                <a:sym typeface="Source Sans Pro Light"/>
              </a:rPr>
              <a:t>” and “</a:t>
            </a:r>
            <a:r>
              <a:rPr lang="en-US" b="0" err="1">
                <a:latin typeface="Source Sans Pro" panose="020B0503030403020204" pitchFamily="34" charset="0"/>
                <a:ea typeface="Source Sans Pro" panose="020B0503030403020204" pitchFamily="34" charset="0"/>
                <a:sym typeface="Source Sans Pro Light"/>
              </a:rPr>
              <a:t>identity_id</a:t>
            </a:r>
            <a:r>
              <a:rPr lang="en-US" b="0">
                <a:latin typeface="Source Sans Pro" panose="020B0503030403020204" pitchFamily="34" charset="0"/>
                <a:ea typeface="Source Sans Pro" panose="020B0503030403020204" pitchFamily="34" charset="0"/>
                <a:sym typeface="Source Sans Pro Light"/>
              </a:rPr>
              <a:t>”, “</a:t>
            </a:r>
            <a:r>
              <a:rPr lang="en-US" b="0" err="1">
                <a:latin typeface="Source Sans Pro" panose="020B0503030403020204" pitchFamily="34" charset="0"/>
                <a:ea typeface="Source Sans Pro" panose="020B0503030403020204" pitchFamily="34" charset="0"/>
                <a:sym typeface="Source Sans Pro Light"/>
              </a:rPr>
              <a:t>raw_name</a:t>
            </a:r>
            <a:r>
              <a:rPr lang="en-US" b="0">
                <a:latin typeface="Source Sans Pro" panose="020B0503030403020204" pitchFamily="34" charset="0"/>
                <a:ea typeface="Source Sans Pro" panose="020B0503030403020204" pitchFamily="34" charset="0"/>
                <a:sym typeface="Source Sans Pro Light"/>
              </a:rPr>
              <a:t>” can be extracted. This showcases joins ability create new columns also how joins can be used in the same module</a:t>
            </a:r>
            <a:br>
              <a:rPr lang="en-US" b="0">
                <a:latin typeface="Source Sans Pro" panose="020B0503030403020204" pitchFamily="34" charset="0"/>
                <a:ea typeface="Source Sans Pro" panose="020B0503030403020204" pitchFamily="34" charset="0"/>
                <a:sym typeface="Source Sans Pro Light"/>
              </a:rPr>
            </a:b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a:t>
            </a:r>
            <a:r>
              <a:rPr lang="en-US" b="0" err="1">
                <a:latin typeface="Source Sans Pro" panose="020B0503030403020204" pitchFamily="34" charset="0"/>
                <a:ea typeface="Source Sans Pro" panose="020B0503030403020204" pitchFamily="34" charset="0"/>
                <a:sym typeface="Source Sans Pro Light"/>
              </a:rPr>
              <a:t>file_pathname</a:t>
            </a:r>
            <a:r>
              <a:rPr lang="en-US" b="0">
                <a:latin typeface="Source Sans Pro" panose="020B0503030403020204" pitchFamily="34" charset="0"/>
                <a:ea typeface="Source Sans Pro" panose="020B0503030403020204" pitchFamily="34" charset="0"/>
                <a:sym typeface="Source Sans Pro Light"/>
              </a:rPr>
              <a:t>” is an example of a column that joins without a merge call. It joins the two tables in </a:t>
            </a:r>
            <a:r>
              <a:rPr lang="en-US" b="0" err="1">
                <a:latin typeface="Source Sans Pro" panose="020B0503030403020204" pitchFamily="34" charset="0"/>
                <a:ea typeface="Source Sans Pro" panose="020B0503030403020204" pitchFamily="34" charset="0"/>
                <a:sym typeface="Source Sans Pro Light"/>
              </a:rPr>
              <a:t>gitlog_showcase.Rmd</a:t>
            </a:r>
            <a:r>
              <a:rPr lang="en-US" b="0">
                <a:latin typeface="Source Sans Pro" panose="020B0503030403020204" pitchFamily="34" charset="0"/>
                <a:ea typeface="Source Sans Pro" panose="020B0503030403020204" pitchFamily="34" charset="0"/>
                <a:sym typeface="Source Sans Pro Light"/>
              </a:rPr>
              <a:t> to generate “</a:t>
            </a:r>
            <a:r>
              <a:rPr lang="en-US" b="0" err="1">
                <a:latin typeface="Source Sans Pro" panose="020B0503030403020204" pitchFamily="34" charset="0"/>
                <a:ea typeface="Source Sans Pro" panose="020B0503030403020204" pitchFamily="34" charset="0"/>
                <a:sym typeface="Source Sans Pro Light"/>
              </a:rPr>
              <a:t>commit_message_id</a:t>
            </a:r>
            <a:r>
              <a:rPr lang="en-US" b="0">
                <a:latin typeface="Source Sans Pro" panose="020B0503030403020204" pitchFamily="34" charset="0"/>
                <a:ea typeface="Source Sans Pro" panose="020B0503030403020204" pitchFamily="34" charset="0"/>
                <a:sym typeface="Source Sans Pro Light"/>
              </a:rPr>
              <a:t>”.</a:t>
            </a:r>
            <a:br>
              <a:rPr lang="en-US" b="0">
                <a:latin typeface="Source Sans Pro" panose="020B0503030403020204" pitchFamily="34" charset="0"/>
                <a:ea typeface="Source Sans Pro" panose="020B0503030403020204" pitchFamily="34" charset="0"/>
                <a:sym typeface="Source Sans Pro Light"/>
              </a:rPr>
            </a:br>
            <a:br>
              <a:rPr lang="en-US">
                <a:latin typeface="Source Sans Pro" panose="020B0503030403020204" pitchFamily="34" charset="0"/>
                <a:ea typeface="Source Sans Pro" panose="020B0503030403020204" pitchFamily="34" charset="0"/>
                <a:sym typeface="Source Sans Pro"/>
              </a:rPr>
            </a:br>
            <a:br>
              <a:rPr lang="en-US">
                <a:latin typeface="Source Sans Pro" panose="020B0503030403020204" pitchFamily="34" charset="0"/>
                <a:ea typeface="Source Sans Pro" panose="020B0503030403020204" pitchFamily="34" charset="0"/>
                <a:sym typeface="Source Sans Pro"/>
              </a:rPr>
            </a:br>
            <a:endParaRPr lang="en-US">
              <a:latin typeface="Source Sans Pro" panose="020B0503030403020204" pitchFamily="34" charset="0"/>
              <a:ea typeface="Source Sans Pro" panose="020B0503030403020204" pitchFamily="34" charset="0"/>
              <a:sym typeface="Source Sans Pro"/>
            </a:endParaRPr>
          </a:p>
        </p:txBody>
      </p:sp>
      <p:sp>
        <p:nvSpPr>
          <p:cNvPr id="337" name="Basics">
            <a:extLst>
              <a:ext uri="{FF2B5EF4-FFF2-40B4-BE49-F238E27FC236}">
                <a16:creationId xmlns:a16="http://schemas.microsoft.com/office/drawing/2014/main" id="{512F7611-F84C-5E47-2BEB-7E257001B23F}"/>
              </a:ext>
            </a:extLst>
          </p:cNvPr>
          <p:cNvSpPr txBox="1"/>
          <p:nvPr/>
        </p:nvSpPr>
        <p:spPr>
          <a:xfrm>
            <a:off x="9438949" y="4668471"/>
            <a:ext cx="436177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Inner Join different Module (red)</a:t>
            </a:r>
            <a:endParaRPr/>
          </a:p>
        </p:txBody>
      </p:sp>
      <p:sp>
        <p:nvSpPr>
          <p:cNvPr id="338" name="Use headers, colors, and/or backgrounds to separate or group together sections.">
            <a:extLst>
              <a:ext uri="{FF2B5EF4-FFF2-40B4-BE49-F238E27FC236}">
                <a16:creationId xmlns:a16="http://schemas.microsoft.com/office/drawing/2014/main" id="{1E759CF9-9443-BE31-A7DA-A6D23C384722}"/>
              </a:ext>
            </a:extLst>
          </p:cNvPr>
          <p:cNvSpPr txBox="1"/>
          <p:nvPr/>
        </p:nvSpPr>
        <p:spPr>
          <a:xfrm>
            <a:off x="9695252" y="5332067"/>
            <a:ext cx="3913285" cy="1273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a:t>
            </a:r>
            <a:r>
              <a:rPr lang="en-US" b="0" err="1">
                <a:latin typeface="Source Sans Pro" panose="020B0503030403020204" pitchFamily="34" charset="0"/>
                <a:ea typeface="Source Sans Pro" panose="020B0503030403020204" pitchFamily="34" charset="0"/>
                <a:sym typeface="Source Sans Pro Light"/>
              </a:rPr>
              <a:t>commit_message_id</a:t>
            </a:r>
            <a:r>
              <a:rPr lang="en-US" b="0">
                <a:latin typeface="Source Sans Pro" panose="020B0503030403020204" pitchFamily="34" charset="0"/>
                <a:ea typeface="Source Sans Pro" panose="020B0503030403020204" pitchFamily="34" charset="0"/>
                <a:sym typeface="Source Sans Pro Light"/>
              </a:rPr>
              <a:t>” from </a:t>
            </a:r>
            <a:r>
              <a:rPr lang="en-US">
                <a:latin typeface="Source Sans Pro" panose="020B0503030403020204" pitchFamily="34" charset="0"/>
                <a:ea typeface="Source Sans Pro" panose="020B0503030403020204" pitchFamily="34" charset="0"/>
                <a:sym typeface="Source Sans Pro Light"/>
              </a:rPr>
              <a:t>Gitlog and </a:t>
            </a:r>
            <a:r>
              <a:rPr lang="en-US" b="0">
                <a:latin typeface="Source Sans Pro" panose="020B0503030403020204" pitchFamily="34" charset="0"/>
                <a:ea typeface="Source Sans Pro" panose="020B0503030403020204" pitchFamily="34" charset="0"/>
                <a:sym typeface="Source Sans Pro Light"/>
              </a:rPr>
              <a:t>“</a:t>
            </a:r>
            <a:r>
              <a:rPr lang="en-US" b="0" err="1">
                <a:latin typeface="Source Sans Pro" panose="020B0503030403020204" pitchFamily="34" charset="0"/>
                <a:ea typeface="Source Sans Pro" panose="020B0503030403020204" pitchFamily="34" charset="0"/>
                <a:sym typeface="Source Sans Pro Light"/>
              </a:rPr>
              <a:t>issue_key</a:t>
            </a:r>
            <a:r>
              <a:rPr lang="en-US" b="0">
                <a:latin typeface="Source Sans Pro" panose="020B0503030403020204" pitchFamily="34" charset="0"/>
                <a:ea typeface="Source Sans Pro" panose="020B0503030403020204" pitchFamily="34" charset="0"/>
                <a:sym typeface="Source Sans Pro Light"/>
              </a:rPr>
              <a:t>” from </a:t>
            </a:r>
            <a:r>
              <a:rPr lang="en-US">
                <a:latin typeface="Source Sans Pro" panose="020B0503030403020204" pitchFamily="34" charset="0"/>
                <a:ea typeface="Source Sans Pro" panose="020B0503030403020204" pitchFamily="34" charset="0"/>
                <a:sym typeface="Source Sans Pro Light"/>
              </a:rPr>
              <a:t>Jira with </a:t>
            </a:r>
            <a:r>
              <a:rPr lang="en-US" b="0">
                <a:latin typeface="Source Sans Pro" panose="020B0503030403020204" pitchFamily="34" charset="0"/>
                <a:ea typeface="Source Sans Pro" panose="020B0503030403020204" pitchFamily="34" charset="0"/>
                <a:sym typeface="Source Sans Pro Light"/>
              </a:rPr>
              <a:t>an explicit merge can join the two modules together. This showcases that modules can interact and join with each other.</a:t>
            </a:r>
            <a:br>
              <a:rPr lang="en-US" b="0">
                <a:latin typeface="Source Sans Pro" panose="020B0503030403020204" pitchFamily="34" charset="0"/>
                <a:ea typeface="Source Sans Pro" panose="020B0503030403020204" pitchFamily="34" charset="0"/>
                <a:sym typeface="Source Sans Pro Light"/>
              </a:rPr>
            </a:br>
            <a:br>
              <a:rPr lang="en-US">
                <a:latin typeface="Source Sans Pro" panose="020B0503030403020204" pitchFamily="34" charset="0"/>
                <a:ea typeface="Source Sans Pro" panose="020B0503030403020204" pitchFamily="34" charset="0"/>
                <a:sym typeface="Source Sans Pro"/>
              </a:rPr>
            </a:br>
            <a:br>
              <a:rPr lang="en-US">
                <a:latin typeface="Source Sans Pro" panose="020B0503030403020204" pitchFamily="34" charset="0"/>
                <a:ea typeface="Source Sans Pro" panose="020B0503030403020204" pitchFamily="34" charset="0"/>
                <a:sym typeface="Source Sans Pro"/>
              </a:rPr>
            </a:br>
            <a:endParaRPr lang="en-US">
              <a:latin typeface="Source Sans Pro" panose="020B0503030403020204" pitchFamily="34" charset="0"/>
              <a:ea typeface="Source Sans Pro" panose="020B0503030403020204" pitchFamily="34" charset="0"/>
              <a:sym typeface="Source Sans Pro"/>
            </a:endParaRPr>
          </a:p>
        </p:txBody>
      </p:sp>
      <p:sp>
        <p:nvSpPr>
          <p:cNvPr id="339" name="Line">
            <a:extLst>
              <a:ext uri="{FF2B5EF4-FFF2-40B4-BE49-F238E27FC236}">
                <a16:creationId xmlns:a16="http://schemas.microsoft.com/office/drawing/2014/main" id="{F5E4D5E4-09EB-4B76-45D2-A20CC3431DFA}"/>
              </a:ext>
            </a:extLst>
          </p:cNvPr>
          <p:cNvSpPr/>
          <p:nvPr/>
        </p:nvSpPr>
        <p:spPr>
          <a:xfrm flipV="1">
            <a:off x="9575855" y="5097036"/>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9" name="Rectangle: Rounded Corners 58">
            <a:extLst>
              <a:ext uri="{FF2B5EF4-FFF2-40B4-BE49-F238E27FC236}">
                <a16:creationId xmlns:a16="http://schemas.microsoft.com/office/drawing/2014/main" id="{87264B12-B118-25A6-54A2-46D4CAC32036}"/>
              </a:ext>
            </a:extLst>
          </p:cNvPr>
          <p:cNvSpPr/>
          <p:nvPr/>
        </p:nvSpPr>
        <p:spPr>
          <a:xfrm>
            <a:off x="4353358" y="2155113"/>
            <a:ext cx="2015747" cy="1214611"/>
          </a:xfrm>
          <a:prstGeom prst="roundRect">
            <a:avLst/>
          </a:prstGeom>
          <a:noFill/>
          <a:ln w="12700" cap="flat">
            <a:solidFill>
              <a:schemeClr val="accent3">
                <a:lumMod val="9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1" name="Rectangle: Rounded Corners 60">
            <a:extLst>
              <a:ext uri="{FF2B5EF4-FFF2-40B4-BE49-F238E27FC236}">
                <a16:creationId xmlns:a16="http://schemas.microsoft.com/office/drawing/2014/main" id="{51807A25-6690-125C-C78F-F6500C676B9B}"/>
              </a:ext>
            </a:extLst>
          </p:cNvPr>
          <p:cNvSpPr/>
          <p:nvPr/>
        </p:nvSpPr>
        <p:spPr>
          <a:xfrm>
            <a:off x="6445691" y="2101379"/>
            <a:ext cx="2921948" cy="1876998"/>
          </a:xfrm>
          <a:prstGeom prst="roundRect">
            <a:avLst/>
          </a:prstGeom>
          <a:noFill/>
          <a:ln w="12700" cap="flat">
            <a:solidFill>
              <a:schemeClr val="accent3">
                <a:lumMod val="9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2" name="Rectangle: Rounded Corners 61">
            <a:extLst>
              <a:ext uri="{FF2B5EF4-FFF2-40B4-BE49-F238E27FC236}">
                <a16:creationId xmlns:a16="http://schemas.microsoft.com/office/drawing/2014/main" id="{27AAE35E-3054-42F9-3A9A-59B89A0D5A80}"/>
              </a:ext>
            </a:extLst>
          </p:cNvPr>
          <p:cNvSpPr/>
          <p:nvPr/>
        </p:nvSpPr>
        <p:spPr>
          <a:xfrm>
            <a:off x="4540195" y="8412049"/>
            <a:ext cx="2015747" cy="1260812"/>
          </a:xfrm>
          <a:prstGeom prst="roundRect">
            <a:avLst/>
          </a:prstGeom>
          <a:noFill/>
          <a:ln w="12700" cap="flat">
            <a:solidFill>
              <a:schemeClr val="accent3">
                <a:lumMod val="9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3" name="Rectangle: Rounded Corners 62">
            <a:extLst>
              <a:ext uri="{FF2B5EF4-FFF2-40B4-BE49-F238E27FC236}">
                <a16:creationId xmlns:a16="http://schemas.microsoft.com/office/drawing/2014/main" id="{61D047D2-F7B3-6291-768A-FA7B7C1DCA98}"/>
              </a:ext>
            </a:extLst>
          </p:cNvPr>
          <p:cNvSpPr/>
          <p:nvPr/>
        </p:nvSpPr>
        <p:spPr>
          <a:xfrm>
            <a:off x="6635990" y="8379146"/>
            <a:ext cx="2744919" cy="1445498"/>
          </a:xfrm>
          <a:prstGeom prst="roundRect">
            <a:avLst/>
          </a:prstGeom>
          <a:noFill/>
          <a:ln w="12700" cap="flat">
            <a:solidFill>
              <a:schemeClr val="accent3">
                <a:lumMod val="9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Tree>
    <p:extLst>
      <p:ext uri="{BB962C8B-B14F-4D97-AF65-F5344CB8AC3E}">
        <p14:creationId xmlns:p14="http://schemas.microsoft.com/office/powerpoint/2010/main" val="130875114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45AD7-78C1-172B-5F13-7F7C7D6EEE13}"/>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724EBE4F-266F-782B-43C2-4AC0137DDC4D}"/>
              </a:ext>
            </a:extLst>
          </p:cNvPr>
          <p:cNvPicPr>
            <a:picLocks noChangeAspect="1"/>
          </p:cNvPicPr>
          <p:nvPr/>
        </p:nvPicPr>
        <p:blipFill>
          <a:blip r:embed="rId3"/>
          <a:stretch>
            <a:fillRect/>
          </a:stretch>
        </p:blipFill>
        <p:spPr>
          <a:xfrm>
            <a:off x="8877250" y="-989841"/>
            <a:ext cx="5121226" cy="2990088"/>
          </a:xfrm>
          <a:prstGeom prst="rect">
            <a:avLst/>
          </a:prstGeom>
          <a:ln w="12700">
            <a:miter lim="400000"/>
          </a:ln>
        </p:spPr>
      </p:pic>
      <p:sp>
        <p:nvSpPr>
          <p:cNvPr id="312" name="Line">
            <a:extLst>
              <a:ext uri="{FF2B5EF4-FFF2-40B4-BE49-F238E27FC236}">
                <a16:creationId xmlns:a16="http://schemas.microsoft.com/office/drawing/2014/main" id="{164C1B41-727C-CEF3-F43F-B662C7998BE0}"/>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C827036A-EC7E-6E25-8644-DDF74CE04A04}"/>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61193CB0-1413-435C-CD27-C6864810945F}"/>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MySQL Workbench</a:t>
            </a:r>
            <a:r>
              <a:t>: : </a:t>
            </a:r>
            <a:r>
              <a:rPr sz="3300">
                <a:latin typeface="Source Sans Pro Semibold"/>
                <a:ea typeface="Source Sans Pro Semibold"/>
                <a:cs typeface="Source Sans Pro Semibold"/>
                <a:sym typeface="Source Sans Pro Semibold"/>
              </a:rPr>
              <a:t>CHEAT SHEET</a:t>
            </a:r>
            <a:r>
              <a:t> </a:t>
            </a:r>
          </a:p>
        </p:txBody>
      </p:sp>
      <p:sp>
        <p:nvSpPr>
          <p:cNvPr id="341" name="Use headers, colors, and/or backgrounds to separate or group together sections.">
            <a:extLst>
              <a:ext uri="{FF2B5EF4-FFF2-40B4-BE49-F238E27FC236}">
                <a16:creationId xmlns:a16="http://schemas.microsoft.com/office/drawing/2014/main" id="{09CFB069-E149-0BD8-DD87-1FB21EE0B4BD}"/>
              </a:ext>
            </a:extLst>
          </p:cNvPr>
          <p:cNvSpPr txBox="1"/>
          <p:nvPr/>
        </p:nvSpPr>
        <p:spPr>
          <a:xfrm>
            <a:off x="294779" y="1932476"/>
            <a:ext cx="3871127" cy="9412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err="1">
                <a:latin typeface="Source Sans Pro" panose="020B0503030403020204" pitchFamily="34" charset="0"/>
                <a:ea typeface="Source Sans Pro" panose="020B0503030403020204" pitchFamily="34" charset="0"/>
                <a:sym typeface="Source Sans Pro Light"/>
              </a:rPr>
              <a:t>Kaiaulu</a:t>
            </a:r>
            <a:r>
              <a:rPr lang="en-US" b="0">
                <a:latin typeface="Source Sans Pro" panose="020B0503030403020204" pitchFamily="34" charset="0"/>
                <a:ea typeface="Source Sans Pro" panose="020B0503030403020204" pitchFamily="34" charset="0"/>
                <a:sym typeface="Source Sans Pro Light"/>
              </a:rPr>
              <a:t> supports the download and analysis for multiple sources e.g. Gitlog, Jira, mailing lists. This cheat sheet covers how to efficiently to understand how data interacts internally and within different modules using an abstract example.</a:t>
            </a:r>
            <a:endParaRPr lang="en-US">
              <a:latin typeface="Source Sans Pro" panose="020B0503030403020204" pitchFamily="34" charset="0"/>
              <a:ea typeface="Source Sans Pro" panose="020B0503030403020204" pitchFamily="34" charset="0"/>
              <a:sym typeface="Source Sans Pro"/>
            </a:endParaRPr>
          </a:p>
        </p:txBody>
      </p:sp>
      <p:sp>
        <p:nvSpPr>
          <p:cNvPr id="384" name="Layout Suggestions">
            <a:extLst>
              <a:ext uri="{FF2B5EF4-FFF2-40B4-BE49-F238E27FC236}">
                <a16:creationId xmlns:a16="http://schemas.microsoft.com/office/drawing/2014/main" id="{57B0B771-A627-0B86-9E98-FE1F2AB7AE06}"/>
              </a:ext>
            </a:extLst>
          </p:cNvPr>
          <p:cNvSpPr txBox="1"/>
          <p:nvPr/>
        </p:nvSpPr>
        <p:spPr>
          <a:xfrm>
            <a:off x="250615" y="1435608"/>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p>
        </p:txBody>
      </p:sp>
      <p:pic>
        <p:nvPicPr>
          <p:cNvPr id="8" name="Picture 7" descr="A picture containing text&#10;&#10;Description automatically generated">
            <a:extLst>
              <a:ext uri="{FF2B5EF4-FFF2-40B4-BE49-F238E27FC236}">
                <a16:creationId xmlns:a16="http://schemas.microsoft.com/office/drawing/2014/main" id="{2DB0CE49-F052-AAE1-AD13-AF8840B0FA9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4" name="TextBox 3">
            <a:extLst>
              <a:ext uri="{FF2B5EF4-FFF2-40B4-BE49-F238E27FC236}">
                <a16:creationId xmlns:a16="http://schemas.microsoft.com/office/drawing/2014/main" id="{6C43E98E-2D3D-E142-F28C-1624B761F61B}"/>
              </a:ext>
            </a:extLst>
          </p:cNvPr>
          <p:cNvSpPr txBox="1"/>
          <p:nvPr/>
        </p:nvSpPr>
        <p:spPr>
          <a:xfrm>
            <a:off x="4838467" y="10304849"/>
            <a:ext cx="9809266"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5">
                  <a:extLst>
                    <a:ext uri="{A12FA001-AC4F-418D-AE19-62706E023703}">
                      <ahyp:hlinkClr xmlns:ahyp="http://schemas.microsoft.com/office/drawing/2018/hyperlinkcolor" val="tx"/>
                    </a:ext>
                  </a:extLst>
                </a:hlinkClick>
              </a:rPr>
              <a:t>CC BY SA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Ruben Jacobo, Waylon Ho, Carlos Paradis •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0.0.0.9600 (in development) •  Updated: 2026-4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14" name="Line">
            <a:extLst>
              <a:ext uri="{FF2B5EF4-FFF2-40B4-BE49-F238E27FC236}">
                <a16:creationId xmlns:a16="http://schemas.microsoft.com/office/drawing/2014/main" id="{732D69F6-683E-3F1F-2388-98265294A4EC}"/>
              </a:ext>
            </a:extLst>
          </p:cNvPr>
          <p:cNvSpPr/>
          <p:nvPr/>
        </p:nvSpPr>
        <p:spPr>
          <a:xfrm flipV="1">
            <a:off x="244656" y="1871506"/>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2" name="Rectangle: Rounded Corners 11">
            <a:extLst>
              <a:ext uri="{FF2B5EF4-FFF2-40B4-BE49-F238E27FC236}">
                <a16:creationId xmlns:a16="http://schemas.microsoft.com/office/drawing/2014/main" id="{1BBEB9E9-FC4F-F365-A917-754CFE462CFB}"/>
              </a:ext>
            </a:extLst>
          </p:cNvPr>
          <p:cNvSpPr/>
          <p:nvPr/>
        </p:nvSpPr>
        <p:spPr>
          <a:xfrm>
            <a:off x="5980527" y="2089455"/>
            <a:ext cx="1107559" cy="465962"/>
          </a:xfrm>
          <a:prstGeom prst="roundRect">
            <a:avLst/>
          </a:prstGeom>
          <a:noFill/>
          <a:ln w="12700" cap="flat">
            <a:solidFill>
              <a:schemeClr val="accent3">
                <a:lumMod val="9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5" name="TextBox 14">
            <a:extLst>
              <a:ext uri="{FF2B5EF4-FFF2-40B4-BE49-F238E27FC236}">
                <a16:creationId xmlns:a16="http://schemas.microsoft.com/office/drawing/2014/main" id="{71704FD1-405D-16CC-F75E-C6792BDCAC8A}"/>
              </a:ext>
            </a:extLst>
          </p:cNvPr>
          <p:cNvSpPr txBox="1"/>
          <p:nvPr/>
        </p:nvSpPr>
        <p:spPr>
          <a:xfrm>
            <a:off x="4252343" y="5451703"/>
            <a:ext cx="191095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rPr>
              <a:t>Module B</a:t>
            </a:r>
          </a:p>
        </p:txBody>
      </p:sp>
      <p:sp>
        <p:nvSpPr>
          <p:cNvPr id="36" name="Layout Suggestions">
            <a:extLst>
              <a:ext uri="{FF2B5EF4-FFF2-40B4-BE49-F238E27FC236}">
                <a16:creationId xmlns:a16="http://schemas.microsoft.com/office/drawing/2014/main" id="{2ADB47D3-4932-D5FC-2AA4-71149484907E}"/>
              </a:ext>
            </a:extLst>
          </p:cNvPr>
          <p:cNvSpPr txBox="1"/>
          <p:nvPr/>
        </p:nvSpPr>
        <p:spPr>
          <a:xfrm>
            <a:off x="4664490" y="1488598"/>
            <a:ext cx="4176054"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Layer Workflow Overview</a:t>
            </a:r>
          </a:p>
        </p:txBody>
      </p:sp>
      <p:sp>
        <p:nvSpPr>
          <p:cNvPr id="42" name="Rectangle 41">
            <a:extLst>
              <a:ext uri="{FF2B5EF4-FFF2-40B4-BE49-F238E27FC236}">
                <a16:creationId xmlns:a16="http://schemas.microsoft.com/office/drawing/2014/main" id="{95CB680F-3B0B-62DC-FC7E-361E534BF5A4}"/>
              </a:ext>
            </a:extLst>
          </p:cNvPr>
          <p:cNvSpPr/>
          <p:nvPr/>
        </p:nvSpPr>
        <p:spPr>
          <a:xfrm>
            <a:off x="5245311" y="3988367"/>
            <a:ext cx="795540" cy="257939"/>
          </a:xfrm>
          <a:prstGeom prst="rect">
            <a:avLst/>
          </a:prstGeom>
          <a:solidFill>
            <a:srgbClr val="C8D6C2"/>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a:solidFill>
                  <a:srgbClr val="000000"/>
                </a:solidFill>
              </a:rPr>
              <a:t>Table B</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 name="Rectangle 42">
            <a:extLst>
              <a:ext uri="{FF2B5EF4-FFF2-40B4-BE49-F238E27FC236}">
                <a16:creationId xmlns:a16="http://schemas.microsoft.com/office/drawing/2014/main" id="{26F13524-ECDA-69F9-6348-E7709F89803F}"/>
              </a:ext>
            </a:extLst>
          </p:cNvPr>
          <p:cNvSpPr/>
          <p:nvPr/>
        </p:nvSpPr>
        <p:spPr>
          <a:xfrm>
            <a:off x="6870727" y="3980289"/>
            <a:ext cx="795540" cy="257939"/>
          </a:xfrm>
          <a:prstGeom prst="rect">
            <a:avLst/>
          </a:prstGeom>
          <a:solidFill>
            <a:srgbClr val="C8D6C2"/>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a:solidFill>
                  <a:srgbClr val="000000"/>
                </a:solidFill>
              </a:rPr>
              <a:t>Table C</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5" name="Elbow Connector 284">
            <a:extLst>
              <a:ext uri="{FF2B5EF4-FFF2-40B4-BE49-F238E27FC236}">
                <a16:creationId xmlns:a16="http://schemas.microsoft.com/office/drawing/2014/main" id="{B084458A-68C9-C36E-5829-E889E0EAB64F}"/>
              </a:ext>
            </a:extLst>
          </p:cNvPr>
          <p:cNvCxnSpPr>
            <a:cxnSpLocks/>
            <a:stCxn id="12" idx="2"/>
            <a:endCxn id="42" idx="0"/>
          </p:cNvCxnSpPr>
          <p:nvPr/>
        </p:nvCxnSpPr>
        <p:spPr>
          <a:xfrm rot="5400000">
            <a:off x="5372219" y="2826279"/>
            <a:ext cx="1432950" cy="891226"/>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63" name="Rectangle: Rounded Corners 462">
            <a:extLst>
              <a:ext uri="{FF2B5EF4-FFF2-40B4-BE49-F238E27FC236}">
                <a16:creationId xmlns:a16="http://schemas.microsoft.com/office/drawing/2014/main" id="{94F2C828-910C-8173-B775-070BAC5D08CE}"/>
              </a:ext>
            </a:extLst>
          </p:cNvPr>
          <p:cNvSpPr/>
          <p:nvPr/>
        </p:nvSpPr>
        <p:spPr>
          <a:xfrm>
            <a:off x="6023802" y="4980878"/>
            <a:ext cx="1061841" cy="465962"/>
          </a:xfrm>
          <a:prstGeom prst="roundRect">
            <a:avLst/>
          </a:prstGeom>
          <a:noFill/>
          <a:ln w="12700" cap="flat">
            <a:solidFill>
              <a:schemeClr val="accent3">
                <a:lumMod val="9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6" name="TextBox 465">
            <a:extLst>
              <a:ext uri="{FF2B5EF4-FFF2-40B4-BE49-F238E27FC236}">
                <a16:creationId xmlns:a16="http://schemas.microsoft.com/office/drawing/2014/main" id="{DED36E0B-38DB-B2DF-838A-ACACD098684A}"/>
              </a:ext>
            </a:extLst>
          </p:cNvPr>
          <p:cNvSpPr txBox="1"/>
          <p:nvPr/>
        </p:nvSpPr>
        <p:spPr>
          <a:xfrm>
            <a:off x="5578826" y="5067241"/>
            <a:ext cx="191095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pPr algn="ctr"/>
            <a:r>
              <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rPr>
              <a:t>Notebook B</a:t>
            </a:r>
          </a:p>
        </p:txBody>
      </p:sp>
      <p:sp>
        <p:nvSpPr>
          <p:cNvPr id="468" name="Rectangle 467">
            <a:extLst>
              <a:ext uri="{FF2B5EF4-FFF2-40B4-BE49-F238E27FC236}">
                <a16:creationId xmlns:a16="http://schemas.microsoft.com/office/drawing/2014/main" id="{3410B760-F22C-E441-A943-DA18E6370A94}"/>
              </a:ext>
            </a:extLst>
          </p:cNvPr>
          <p:cNvSpPr/>
          <p:nvPr/>
        </p:nvSpPr>
        <p:spPr>
          <a:xfrm>
            <a:off x="5213570" y="6614140"/>
            <a:ext cx="795540" cy="257939"/>
          </a:xfrm>
          <a:prstGeom prst="rect">
            <a:avLst/>
          </a:prstGeom>
          <a:solidFill>
            <a:srgbClr val="C8D6C2"/>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a:solidFill>
                  <a:srgbClr val="000000"/>
                </a:solidFill>
              </a:rPr>
              <a:t>Table D</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9" name="Rectangle 468">
            <a:extLst>
              <a:ext uri="{FF2B5EF4-FFF2-40B4-BE49-F238E27FC236}">
                <a16:creationId xmlns:a16="http://schemas.microsoft.com/office/drawing/2014/main" id="{34A5DA9B-5EC1-57D6-6814-5D07130A6E28}"/>
              </a:ext>
            </a:extLst>
          </p:cNvPr>
          <p:cNvSpPr/>
          <p:nvPr/>
        </p:nvSpPr>
        <p:spPr>
          <a:xfrm>
            <a:off x="6156951" y="6593207"/>
            <a:ext cx="795540" cy="257939"/>
          </a:xfrm>
          <a:prstGeom prst="rect">
            <a:avLst/>
          </a:prstGeom>
          <a:solidFill>
            <a:srgbClr val="C8D6C2"/>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a:solidFill>
                  <a:srgbClr val="000000"/>
                </a:solidFill>
              </a:rPr>
              <a:t>Table E</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70" name="Elbow Connector 284">
            <a:extLst>
              <a:ext uri="{FF2B5EF4-FFF2-40B4-BE49-F238E27FC236}">
                <a16:creationId xmlns:a16="http://schemas.microsoft.com/office/drawing/2014/main" id="{A74F8DBD-DDB7-FA2F-3442-0AF5089B06E2}"/>
              </a:ext>
            </a:extLst>
          </p:cNvPr>
          <p:cNvCxnSpPr>
            <a:cxnSpLocks/>
            <a:stCxn id="463" idx="2"/>
            <a:endCxn id="468" idx="0"/>
          </p:cNvCxnSpPr>
          <p:nvPr/>
        </p:nvCxnSpPr>
        <p:spPr>
          <a:xfrm rot="5400000">
            <a:off x="5499382" y="5558799"/>
            <a:ext cx="1167300" cy="943383"/>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71" name="Elbow Connector 284">
            <a:extLst>
              <a:ext uri="{FF2B5EF4-FFF2-40B4-BE49-F238E27FC236}">
                <a16:creationId xmlns:a16="http://schemas.microsoft.com/office/drawing/2014/main" id="{08A4DBB0-B525-0648-5B16-AE1E953B6CD5}"/>
              </a:ext>
            </a:extLst>
          </p:cNvPr>
          <p:cNvCxnSpPr>
            <a:cxnSpLocks/>
            <a:stCxn id="463" idx="2"/>
            <a:endCxn id="469" idx="0"/>
          </p:cNvCxnSpPr>
          <p:nvPr/>
        </p:nvCxnSpPr>
        <p:spPr>
          <a:xfrm rot="5400000">
            <a:off x="5981539" y="6020022"/>
            <a:ext cx="1146367" cy="2"/>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96" name="Rectangle 495">
            <a:extLst>
              <a:ext uri="{FF2B5EF4-FFF2-40B4-BE49-F238E27FC236}">
                <a16:creationId xmlns:a16="http://schemas.microsoft.com/office/drawing/2014/main" id="{4972E296-6B6E-4D39-4ABA-279FD4B84C68}"/>
              </a:ext>
            </a:extLst>
          </p:cNvPr>
          <p:cNvSpPr/>
          <p:nvPr/>
        </p:nvSpPr>
        <p:spPr>
          <a:xfrm>
            <a:off x="4911955" y="3008140"/>
            <a:ext cx="3291065" cy="1661768"/>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59" name="Elbow Connector 284">
            <a:extLst>
              <a:ext uri="{FF2B5EF4-FFF2-40B4-BE49-F238E27FC236}">
                <a16:creationId xmlns:a16="http://schemas.microsoft.com/office/drawing/2014/main" id="{606E690E-CEA1-0A72-9755-53DEB1DECD48}"/>
              </a:ext>
            </a:extLst>
          </p:cNvPr>
          <p:cNvCxnSpPr>
            <a:cxnSpLocks/>
            <a:stCxn id="42" idx="3"/>
            <a:endCxn id="43" idx="1"/>
          </p:cNvCxnSpPr>
          <p:nvPr/>
        </p:nvCxnSpPr>
        <p:spPr>
          <a:xfrm flipV="1">
            <a:off x="6040851" y="4109259"/>
            <a:ext cx="829876" cy="8078"/>
          </a:xfrm>
          <a:prstGeom prst="bentConnector3">
            <a:avLst>
              <a:gd name="adj1" fmla="val 50000"/>
            </a:avLst>
          </a:prstGeom>
          <a:noFill/>
          <a:ln w="25400" cap="flat">
            <a:solidFill>
              <a:schemeClr val="accent3"/>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3" name="Elbow Connector 284">
            <a:extLst>
              <a:ext uri="{FF2B5EF4-FFF2-40B4-BE49-F238E27FC236}">
                <a16:creationId xmlns:a16="http://schemas.microsoft.com/office/drawing/2014/main" id="{4C87B5F1-A2EE-B1A9-C0A8-B9E8C24518C9}"/>
              </a:ext>
            </a:extLst>
          </p:cNvPr>
          <p:cNvCxnSpPr>
            <a:cxnSpLocks/>
            <a:stCxn id="43" idx="2"/>
            <a:endCxn id="327" idx="0"/>
          </p:cNvCxnSpPr>
          <p:nvPr/>
        </p:nvCxnSpPr>
        <p:spPr>
          <a:xfrm rot="5400000">
            <a:off x="5761965" y="5736478"/>
            <a:ext cx="3004782" cy="8282"/>
          </a:xfrm>
          <a:prstGeom prst="bentConnector3">
            <a:avLst>
              <a:gd name="adj1" fmla="val 50000"/>
            </a:avLst>
          </a:prstGeom>
          <a:noFill/>
          <a:ln w="25400" cap="flat">
            <a:solidFill>
              <a:schemeClr val="accent5"/>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79" name="Rectangle: Diagonal Corners Snipped 278">
            <a:extLst>
              <a:ext uri="{FF2B5EF4-FFF2-40B4-BE49-F238E27FC236}">
                <a16:creationId xmlns:a16="http://schemas.microsoft.com/office/drawing/2014/main" id="{41C10A32-5447-1CF4-2FF9-62182C926390}"/>
              </a:ext>
            </a:extLst>
          </p:cNvPr>
          <p:cNvSpPr/>
          <p:nvPr/>
        </p:nvSpPr>
        <p:spPr>
          <a:xfrm>
            <a:off x="5010898" y="8259376"/>
            <a:ext cx="3046819" cy="1201146"/>
          </a:xfrm>
          <a:prstGeom prst="snip2DiagRect">
            <a:avLst/>
          </a:prstGeom>
          <a:noFill/>
          <a:ln w="12700" cap="flat">
            <a:solidFill>
              <a:schemeClr val="accent1">
                <a:lumMod val="40000"/>
                <a:lumOff val="6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0" name="Rectangle 279">
            <a:extLst>
              <a:ext uri="{FF2B5EF4-FFF2-40B4-BE49-F238E27FC236}">
                <a16:creationId xmlns:a16="http://schemas.microsoft.com/office/drawing/2014/main" id="{9DF0E7D9-7765-9337-D52F-B0DF28FF14DA}"/>
              </a:ext>
            </a:extLst>
          </p:cNvPr>
          <p:cNvSpPr/>
          <p:nvPr/>
        </p:nvSpPr>
        <p:spPr>
          <a:xfrm>
            <a:off x="5619911" y="8802418"/>
            <a:ext cx="795540" cy="257939"/>
          </a:xfrm>
          <a:prstGeom prst="rect">
            <a:avLst/>
          </a:prstGeom>
          <a:solidFill>
            <a:schemeClr val="accent1">
              <a:lumMod val="20000"/>
              <a:lumOff val="80000"/>
            </a:schemeClr>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a:solidFill>
                  <a:srgbClr val="000000"/>
                </a:solidFill>
              </a:rPr>
              <a:t>Node</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2" name="Rectangle 281">
            <a:extLst>
              <a:ext uri="{FF2B5EF4-FFF2-40B4-BE49-F238E27FC236}">
                <a16:creationId xmlns:a16="http://schemas.microsoft.com/office/drawing/2014/main" id="{7E55A6C9-E0DD-1225-ABD8-416E5C710812}"/>
              </a:ext>
            </a:extLst>
          </p:cNvPr>
          <p:cNvSpPr/>
          <p:nvPr/>
        </p:nvSpPr>
        <p:spPr>
          <a:xfrm>
            <a:off x="6895472" y="8816907"/>
            <a:ext cx="795540" cy="257939"/>
          </a:xfrm>
          <a:prstGeom prst="rect">
            <a:avLst/>
          </a:prstGeom>
          <a:solidFill>
            <a:schemeClr val="accent1">
              <a:lumMod val="20000"/>
              <a:lumOff val="80000"/>
            </a:schemeClr>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rPr>
              <a:t>Edge</a:t>
            </a:r>
          </a:p>
        </p:txBody>
      </p:sp>
      <p:cxnSp>
        <p:nvCxnSpPr>
          <p:cNvPr id="283" name="Elbow Connector 284">
            <a:extLst>
              <a:ext uri="{FF2B5EF4-FFF2-40B4-BE49-F238E27FC236}">
                <a16:creationId xmlns:a16="http://schemas.microsoft.com/office/drawing/2014/main" id="{091DF6DE-B6AA-B0E3-7E96-55AC63EF3C13}"/>
              </a:ext>
            </a:extLst>
          </p:cNvPr>
          <p:cNvCxnSpPr>
            <a:cxnSpLocks/>
            <a:stCxn id="468" idx="2"/>
            <a:endCxn id="280" idx="0"/>
          </p:cNvCxnSpPr>
          <p:nvPr/>
        </p:nvCxnSpPr>
        <p:spPr>
          <a:xfrm rot="16200000" flipH="1">
            <a:off x="4849341" y="7634077"/>
            <a:ext cx="1930339" cy="406341"/>
          </a:xfrm>
          <a:prstGeom prst="bentConnector3">
            <a:avLst>
              <a:gd name="adj1" fmla="val 50000"/>
            </a:avLst>
          </a:prstGeom>
          <a:noFill/>
          <a:ln w="25400" cap="flat">
            <a:solidFill>
              <a:srgbClr val="0070C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8" name="Elbow Connector 284">
            <a:extLst>
              <a:ext uri="{FF2B5EF4-FFF2-40B4-BE49-F238E27FC236}">
                <a16:creationId xmlns:a16="http://schemas.microsoft.com/office/drawing/2014/main" id="{9E65BE5E-74BF-30CE-35EC-E9F6DF7D8432}"/>
              </a:ext>
            </a:extLst>
          </p:cNvPr>
          <p:cNvCxnSpPr>
            <a:cxnSpLocks/>
            <a:stCxn id="468" idx="2"/>
            <a:endCxn id="282" idx="0"/>
          </p:cNvCxnSpPr>
          <p:nvPr/>
        </p:nvCxnSpPr>
        <p:spPr>
          <a:xfrm rot="16200000" flipH="1">
            <a:off x="5479877" y="7003542"/>
            <a:ext cx="1944828" cy="1681902"/>
          </a:xfrm>
          <a:prstGeom prst="bentConnector3">
            <a:avLst>
              <a:gd name="adj1" fmla="val 50000"/>
            </a:avLst>
          </a:prstGeom>
          <a:noFill/>
          <a:ln w="25400" cap="flat">
            <a:solidFill>
              <a:srgbClr val="0070C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9" name="TextBox 298">
            <a:extLst>
              <a:ext uri="{FF2B5EF4-FFF2-40B4-BE49-F238E27FC236}">
                <a16:creationId xmlns:a16="http://schemas.microsoft.com/office/drawing/2014/main" id="{AD743BCB-3EF9-CAF0-3444-C4408DB356D7}"/>
              </a:ext>
            </a:extLst>
          </p:cNvPr>
          <p:cNvSpPr txBox="1"/>
          <p:nvPr/>
        </p:nvSpPr>
        <p:spPr>
          <a:xfrm>
            <a:off x="5565492" y="2171726"/>
            <a:ext cx="191095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rPr>
              <a:t>Notebook A</a:t>
            </a:r>
          </a:p>
        </p:txBody>
      </p:sp>
      <p:sp>
        <p:nvSpPr>
          <p:cNvPr id="300" name="TextBox 299">
            <a:extLst>
              <a:ext uri="{FF2B5EF4-FFF2-40B4-BE49-F238E27FC236}">
                <a16:creationId xmlns:a16="http://schemas.microsoft.com/office/drawing/2014/main" id="{3DA911CC-9663-DDAE-C14B-C334E4C1326D}"/>
              </a:ext>
            </a:extLst>
          </p:cNvPr>
          <p:cNvSpPr txBox="1"/>
          <p:nvPr/>
        </p:nvSpPr>
        <p:spPr>
          <a:xfrm>
            <a:off x="4258090" y="2629737"/>
            <a:ext cx="191095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rPr>
              <a:t>Module A</a:t>
            </a:r>
          </a:p>
        </p:txBody>
      </p:sp>
      <p:sp>
        <p:nvSpPr>
          <p:cNvPr id="301" name="TextBox 300">
            <a:extLst>
              <a:ext uri="{FF2B5EF4-FFF2-40B4-BE49-F238E27FC236}">
                <a16:creationId xmlns:a16="http://schemas.microsoft.com/office/drawing/2014/main" id="{0181D579-9C62-08BE-DA39-6B34CA597030}"/>
              </a:ext>
            </a:extLst>
          </p:cNvPr>
          <p:cNvSpPr txBox="1"/>
          <p:nvPr/>
        </p:nvSpPr>
        <p:spPr>
          <a:xfrm>
            <a:off x="4315267" y="7927293"/>
            <a:ext cx="191095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lang="en-US" b="0">
                <a:solidFill>
                  <a:schemeClr val="bg2">
                    <a:lumMod val="10000"/>
                  </a:schemeClr>
                </a:solidFill>
              </a:rPr>
              <a:t>G</a:t>
            </a:r>
            <a:r>
              <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rPr>
              <a:t>raph</a:t>
            </a:r>
          </a:p>
        </p:txBody>
      </p:sp>
      <p:sp>
        <p:nvSpPr>
          <p:cNvPr id="310" name="Line">
            <a:extLst>
              <a:ext uri="{FF2B5EF4-FFF2-40B4-BE49-F238E27FC236}">
                <a16:creationId xmlns:a16="http://schemas.microsoft.com/office/drawing/2014/main" id="{E3BE04CE-6C4D-0220-C2F0-2540320D4DD5}"/>
              </a:ext>
            </a:extLst>
          </p:cNvPr>
          <p:cNvSpPr/>
          <p:nvPr/>
        </p:nvSpPr>
        <p:spPr>
          <a:xfrm flipV="1">
            <a:off x="4664490" y="1869952"/>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1" name="Basics">
            <a:extLst>
              <a:ext uri="{FF2B5EF4-FFF2-40B4-BE49-F238E27FC236}">
                <a16:creationId xmlns:a16="http://schemas.microsoft.com/office/drawing/2014/main" id="{6CD278FD-F4A5-00D8-E9DD-69D86264CB8D}"/>
              </a:ext>
            </a:extLst>
          </p:cNvPr>
          <p:cNvSpPr txBox="1"/>
          <p:nvPr/>
        </p:nvSpPr>
        <p:spPr>
          <a:xfrm>
            <a:off x="235942" y="3208093"/>
            <a:ext cx="149079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Notebooks</a:t>
            </a:r>
            <a:endParaRPr/>
          </a:p>
        </p:txBody>
      </p:sp>
      <p:sp>
        <p:nvSpPr>
          <p:cNvPr id="314" name="Line">
            <a:extLst>
              <a:ext uri="{FF2B5EF4-FFF2-40B4-BE49-F238E27FC236}">
                <a16:creationId xmlns:a16="http://schemas.microsoft.com/office/drawing/2014/main" id="{3DD1868F-485E-1AB8-594E-4639F5B1E25A}"/>
              </a:ext>
            </a:extLst>
          </p:cNvPr>
          <p:cNvSpPr/>
          <p:nvPr/>
        </p:nvSpPr>
        <p:spPr>
          <a:xfrm flipV="1">
            <a:off x="273992" y="3614255"/>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5" name="Use headers, colors, and/or backgrounds to separate or group together sections.">
            <a:extLst>
              <a:ext uri="{FF2B5EF4-FFF2-40B4-BE49-F238E27FC236}">
                <a16:creationId xmlns:a16="http://schemas.microsoft.com/office/drawing/2014/main" id="{4F7CF182-FC95-6BDF-D909-F9529E3F9444}"/>
              </a:ext>
            </a:extLst>
          </p:cNvPr>
          <p:cNvSpPr txBox="1"/>
          <p:nvPr/>
        </p:nvSpPr>
        <p:spPr>
          <a:xfrm>
            <a:off x="273992" y="3732747"/>
            <a:ext cx="3913284" cy="10335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r>
              <a:rPr lang="en-US" b="0"/>
              <a:t>Notebooks showcase the creation of table or data frame. Inside the rounded rectangles are examples of the code that creates a table. A notebook can create more than one or more table/s. </a:t>
            </a:r>
            <a:br>
              <a:rPr lang="en-US"/>
            </a:br>
            <a:endParaRPr lang="en-US">
              <a:latin typeface="Source Sans Pro" panose="020B0503030403020204" pitchFamily="34" charset="0"/>
              <a:ea typeface="Source Sans Pro" panose="020B0503030403020204" pitchFamily="34" charset="0"/>
              <a:sym typeface="Source Sans Pro"/>
            </a:endParaRPr>
          </a:p>
        </p:txBody>
      </p:sp>
      <p:sp>
        <p:nvSpPr>
          <p:cNvPr id="316" name="Basics">
            <a:extLst>
              <a:ext uri="{FF2B5EF4-FFF2-40B4-BE49-F238E27FC236}">
                <a16:creationId xmlns:a16="http://schemas.microsoft.com/office/drawing/2014/main" id="{9512B00A-EC8E-3188-8372-1436819E6972}"/>
              </a:ext>
            </a:extLst>
          </p:cNvPr>
          <p:cNvSpPr txBox="1"/>
          <p:nvPr/>
        </p:nvSpPr>
        <p:spPr>
          <a:xfrm>
            <a:off x="273992" y="4550287"/>
            <a:ext cx="115897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Modules</a:t>
            </a:r>
            <a:endParaRPr/>
          </a:p>
        </p:txBody>
      </p:sp>
      <p:sp>
        <p:nvSpPr>
          <p:cNvPr id="317" name="Line">
            <a:extLst>
              <a:ext uri="{FF2B5EF4-FFF2-40B4-BE49-F238E27FC236}">
                <a16:creationId xmlns:a16="http://schemas.microsoft.com/office/drawing/2014/main" id="{D8942310-F267-B142-99A9-F3A9863B8213}"/>
              </a:ext>
            </a:extLst>
          </p:cNvPr>
          <p:cNvSpPr/>
          <p:nvPr/>
        </p:nvSpPr>
        <p:spPr>
          <a:xfrm flipV="1">
            <a:off x="244656" y="4949362"/>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8" name="Use headers, colors, and/or backgrounds to separate or group together sections.">
            <a:extLst>
              <a:ext uri="{FF2B5EF4-FFF2-40B4-BE49-F238E27FC236}">
                <a16:creationId xmlns:a16="http://schemas.microsoft.com/office/drawing/2014/main" id="{06277C84-5C5F-F0A6-485D-77C02F4B695C}"/>
              </a:ext>
            </a:extLst>
          </p:cNvPr>
          <p:cNvSpPr txBox="1"/>
          <p:nvPr/>
        </p:nvSpPr>
        <p:spPr>
          <a:xfrm>
            <a:off x="306475" y="5092740"/>
            <a:ext cx="3871128"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Inside the dotted box are the modules. They are grouped by date source, so they contain many different tables.</a:t>
            </a:r>
            <a:endParaRPr lang="en-US">
              <a:latin typeface="Source Sans Pro" panose="020B0503030403020204" pitchFamily="34" charset="0"/>
              <a:ea typeface="Source Sans Pro" panose="020B0503030403020204" pitchFamily="34" charset="0"/>
              <a:sym typeface="Source Sans Pro"/>
            </a:endParaRPr>
          </a:p>
        </p:txBody>
      </p:sp>
      <p:sp>
        <p:nvSpPr>
          <p:cNvPr id="320" name="Basics">
            <a:extLst>
              <a:ext uri="{FF2B5EF4-FFF2-40B4-BE49-F238E27FC236}">
                <a16:creationId xmlns:a16="http://schemas.microsoft.com/office/drawing/2014/main" id="{3263ADC9-45C9-67F0-6930-50F482EF274F}"/>
              </a:ext>
            </a:extLst>
          </p:cNvPr>
          <p:cNvSpPr txBox="1"/>
          <p:nvPr/>
        </p:nvSpPr>
        <p:spPr>
          <a:xfrm>
            <a:off x="306475" y="5644447"/>
            <a:ext cx="91210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Tables</a:t>
            </a:r>
            <a:endParaRPr/>
          </a:p>
        </p:txBody>
      </p:sp>
      <p:sp>
        <p:nvSpPr>
          <p:cNvPr id="321" name="Line">
            <a:extLst>
              <a:ext uri="{FF2B5EF4-FFF2-40B4-BE49-F238E27FC236}">
                <a16:creationId xmlns:a16="http://schemas.microsoft.com/office/drawing/2014/main" id="{9A2E9B9E-DCC4-F030-2256-AF48722B83C3}"/>
              </a:ext>
            </a:extLst>
          </p:cNvPr>
          <p:cNvSpPr/>
          <p:nvPr/>
        </p:nvSpPr>
        <p:spPr>
          <a:xfrm flipV="1">
            <a:off x="250615" y="6135969"/>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22" name="Use headers, colors, and/or backgrounds to separate or group together sections.">
            <a:extLst>
              <a:ext uri="{FF2B5EF4-FFF2-40B4-BE49-F238E27FC236}">
                <a16:creationId xmlns:a16="http://schemas.microsoft.com/office/drawing/2014/main" id="{311C7281-A63A-6FDE-52EF-933FCAEE2BF9}"/>
              </a:ext>
            </a:extLst>
          </p:cNvPr>
          <p:cNvSpPr txBox="1"/>
          <p:nvPr/>
        </p:nvSpPr>
        <p:spPr>
          <a:xfrm>
            <a:off x="244656" y="6232037"/>
            <a:ext cx="3915644"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Inside the models are the tables. They contain columns that can be joined or created from a join. </a:t>
            </a:r>
            <a:endParaRPr lang="en-US">
              <a:latin typeface="Source Sans Pro" panose="020B0503030403020204" pitchFamily="34" charset="0"/>
              <a:ea typeface="Source Sans Pro" panose="020B0503030403020204" pitchFamily="34" charset="0"/>
              <a:sym typeface="Source Sans Pro"/>
            </a:endParaRPr>
          </a:p>
        </p:txBody>
      </p:sp>
      <p:sp>
        <p:nvSpPr>
          <p:cNvPr id="323" name="Rectangle 322">
            <a:extLst>
              <a:ext uri="{FF2B5EF4-FFF2-40B4-BE49-F238E27FC236}">
                <a16:creationId xmlns:a16="http://schemas.microsoft.com/office/drawing/2014/main" id="{FBEACCC9-F857-23CD-C4D2-A11053D4FE57}"/>
              </a:ext>
            </a:extLst>
          </p:cNvPr>
          <p:cNvSpPr/>
          <p:nvPr/>
        </p:nvSpPr>
        <p:spPr>
          <a:xfrm>
            <a:off x="4911955" y="5804301"/>
            <a:ext cx="3291065" cy="4107269"/>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4" name="Basics">
            <a:extLst>
              <a:ext uri="{FF2B5EF4-FFF2-40B4-BE49-F238E27FC236}">
                <a16:creationId xmlns:a16="http://schemas.microsoft.com/office/drawing/2014/main" id="{09FDB28F-C68D-E838-B6BB-63944CD06D1F}"/>
              </a:ext>
            </a:extLst>
          </p:cNvPr>
          <p:cNvSpPr txBox="1"/>
          <p:nvPr/>
        </p:nvSpPr>
        <p:spPr>
          <a:xfrm>
            <a:off x="306474" y="6778004"/>
            <a:ext cx="98264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Graphs</a:t>
            </a:r>
            <a:endParaRPr/>
          </a:p>
        </p:txBody>
      </p:sp>
      <p:sp>
        <p:nvSpPr>
          <p:cNvPr id="325" name="Line">
            <a:extLst>
              <a:ext uri="{FF2B5EF4-FFF2-40B4-BE49-F238E27FC236}">
                <a16:creationId xmlns:a16="http://schemas.microsoft.com/office/drawing/2014/main" id="{3CEA991F-5864-F577-DC17-E92198B7A494}"/>
              </a:ext>
            </a:extLst>
          </p:cNvPr>
          <p:cNvSpPr/>
          <p:nvPr/>
        </p:nvSpPr>
        <p:spPr>
          <a:xfrm flipV="1">
            <a:off x="250615" y="7197405"/>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26" name="Use headers, colors, and/or backgrounds to separate or group together sections.">
            <a:extLst>
              <a:ext uri="{FF2B5EF4-FFF2-40B4-BE49-F238E27FC236}">
                <a16:creationId xmlns:a16="http://schemas.microsoft.com/office/drawing/2014/main" id="{72D6C486-F505-E42F-4C37-9FFFF1EC6F8F}"/>
              </a:ext>
            </a:extLst>
          </p:cNvPr>
          <p:cNvSpPr txBox="1"/>
          <p:nvPr/>
        </p:nvSpPr>
        <p:spPr>
          <a:xfrm>
            <a:off x="315124" y="7362434"/>
            <a:ext cx="3915644"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Graphs are special tables that can be used to showcase </a:t>
            </a:r>
            <a:r>
              <a:rPr lang="en-US" b="0" err="1">
                <a:latin typeface="Source Sans Pro" panose="020B0503030403020204" pitchFamily="34" charset="0"/>
                <a:ea typeface="Source Sans Pro" panose="020B0503030403020204" pitchFamily="34" charset="0"/>
                <a:sym typeface="Source Sans Pro Light"/>
              </a:rPr>
              <a:t>Kaiaulu’s</a:t>
            </a:r>
            <a:r>
              <a:rPr lang="en-US" b="0">
                <a:latin typeface="Source Sans Pro" panose="020B0503030403020204" pitchFamily="34" charset="0"/>
                <a:ea typeface="Source Sans Pro" panose="020B0503030403020204" pitchFamily="34" charset="0"/>
                <a:sym typeface="Source Sans Pro Light"/>
              </a:rPr>
              <a:t> ability to have manipulatable node edge graphs </a:t>
            </a:r>
            <a:endParaRPr lang="en-US">
              <a:latin typeface="Source Sans Pro" panose="020B0503030403020204" pitchFamily="34" charset="0"/>
              <a:ea typeface="Source Sans Pro" panose="020B0503030403020204" pitchFamily="34" charset="0"/>
              <a:sym typeface="Source Sans Pro"/>
            </a:endParaRPr>
          </a:p>
        </p:txBody>
      </p:sp>
      <p:sp>
        <p:nvSpPr>
          <p:cNvPr id="327" name="Rectangle 326">
            <a:extLst>
              <a:ext uri="{FF2B5EF4-FFF2-40B4-BE49-F238E27FC236}">
                <a16:creationId xmlns:a16="http://schemas.microsoft.com/office/drawing/2014/main" id="{8FB712E1-F734-F723-719D-6C2EB64189D5}"/>
              </a:ext>
            </a:extLst>
          </p:cNvPr>
          <p:cNvSpPr/>
          <p:nvPr/>
        </p:nvSpPr>
        <p:spPr>
          <a:xfrm>
            <a:off x="6862445" y="7243010"/>
            <a:ext cx="795540" cy="257939"/>
          </a:xfrm>
          <a:prstGeom prst="rect">
            <a:avLst/>
          </a:prstGeom>
          <a:solidFill>
            <a:srgbClr val="C8D6C2"/>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a:solidFill>
                  <a:srgbClr val="000000"/>
                </a:solidFill>
              </a:rPr>
              <a:t>Table F</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42" name="Elbow Connector 284">
            <a:extLst>
              <a:ext uri="{FF2B5EF4-FFF2-40B4-BE49-F238E27FC236}">
                <a16:creationId xmlns:a16="http://schemas.microsoft.com/office/drawing/2014/main" id="{CCA6FBEE-F220-0A20-4086-7FBD9B1DEE26}"/>
              </a:ext>
            </a:extLst>
          </p:cNvPr>
          <p:cNvCxnSpPr>
            <a:cxnSpLocks/>
            <a:stCxn id="469" idx="2"/>
            <a:endCxn id="327" idx="1"/>
          </p:cNvCxnSpPr>
          <p:nvPr/>
        </p:nvCxnSpPr>
        <p:spPr>
          <a:xfrm rot="16200000" flipH="1">
            <a:off x="6448166" y="6957701"/>
            <a:ext cx="520834" cy="307724"/>
          </a:xfrm>
          <a:prstGeom prst="bentConnector2">
            <a:avLst/>
          </a:prstGeom>
          <a:noFill/>
          <a:ln w="25400" cap="flat">
            <a:solidFill>
              <a:schemeClr val="accent5"/>
            </a:solidFill>
            <a:prstDash val="solid"/>
            <a:miter lim="400000"/>
            <a:tailEnd type="triangle"/>
          </a:ln>
          <a:effectLst/>
          <a:sp3d/>
        </p:spPr>
        <p:style>
          <a:lnRef idx="0">
            <a:scrgbClr r="0" g="0" b="0"/>
          </a:lnRef>
          <a:fillRef idx="0">
            <a:scrgbClr r="0" g="0" b="0"/>
          </a:fillRef>
          <a:effectRef idx="0">
            <a:scrgbClr r="0" g="0" b="0"/>
          </a:effectRef>
          <a:fontRef idx="none"/>
        </p:style>
      </p:cxnSp>
      <p:grpSp>
        <p:nvGrpSpPr>
          <p:cNvPr id="366" name="Group 365">
            <a:extLst>
              <a:ext uri="{FF2B5EF4-FFF2-40B4-BE49-F238E27FC236}">
                <a16:creationId xmlns:a16="http://schemas.microsoft.com/office/drawing/2014/main" id="{8E064496-4BE6-6C3E-122C-4FA2A08D9A37}"/>
              </a:ext>
            </a:extLst>
          </p:cNvPr>
          <p:cNvGrpSpPr/>
          <p:nvPr/>
        </p:nvGrpSpPr>
        <p:grpSpPr>
          <a:xfrm>
            <a:off x="247791" y="8116242"/>
            <a:ext cx="3998632" cy="1537518"/>
            <a:chOff x="253711" y="7941150"/>
            <a:chExt cx="3998632" cy="1537518"/>
          </a:xfrm>
        </p:grpSpPr>
        <p:sp>
          <p:nvSpPr>
            <p:cNvPr id="348" name="Basics">
              <a:extLst>
                <a:ext uri="{FF2B5EF4-FFF2-40B4-BE49-F238E27FC236}">
                  <a16:creationId xmlns:a16="http://schemas.microsoft.com/office/drawing/2014/main" id="{6695A1E1-4086-784C-C933-2AE6F1C33A05}"/>
                </a:ext>
              </a:extLst>
            </p:cNvPr>
            <p:cNvSpPr txBox="1"/>
            <p:nvPr/>
          </p:nvSpPr>
          <p:spPr>
            <a:xfrm>
              <a:off x="253711" y="7941150"/>
              <a:ext cx="96019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Arrows</a:t>
              </a:r>
              <a:endParaRPr/>
            </a:p>
          </p:txBody>
        </p:sp>
        <p:sp>
          <p:nvSpPr>
            <p:cNvPr id="349" name="Line">
              <a:extLst>
                <a:ext uri="{FF2B5EF4-FFF2-40B4-BE49-F238E27FC236}">
                  <a16:creationId xmlns:a16="http://schemas.microsoft.com/office/drawing/2014/main" id="{E2A03CBC-FC31-50F3-95E0-4824F6A4964E}"/>
                </a:ext>
              </a:extLst>
            </p:cNvPr>
            <p:cNvSpPr/>
            <p:nvPr/>
          </p:nvSpPr>
          <p:spPr>
            <a:xfrm flipV="1">
              <a:off x="295070" y="8351359"/>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50" name="Use headers, colors, and/or backgrounds to separate or group together sections.">
              <a:extLst>
                <a:ext uri="{FF2B5EF4-FFF2-40B4-BE49-F238E27FC236}">
                  <a16:creationId xmlns:a16="http://schemas.microsoft.com/office/drawing/2014/main" id="{4D3DE212-F66F-D435-47F8-E2BD3ACE2B25}"/>
                </a:ext>
              </a:extLst>
            </p:cNvPr>
            <p:cNvSpPr txBox="1"/>
            <p:nvPr/>
          </p:nvSpPr>
          <p:spPr>
            <a:xfrm>
              <a:off x="336699" y="8537465"/>
              <a:ext cx="3915644" cy="9412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Black arrows are tables created by the notebook</a:t>
              </a:r>
              <a:br>
                <a:rPr lang="en-US">
                  <a:latin typeface="Source Sans Pro" panose="020B0503030403020204" pitchFamily="34" charset="0"/>
                  <a:ea typeface="Source Sans Pro" panose="020B0503030403020204" pitchFamily="34" charset="0"/>
                  <a:sym typeface="Source Sans Pro"/>
                </a:rPr>
              </a:br>
              <a:r>
                <a:rPr lang="en-US">
                  <a:latin typeface="Source Sans Pro" panose="020B0503030403020204" pitchFamily="34" charset="0"/>
                  <a:ea typeface="Source Sans Pro" panose="020B0503030403020204" pitchFamily="34" charset="0"/>
                  <a:sym typeface="Source Sans Pro"/>
                </a:rPr>
                <a:t>Yellow arrows are tables created by other tables</a:t>
              </a:r>
              <a:br>
                <a:rPr lang="en-US">
                  <a:latin typeface="Source Sans Pro" panose="020B0503030403020204" pitchFamily="34" charset="0"/>
                  <a:ea typeface="Source Sans Pro" panose="020B0503030403020204" pitchFamily="34" charset="0"/>
                  <a:sym typeface="Source Sans Pro"/>
                </a:rPr>
              </a:br>
              <a:r>
                <a:rPr lang="en-US">
                  <a:latin typeface="Source Sans Pro" panose="020B0503030403020204" pitchFamily="34" charset="0"/>
                  <a:ea typeface="Source Sans Pro" panose="020B0503030403020204" pitchFamily="34" charset="0"/>
                  <a:sym typeface="Source Sans Pro"/>
                </a:rPr>
                <a:t>Red arrows are tables in different modules combined</a:t>
              </a:r>
              <a:br>
                <a:rPr lang="en-US">
                  <a:latin typeface="Source Sans Pro" panose="020B0503030403020204" pitchFamily="34" charset="0"/>
                  <a:ea typeface="Source Sans Pro" panose="020B0503030403020204" pitchFamily="34" charset="0"/>
                  <a:sym typeface="Source Sans Pro"/>
                </a:rPr>
              </a:br>
              <a:r>
                <a:rPr lang="en-US">
                  <a:latin typeface="Source Sans Pro" panose="020B0503030403020204" pitchFamily="34" charset="0"/>
                  <a:ea typeface="Source Sans Pro" panose="020B0503030403020204" pitchFamily="34" charset="0"/>
                  <a:sym typeface="Source Sans Pro"/>
                </a:rPr>
                <a:t>Blue arrows are tables that can be graphed</a:t>
              </a:r>
              <a:br>
                <a:rPr lang="en-US">
                  <a:latin typeface="Source Sans Pro" panose="020B0503030403020204" pitchFamily="34" charset="0"/>
                  <a:ea typeface="Source Sans Pro" panose="020B0503030403020204" pitchFamily="34" charset="0"/>
                  <a:sym typeface="Source Sans Pro"/>
                </a:rPr>
              </a:br>
              <a:endParaRPr lang="en-US">
                <a:latin typeface="Source Sans Pro" panose="020B0503030403020204" pitchFamily="34" charset="0"/>
                <a:ea typeface="Source Sans Pro" panose="020B0503030403020204" pitchFamily="34" charset="0"/>
                <a:sym typeface="Source Sans Pro"/>
              </a:endParaRPr>
            </a:p>
          </p:txBody>
        </p:sp>
      </p:grpSp>
      <p:grpSp>
        <p:nvGrpSpPr>
          <p:cNvPr id="359" name="Group 358">
            <a:extLst>
              <a:ext uri="{FF2B5EF4-FFF2-40B4-BE49-F238E27FC236}">
                <a16:creationId xmlns:a16="http://schemas.microsoft.com/office/drawing/2014/main" id="{342AFB0D-CD41-EE42-4002-A3B2490A796A}"/>
              </a:ext>
            </a:extLst>
          </p:cNvPr>
          <p:cNvGrpSpPr/>
          <p:nvPr/>
        </p:nvGrpSpPr>
        <p:grpSpPr>
          <a:xfrm>
            <a:off x="9108299" y="6614141"/>
            <a:ext cx="3893386" cy="3509407"/>
            <a:chOff x="9086041" y="2058548"/>
            <a:chExt cx="3893386" cy="3509407"/>
          </a:xfrm>
        </p:grpSpPr>
        <p:sp>
          <p:nvSpPr>
            <p:cNvPr id="355" name="Use headers, colors, and/or backgrounds to separate or group together sections.">
              <a:extLst>
                <a:ext uri="{FF2B5EF4-FFF2-40B4-BE49-F238E27FC236}">
                  <a16:creationId xmlns:a16="http://schemas.microsoft.com/office/drawing/2014/main" id="{5988F5CD-F2BC-917A-AF17-4293A16F0DE5}"/>
                </a:ext>
              </a:extLst>
            </p:cNvPr>
            <p:cNvSpPr txBox="1"/>
            <p:nvPr/>
          </p:nvSpPr>
          <p:spPr>
            <a:xfrm>
              <a:off x="9099803" y="2555416"/>
              <a:ext cx="3871127" cy="30125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Currently MySQL Workbench EER Diagram supports these notebooks</a:t>
              </a:r>
              <a:br>
                <a:rPr lang="en-US" b="0">
                  <a:latin typeface="Source Sans Pro" panose="020B0503030403020204" pitchFamily="34" charset="0"/>
                  <a:ea typeface="Source Sans Pro" panose="020B0503030403020204" pitchFamily="34" charset="0"/>
                  <a:sym typeface="Source Sans Pro Light"/>
                </a:rPr>
              </a:b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 </a:t>
              </a:r>
              <a:r>
                <a:rPr lang="en-US" b="0" err="1">
                  <a:latin typeface="Source Sans Pro" panose="020B0503030403020204" pitchFamily="34" charset="0"/>
                  <a:ea typeface="Source Sans Pro" panose="020B0503030403020204" pitchFamily="34" charset="0"/>
                  <a:sym typeface="Source Sans Pro Light"/>
                </a:rPr>
                <a:t>gitlog_showcase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2. </a:t>
              </a:r>
              <a:r>
                <a:rPr lang="en-US" b="0" err="1">
                  <a:latin typeface="Source Sans Pro" panose="020B0503030403020204" pitchFamily="34" charset="0"/>
                  <a:ea typeface="Source Sans Pro" panose="020B0503030403020204" pitchFamily="34" charset="0"/>
                  <a:sym typeface="Source Sans Pro Light"/>
                </a:rPr>
                <a:t>gitlog_entites_showcase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3. </a:t>
              </a:r>
              <a:r>
                <a:rPr lang="en-US" b="0" err="1">
                  <a:latin typeface="Source Sans Pro" panose="020B0503030403020204" pitchFamily="34" charset="0"/>
                  <a:ea typeface="Source Sans Pro" panose="020B0503030403020204" pitchFamily="34" charset="0"/>
                  <a:sym typeface="Source Sans Pro Light"/>
                </a:rPr>
                <a:t>understands_showcase</a:t>
              </a: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4. </a:t>
              </a:r>
              <a:r>
                <a:rPr lang="en-US" b="0" err="1">
                  <a:latin typeface="Source Sans Pro" panose="020B0503030403020204" pitchFamily="34" charset="0"/>
                  <a:ea typeface="Source Sans Pro" panose="020B0503030403020204" pitchFamily="34" charset="0"/>
                  <a:sym typeface="Source Sans Pro Light"/>
                </a:rPr>
                <a:t>depends_showcase</a:t>
              </a: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5. </a:t>
              </a:r>
              <a:r>
                <a:rPr lang="en-US" b="0" err="1">
                  <a:latin typeface="Source Sans Pro" panose="020B0503030403020204" pitchFamily="34" charset="0"/>
                  <a:ea typeface="Source Sans Pro" panose="020B0503030403020204" pitchFamily="34" charset="0"/>
                  <a:sym typeface="Source Sans Pro Light"/>
                </a:rPr>
                <a:t>kaiaulu_architecture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6. </a:t>
              </a:r>
              <a:r>
                <a:rPr lang="en-US" b="0" err="1">
                  <a:latin typeface="Source Sans Pro" panose="020B0503030403020204" pitchFamily="34" charset="0"/>
                  <a:ea typeface="Source Sans Pro" panose="020B0503030403020204" pitchFamily="34" charset="0"/>
                  <a:sym typeface="Source Sans Pro Light"/>
                </a:rPr>
                <a:t>line_metrics_showcase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7. </a:t>
              </a:r>
              <a:r>
                <a:rPr lang="en-US" b="0" err="1">
                  <a:latin typeface="Source Sans Pro" panose="020B0503030403020204" pitchFamily="34" charset="0"/>
                  <a:ea typeface="Source Sans Pro" panose="020B0503030403020204" pitchFamily="34" charset="0"/>
                  <a:sym typeface="Source Sans Pro Light"/>
                </a:rPr>
                <a:t>graph_gof_showcase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8. </a:t>
              </a:r>
              <a:r>
                <a:rPr lang="en-US" b="0" err="1">
                  <a:latin typeface="Source Sans Pro" panose="020B0503030403020204" pitchFamily="34" charset="0"/>
                  <a:ea typeface="Source Sans Pro" panose="020B0503030403020204" pitchFamily="34" charset="0"/>
                  <a:sym typeface="Source Sans Pro Light"/>
                </a:rPr>
                <a:t>download_jira_issues</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9. </a:t>
              </a:r>
              <a:r>
                <a:rPr lang="en-US" b="0" err="1">
                  <a:latin typeface="Source Sans Pro" panose="020B0503030403020204" pitchFamily="34" charset="0"/>
                  <a:ea typeface="Source Sans Pro" panose="020B0503030403020204" pitchFamily="34" charset="0"/>
                  <a:sym typeface="Source Sans Pro Light"/>
                </a:rPr>
                <a:t>download_mail</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10. </a:t>
              </a:r>
              <a:r>
                <a:rPr lang="en-US" b="0" err="1">
                  <a:latin typeface="Source Sans Pro" panose="020B0503030403020204" pitchFamily="34" charset="0"/>
                  <a:ea typeface="Source Sans Pro" panose="020B0503030403020204" pitchFamily="34" charset="0"/>
                  <a:sym typeface="Source Sans Pro Light"/>
                </a:rPr>
                <a:t>bug_count</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11. </a:t>
              </a:r>
              <a:r>
                <a:rPr lang="en-US" b="0" err="1">
                  <a:latin typeface="Source Sans Pro" panose="020B0503030403020204" pitchFamily="34" charset="0"/>
                  <a:ea typeface="Source Sans Pro" panose="020B0503030403020204" pitchFamily="34" charset="0"/>
                  <a:sym typeface="Source Sans Pro Light"/>
                </a:rPr>
                <a:t>reply_communication_showcase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12. dv8_showcase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13. </a:t>
              </a:r>
              <a:r>
                <a:rPr lang="en-US" b="0" err="1">
                  <a:latin typeface="Source Sans Pro" panose="020B0503030403020204" pitchFamily="34" charset="0"/>
                  <a:ea typeface="Source Sans Pro" panose="020B0503030403020204" pitchFamily="34" charset="0"/>
                  <a:sym typeface="Source Sans Pro Light"/>
                </a:rPr>
                <a:t>gitlog_vulnerabilities_showcase</a:t>
              </a:r>
              <a:br>
                <a:rPr lang="en-US" b="0">
                  <a:latin typeface="Source Sans Pro" panose="020B0503030403020204" pitchFamily="34" charset="0"/>
                  <a:ea typeface="Source Sans Pro" panose="020B0503030403020204" pitchFamily="34" charset="0"/>
                  <a:sym typeface="Source Sans Pro Light"/>
                </a:rPr>
              </a:br>
              <a:endParaRPr lang="en-US">
                <a:latin typeface="Source Sans Pro" panose="020B0503030403020204" pitchFamily="34" charset="0"/>
                <a:ea typeface="Source Sans Pro" panose="020B0503030403020204" pitchFamily="34" charset="0"/>
                <a:sym typeface="Source Sans Pro"/>
              </a:endParaRPr>
            </a:p>
          </p:txBody>
        </p:sp>
        <p:sp>
          <p:nvSpPr>
            <p:cNvPr id="356" name="Layout Suggestions">
              <a:extLst>
                <a:ext uri="{FF2B5EF4-FFF2-40B4-BE49-F238E27FC236}">
                  <a16:creationId xmlns:a16="http://schemas.microsoft.com/office/drawing/2014/main" id="{42CB46AA-DA8B-3843-F013-12C5B70E2DB5}"/>
                </a:ext>
              </a:extLst>
            </p:cNvPr>
            <p:cNvSpPr txBox="1"/>
            <p:nvPr/>
          </p:nvSpPr>
          <p:spPr>
            <a:xfrm>
              <a:off x="9086041" y="2058548"/>
              <a:ext cx="2562620"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Current Support</a:t>
              </a:r>
            </a:p>
          </p:txBody>
        </p:sp>
        <p:sp>
          <p:nvSpPr>
            <p:cNvPr id="357" name="Line">
              <a:extLst>
                <a:ext uri="{FF2B5EF4-FFF2-40B4-BE49-F238E27FC236}">
                  <a16:creationId xmlns:a16="http://schemas.microsoft.com/office/drawing/2014/main" id="{579B28CE-4502-AE55-8E99-90F98D86616F}"/>
                </a:ext>
              </a:extLst>
            </p:cNvPr>
            <p:cNvSpPr/>
            <p:nvPr/>
          </p:nvSpPr>
          <p:spPr>
            <a:xfrm flipV="1">
              <a:off x="9108299" y="2502631"/>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grpSp>
        <p:nvGrpSpPr>
          <p:cNvPr id="394" name="Group 393">
            <a:extLst>
              <a:ext uri="{FF2B5EF4-FFF2-40B4-BE49-F238E27FC236}">
                <a16:creationId xmlns:a16="http://schemas.microsoft.com/office/drawing/2014/main" id="{4BC3C7E5-B59E-3E95-49DF-8166BCD26DCB}"/>
              </a:ext>
            </a:extLst>
          </p:cNvPr>
          <p:cNvGrpSpPr/>
          <p:nvPr/>
        </p:nvGrpSpPr>
        <p:grpSpPr>
          <a:xfrm>
            <a:off x="9119427" y="2201724"/>
            <a:ext cx="3893387" cy="4447220"/>
            <a:chOff x="9086040" y="2058548"/>
            <a:chExt cx="3893387" cy="5215999"/>
          </a:xfrm>
        </p:grpSpPr>
        <p:sp>
          <p:nvSpPr>
            <p:cNvPr id="395" name="Use headers, colors, and/or backgrounds to separate or group together sections.">
              <a:extLst>
                <a:ext uri="{FF2B5EF4-FFF2-40B4-BE49-F238E27FC236}">
                  <a16:creationId xmlns:a16="http://schemas.microsoft.com/office/drawing/2014/main" id="{A9E4AF26-C13F-9FDE-D851-0A0DC442C2B7}"/>
                </a:ext>
              </a:extLst>
            </p:cNvPr>
            <p:cNvSpPr txBox="1"/>
            <p:nvPr/>
          </p:nvSpPr>
          <p:spPr>
            <a:xfrm>
              <a:off x="9099803" y="2555416"/>
              <a:ext cx="3871127" cy="47191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Due to the nature </a:t>
              </a:r>
              <a:r>
                <a:rPr lang="en-US" b="0" err="1">
                  <a:latin typeface="Source Sans Pro" panose="020B0503030403020204" pitchFamily="34" charset="0"/>
                  <a:ea typeface="Source Sans Pro" panose="020B0503030403020204" pitchFamily="34" charset="0"/>
                  <a:sym typeface="Source Sans Pro Light"/>
                </a:rPr>
                <a:t>Kaiaulu</a:t>
              </a:r>
              <a:r>
                <a:rPr lang="en-US" b="0">
                  <a:latin typeface="Source Sans Pro" panose="020B0503030403020204" pitchFamily="34" charset="0"/>
                  <a:ea typeface="Source Sans Pro" panose="020B0503030403020204" pitchFamily="34" charset="0"/>
                  <a:sym typeface="Source Sans Pro Light"/>
                </a:rPr>
                <a:t> was build in isolation overtime the program has accrued a good amount of technical debt. Examples are as following</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Keys</a:t>
              </a:r>
              <a:br>
                <a:rPr lang="en-US" b="0">
                  <a:latin typeface="Source Sans Pro" panose="020B0503030403020204" pitchFamily="34" charset="0"/>
                  <a:ea typeface="Source Sans Pro" panose="020B0503030403020204" pitchFamily="34" charset="0"/>
                  <a:sym typeface="Source Sans Pro Light"/>
                </a:rPr>
              </a:b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 Do not share the same name</a:t>
              </a:r>
              <a:br>
                <a:rPr lang="en-US" b="0">
                  <a:latin typeface="Source Sans Pro" panose="020B0503030403020204" pitchFamily="34" charset="0"/>
                  <a:ea typeface="Source Sans Pro" panose="020B0503030403020204" pitchFamily="34" charset="0"/>
                  <a:sym typeface="Source Sans Pro Light"/>
                </a:rPr>
              </a:br>
              <a:r>
                <a:rPr lang="en-US" b="0">
                  <a:solidFill>
                    <a:srgbClr val="000000"/>
                  </a:solidFill>
                  <a:latin typeface="Source Sans Pro" panose="020B0503030403020204" pitchFamily="34" charset="0"/>
                  <a:ea typeface="Source Sans Pro" panose="020B0503030403020204" pitchFamily="34" charset="0"/>
                  <a:sym typeface="Source Sans Pro Light"/>
                </a:rPr>
                <a:t>2. Hidden without any explicit reference in the code or notebooks</a:t>
              </a:r>
              <a:br>
                <a:rPr lang="en-US" b="0">
                  <a:solidFill>
                    <a:srgbClr val="000000"/>
                  </a:solidFill>
                  <a:latin typeface="Source Sans Pro" panose="020B0503030403020204" pitchFamily="34" charset="0"/>
                  <a:ea typeface="Source Sans Pro" panose="020B0503030403020204" pitchFamily="34" charset="0"/>
                  <a:sym typeface="Source Sans Pro Light"/>
                </a:rPr>
              </a:br>
              <a:br>
                <a:rPr lang="en-US" b="0">
                  <a:solidFill>
                    <a:srgbClr val="000000"/>
                  </a:solidFill>
                  <a:latin typeface="Source Sans Pro" panose="020B0503030403020204" pitchFamily="34" charset="0"/>
                  <a:ea typeface="Source Sans Pro" panose="020B0503030403020204" pitchFamily="34" charset="0"/>
                  <a:sym typeface="Source Sans Pro Light"/>
                </a:rPr>
              </a:br>
              <a:r>
                <a:rPr lang="en-US" b="0">
                  <a:solidFill>
                    <a:srgbClr val="000000"/>
                  </a:solidFill>
                  <a:latin typeface="Source Sans Pro" panose="020B0503030403020204" pitchFamily="34" charset="0"/>
                  <a:ea typeface="Source Sans Pro" panose="020B0503030403020204" pitchFamily="34" charset="0"/>
                  <a:sym typeface="Source Sans Pro Light"/>
                </a:rPr>
                <a:t>Data</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3. What are the table’s columns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4. What data type are said columns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Merges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5. What modules relate to one another</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rgbClr val="000000"/>
                  </a:solidFill>
                  <a:latin typeface="Source Sans Pro" panose="020B0503030403020204" pitchFamily="34" charset="0"/>
                  <a:ea typeface="Source Sans Pro" panose="020B0503030403020204" pitchFamily="34" charset="0"/>
                  <a:sym typeface="Source Sans Pro Light"/>
                </a:rPr>
                <a:t>6. What columns are used for a merge remain unclear</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br>
                <a:rPr lang="en-US" b="0">
                  <a:latin typeface="Source Sans Pro" panose="020B0503030403020204" pitchFamily="34" charset="0"/>
                  <a:ea typeface="Source Sans Pro" panose="020B0503030403020204" pitchFamily="34" charset="0"/>
                  <a:sym typeface="Source Sans Pro Light"/>
                </a:rPr>
              </a:br>
              <a:endParaRPr lang="en-US">
                <a:latin typeface="Source Sans Pro" panose="020B0503030403020204" pitchFamily="34" charset="0"/>
                <a:ea typeface="Source Sans Pro" panose="020B0503030403020204" pitchFamily="34" charset="0"/>
                <a:sym typeface="Source Sans Pro"/>
              </a:endParaRPr>
            </a:p>
          </p:txBody>
        </p:sp>
        <p:sp>
          <p:nvSpPr>
            <p:cNvPr id="396" name="Layout Suggestions">
              <a:extLst>
                <a:ext uri="{FF2B5EF4-FFF2-40B4-BE49-F238E27FC236}">
                  <a16:creationId xmlns:a16="http://schemas.microsoft.com/office/drawing/2014/main" id="{95D68339-AE1C-CD1E-D641-16AB42752274}"/>
                </a:ext>
              </a:extLst>
            </p:cNvPr>
            <p:cNvSpPr txBox="1"/>
            <p:nvPr/>
          </p:nvSpPr>
          <p:spPr>
            <a:xfrm>
              <a:off x="9086040" y="2058548"/>
              <a:ext cx="365091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b="0"/>
                <a:t>Accidental Architecture</a:t>
              </a:r>
              <a:endParaRPr lang="en-US"/>
            </a:p>
          </p:txBody>
        </p:sp>
        <p:sp>
          <p:nvSpPr>
            <p:cNvPr id="397" name="Line">
              <a:extLst>
                <a:ext uri="{FF2B5EF4-FFF2-40B4-BE49-F238E27FC236}">
                  <a16:creationId xmlns:a16="http://schemas.microsoft.com/office/drawing/2014/main" id="{9A8BF334-E92C-8583-5D4C-E9F6B07E6F6D}"/>
                </a:ext>
              </a:extLst>
            </p:cNvPr>
            <p:cNvSpPr/>
            <p:nvPr/>
          </p:nvSpPr>
          <p:spPr>
            <a:xfrm flipV="1">
              <a:off x="9108299" y="2502631"/>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spTree>
    <p:extLst>
      <p:ext uri="{BB962C8B-B14F-4D97-AF65-F5344CB8AC3E}">
        <p14:creationId xmlns:p14="http://schemas.microsoft.com/office/powerpoint/2010/main" val="96432050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D4999-AB78-3C2A-5106-FA1C4D5666DB}"/>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3551EB27-B934-73C5-A9A7-D236F9655E88}"/>
              </a:ext>
            </a:extLst>
          </p:cNvPr>
          <p:cNvPicPr>
            <a:picLocks noChangeAspect="1"/>
          </p:cNvPicPr>
          <p:nvPr/>
        </p:nvPicPr>
        <p:blipFill>
          <a:blip r:embed="rId3"/>
          <a:stretch>
            <a:fillRect/>
          </a:stretch>
        </p:blipFill>
        <p:spPr>
          <a:xfrm>
            <a:off x="8877250" y="-998567"/>
            <a:ext cx="5121226" cy="2990088"/>
          </a:xfrm>
          <a:prstGeom prst="rect">
            <a:avLst/>
          </a:prstGeom>
          <a:ln w="12700">
            <a:miter lim="400000"/>
          </a:ln>
        </p:spPr>
      </p:pic>
      <p:sp>
        <p:nvSpPr>
          <p:cNvPr id="312" name="Line">
            <a:extLst>
              <a:ext uri="{FF2B5EF4-FFF2-40B4-BE49-F238E27FC236}">
                <a16:creationId xmlns:a16="http://schemas.microsoft.com/office/drawing/2014/main" id="{E5CEADFC-3024-7A70-C8F3-E6712A3681B4}"/>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56941FB0-C700-34A4-C415-EE2DA9DE9A4C}"/>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D10FB4B3-CA4B-5C5C-1AA1-2D991D4DD497}"/>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MySQL Workbench</a:t>
            </a:r>
            <a:r>
              <a:t>: : </a:t>
            </a:r>
            <a:r>
              <a:rPr sz="3300">
                <a:latin typeface="Source Sans Pro Semibold"/>
                <a:ea typeface="Source Sans Pro Semibold"/>
                <a:cs typeface="Source Sans Pro Semibold"/>
                <a:sym typeface="Source Sans Pro Semibold"/>
              </a:rPr>
              <a:t>CHEAT SHEET</a:t>
            </a:r>
            <a:r>
              <a:t> </a:t>
            </a:r>
          </a:p>
        </p:txBody>
      </p:sp>
      <p:sp>
        <p:nvSpPr>
          <p:cNvPr id="341" name="Use headers, colors, and/or backgrounds to separate or group together sections.">
            <a:extLst>
              <a:ext uri="{FF2B5EF4-FFF2-40B4-BE49-F238E27FC236}">
                <a16:creationId xmlns:a16="http://schemas.microsoft.com/office/drawing/2014/main" id="{7AF6151D-8B6E-5431-F965-7011D94B1F7A}"/>
              </a:ext>
            </a:extLst>
          </p:cNvPr>
          <p:cNvSpPr txBox="1"/>
          <p:nvPr/>
        </p:nvSpPr>
        <p:spPr>
          <a:xfrm>
            <a:off x="294779" y="1932476"/>
            <a:ext cx="3871127" cy="94120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err="1">
                <a:latin typeface="Source Sans Pro" panose="020B0503030403020204" pitchFamily="34" charset="0"/>
                <a:ea typeface="Source Sans Pro" panose="020B0503030403020204" pitchFamily="34" charset="0"/>
                <a:sym typeface="Source Sans Pro Light"/>
              </a:rPr>
              <a:t>Kaiaulu</a:t>
            </a:r>
            <a:r>
              <a:rPr lang="en-US" b="0">
                <a:latin typeface="Source Sans Pro" panose="020B0503030403020204" pitchFamily="34" charset="0"/>
                <a:ea typeface="Source Sans Pro" panose="020B0503030403020204" pitchFamily="34" charset="0"/>
                <a:sym typeface="Source Sans Pro Light"/>
              </a:rPr>
              <a:t> supports the download and analysis for multiple sources e.g. Gitlog, Jira, mailing lists. This cheat sheet covers how to efficiently to understand how data interacts internally and within different modules using an abstract example.</a:t>
            </a:r>
            <a:endParaRPr lang="en-US">
              <a:latin typeface="Source Sans Pro" panose="020B0503030403020204" pitchFamily="34" charset="0"/>
              <a:ea typeface="Source Sans Pro" panose="020B0503030403020204" pitchFamily="34" charset="0"/>
              <a:sym typeface="Source Sans Pro"/>
            </a:endParaRPr>
          </a:p>
        </p:txBody>
      </p:sp>
      <p:sp>
        <p:nvSpPr>
          <p:cNvPr id="384" name="Layout Suggestions">
            <a:extLst>
              <a:ext uri="{FF2B5EF4-FFF2-40B4-BE49-F238E27FC236}">
                <a16:creationId xmlns:a16="http://schemas.microsoft.com/office/drawing/2014/main" id="{48A0DBD8-87F1-F6F2-2CCC-4ADCCDB53513}"/>
              </a:ext>
            </a:extLst>
          </p:cNvPr>
          <p:cNvSpPr txBox="1"/>
          <p:nvPr/>
        </p:nvSpPr>
        <p:spPr>
          <a:xfrm>
            <a:off x="250615" y="1435608"/>
            <a:ext cx="13497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p>
        </p:txBody>
      </p:sp>
      <p:pic>
        <p:nvPicPr>
          <p:cNvPr id="8" name="Picture 7" descr="A picture containing text&#10;&#10;Description automatically generated">
            <a:extLst>
              <a:ext uri="{FF2B5EF4-FFF2-40B4-BE49-F238E27FC236}">
                <a16:creationId xmlns:a16="http://schemas.microsoft.com/office/drawing/2014/main" id="{55C3BCEE-553E-07BC-497C-C213B1A747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4" name="TextBox 3">
            <a:extLst>
              <a:ext uri="{FF2B5EF4-FFF2-40B4-BE49-F238E27FC236}">
                <a16:creationId xmlns:a16="http://schemas.microsoft.com/office/drawing/2014/main" id="{26D7285C-12E4-C51A-4747-307FD9F0A786}"/>
              </a:ext>
            </a:extLst>
          </p:cNvPr>
          <p:cNvSpPr txBox="1"/>
          <p:nvPr/>
        </p:nvSpPr>
        <p:spPr>
          <a:xfrm>
            <a:off x="4838467" y="10304849"/>
            <a:ext cx="9809266"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5">
                  <a:extLst>
                    <a:ext uri="{A12FA001-AC4F-418D-AE19-62706E023703}">
                      <ahyp:hlinkClr xmlns:ahyp="http://schemas.microsoft.com/office/drawing/2018/hyperlinkcolor" val="tx"/>
                    </a:ext>
                  </a:extLst>
                </a:hlinkClick>
              </a:rPr>
              <a:t>CC BY SA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Ruben Jacobo, Waylon Ho, Carlos Paradis •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0.0.0.9600 (in development) •  Updated: 2026-4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14" name="Line">
            <a:extLst>
              <a:ext uri="{FF2B5EF4-FFF2-40B4-BE49-F238E27FC236}">
                <a16:creationId xmlns:a16="http://schemas.microsoft.com/office/drawing/2014/main" id="{6AD689BB-C33A-7A53-7682-5DED8F51D052}"/>
              </a:ext>
            </a:extLst>
          </p:cNvPr>
          <p:cNvSpPr/>
          <p:nvPr/>
        </p:nvSpPr>
        <p:spPr>
          <a:xfrm flipV="1">
            <a:off x="244656" y="1871506"/>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6" name="Layout Suggestions">
            <a:extLst>
              <a:ext uri="{FF2B5EF4-FFF2-40B4-BE49-F238E27FC236}">
                <a16:creationId xmlns:a16="http://schemas.microsoft.com/office/drawing/2014/main" id="{D5565820-08A4-CCD9-B34C-7C35825F9801}"/>
              </a:ext>
            </a:extLst>
          </p:cNvPr>
          <p:cNvSpPr txBox="1"/>
          <p:nvPr/>
        </p:nvSpPr>
        <p:spPr>
          <a:xfrm>
            <a:off x="4664490" y="1488598"/>
            <a:ext cx="4176054"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Layer Workflow Overview</a:t>
            </a:r>
          </a:p>
        </p:txBody>
      </p:sp>
      <p:sp>
        <p:nvSpPr>
          <p:cNvPr id="310" name="Line">
            <a:extLst>
              <a:ext uri="{FF2B5EF4-FFF2-40B4-BE49-F238E27FC236}">
                <a16:creationId xmlns:a16="http://schemas.microsoft.com/office/drawing/2014/main" id="{7961A5C1-8E66-0B42-E675-995931F76DFC}"/>
              </a:ext>
            </a:extLst>
          </p:cNvPr>
          <p:cNvSpPr/>
          <p:nvPr/>
        </p:nvSpPr>
        <p:spPr>
          <a:xfrm flipV="1">
            <a:off x="4664490" y="1869952"/>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359" name="Group 358">
            <a:extLst>
              <a:ext uri="{FF2B5EF4-FFF2-40B4-BE49-F238E27FC236}">
                <a16:creationId xmlns:a16="http://schemas.microsoft.com/office/drawing/2014/main" id="{121E5122-9017-EA97-9A95-0CDE732FA65C}"/>
              </a:ext>
            </a:extLst>
          </p:cNvPr>
          <p:cNvGrpSpPr/>
          <p:nvPr/>
        </p:nvGrpSpPr>
        <p:grpSpPr>
          <a:xfrm>
            <a:off x="9108299" y="6614141"/>
            <a:ext cx="3893386" cy="3509407"/>
            <a:chOff x="9086041" y="2058548"/>
            <a:chExt cx="3893386" cy="3509407"/>
          </a:xfrm>
        </p:grpSpPr>
        <p:sp>
          <p:nvSpPr>
            <p:cNvPr id="355" name="Use headers, colors, and/or backgrounds to separate or group together sections.">
              <a:extLst>
                <a:ext uri="{FF2B5EF4-FFF2-40B4-BE49-F238E27FC236}">
                  <a16:creationId xmlns:a16="http://schemas.microsoft.com/office/drawing/2014/main" id="{EC8541C3-56F5-022A-DD71-45E3DB1F029B}"/>
                </a:ext>
              </a:extLst>
            </p:cNvPr>
            <p:cNvSpPr txBox="1"/>
            <p:nvPr/>
          </p:nvSpPr>
          <p:spPr>
            <a:xfrm>
              <a:off x="9099803" y="2555416"/>
              <a:ext cx="3871127" cy="301253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Currently MySQL Workbench EER Diagram supports these notebooks</a:t>
              </a:r>
              <a:br>
                <a:rPr lang="en-US" b="0">
                  <a:latin typeface="Source Sans Pro" panose="020B0503030403020204" pitchFamily="34" charset="0"/>
                  <a:ea typeface="Source Sans Pro" panose="020B0503030403020204" pitchFamily="34" charset="0"/>
                  <a:sym typeface="Source Sans Pro Light"/>
                </a:rPr>
              </a:b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 </a:t>
              </a:r>
              <a:r>
                <a:rPr lang="en-US" b="0" err="1">
                  <a:latin typeface="Source Sans Pro" panose="020B0503030403020204" pitchFamily="34" charset="0"/>
                  <a:ea typeface="Source Sans Pro" panose="020B0503030403020204" pitchFamily="34" charset="0"/>
                  <a:sym typeface="Source Sans Pro Light"/>
                </a:rPr>
                <a:t>gitlog_showcase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2. </a:t>
              </a:r>
              <a:r>
                <a:rPr lang="en-US" b="0" err="1">
                  <a:latin typeface="Source Sans Pro" panose="020B0503030403020204" pitchFamily="34" charset="0"/>
                  <a:ea typeface="Source Sans Pro" panose="020B0503030403020204" pitchFamily="34" charset="0"/>
                  <a:sym typeface="Source Sans Pro Light"/>
                </a:rPr>
                <a:t>gitlog_entites_showcase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3. </a:t>
              </a:r>
              <a:r>
                <a:rPr lang="en-US" b="0" err="1">
                  <a:latin typeface="Source Sans Pro" panose="020B0503030403020204" pitchFamily="34" charset="0"/>
                  <a:ea typeface="Source Sans Pro" panose="020B0503030403020204" pitchFamily="34" charset="0"/>
                  <a:sym typeface="Source Sans Pro Light"/>
                </a:rPr>
                <a:t>understands_showcase</a:t>
              </a: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4. </a:t>
              </a:r>
              <a:r>
                <a:rPr lang="en-US" b="0" err="1">
                  <a:latin typeface="Source Sans Pro" panose="020B0503030403020204" pitchFamily="34" charset="0"/>
                  <a:ea typeface="Source Sans Pro" panose="020B0503030403020204" pitchFamily="34" charset="0"/>
                  <a:sym typeface="Source Sans Pro Light"/>
                </a:rPr>
                <a:t>depends_showcase</a:t>
              </a: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5. </a:t>
              </a:r>
              <a:r>
                <a:rPr lang="en-US" b="0" err="1">
                  <a:latin typeface="Source Sans Pro" panose="020B0503030403020204" pitchFamily="34" charset="0"/>
                  <a:ea typeface="Source Sans Pro" panose="020B0503030403020204" pitchFamily="34" charset="0"/>
                  <a:sym typeface="Source Sans Pro Light"/>
                </a:rPr>
                <a:t>kaiaulu_architecture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6. </a:t>
              </a:r>
              <a:r>
                <a:rPr lang="en-US" b="0" err="1">
                  <a:latin typeface="Source Sans Pro" panose="020B0503030403020204" pitchFamily="34" charset="0"/>
                  <a:ea typeface="Source Sans Pro" panose="020B0503030403020204" pitchFamily="34" charset="0"/>
                  <a:sym typeface="Source Sans Pro Light"/>
                </a:rPr>
                <a:t>line_metrics_showcase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7. </a:t>
              </a:r>
              <a:r>
                <a:rPr lang="en-US" b="0" err="1">
                  <a:latin typeface="Source Sans Pro" panose="020B0503030403020204" pitchFamily="34" charset="0"/>
                  <a:ea typeface="Source Sans Pro" panose="020B0503030403020204" pitchFamily="34" charset="0"/>
                  <a:sym typeface="Source Sans Pro Light"/>
                </a:rPr>
                <a:t>graph_gof_showcase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8. </a:t>
              </a:r>
              <a:r>
                <a:rPr lang="en-US" b="0" err="1">
                  <a:latin typeface="Source Sans Pro" panose="020B0503030403020204" pitchFamily="34" charset="0"/>
                  <a:ea typeface="Source Sans Pro" panose="020B0503030403020204" pitchFamily="34" charset="0"/>
                  <a:sym typeface="Source Sans Pro Light"/>
                </a:rPr>
                <a:t>download_jira_issues</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9. </a:t>
              </a:r>
              <a:r>
                <a:rPr lang="en-US" b="0" err="1">
                  <a:latin typeface="Source Sans Pro" panose="020B0503030403020204" pitchFamily="34" charset="0"/>
                  <a:ea typeface="Source Sans Pro" panose="020B0503030403020204" pitchFamily="34" charset="0"/>
                  <a:sym typeface="Source Sans Pro Light"/>
                </a:rPr>
                <a:t>download_mail</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10. </a:t>
              </a:r>
              <a:r>
                <a:rPr lang="en-US" b="0" err="1">
                  <a:latin typeface="Source Sans Pro" panose="020B0503030403020204" pitchFamily="34" charset="0"/>
                  <a:ea typeface="Source Sans Pro" panose="020B0503030403020204" pitchFamily="34" charset="0"/>
                  <a:sym typeface="Source Sans Pro Light"/>
                </a:rPr>
                <a:t>bug_count</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11. </a:t>
              </a:r>
              <a:r>
                <a:rPr lang="en-US" b="0" err="1">
                  <a:latin typeface="Source Sans Pro" panose="020B0503030403020204" pitchFamily="34" charset="0"/>
                  <a:ea typeface="Source Sans Pro" panose="020B0503030403020204" pitchFamily="34" charset="0"/>
                  <a:sym typeface="Source Sans Pro Light"/>
                </a:rPr>
                <a:t>reply_communication_showcase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12. dv8_showcase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13. </a:t>
              </a:r>
              <a:r>
                <a:rPr lang="en-US" b="0" err="1">
                  <a:latin typeface="Source Sans Pro" panose="020B0503030403020204" pitchFamily="34" charset="0"/>
                  <a:ea typeface="Source Sans Pro" panose="020B0503030403020204" pitchFamily="34" charset="0"/>
                  <a:sym typeface="Source Sans Pro Light"/>
                </a:rPr>
                <a:t>gitlog_vulnerabilities_showcase</a:t>
              </a:r>
              <a:br>
                <a:rPr lang="en-US" b="0">
                  <a:latin typeface="Source Sans Pro" panose="020B0503030403020204" pitchFamily="34" charset="0"/>
                  <a:ea typeface="Source Sans Pro" panose="020B0503030403020204" pitchFamily="34" charset="0"/>
                  <a:sym typeface="Source Sans Pro Light"/>
                </a:rPr>
              </a:br>
              <a:endParaRPr lang="en-US">
                <a:latin typeface="Source Sans Pro" panose="020B0503030403020204" pitchFamily="34" charset="0"/>
                <a:ea typeface="Source Sans Pro" panose="020B0503030403020204" pitchFamily="34" charset="0"/>
                <a:sym typeface="Source Sans Pro"/>
              </a:endParaRPr>
            </a:p>
          </p:txBody>
        </p:sp>
        <p:sp>
          <p:nvSpPr>
            <p:cNvPr id="356" name="Layout Suggestions">
              <a:extLst>
                <a:ext uri="{FF2B5EF4-FFF2-40B4-BE49-F238E27FC236}">
                  <a16:creationId xmlns:a16="http://schemas.microsoft.com/office/drawing/2014/main" id="{654898F1-76AC-5EF9-B3C4-B75F9559A557}"/>
                </a:ext>
              </a:extLst>
            </p:cNvPr>
            <p:cNvSpPr txBox="1"/>
            <p:nvPr/>
          </p:nvSpPr>
          <p:spPr>
            <a:xfrm>
              <a:off x="9086041" y="2058548"/>
              <a:ext cx="2562620"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Current Support</a:t>
              </a:r>
            </a:p>
          </p:txBody>
        </p:sp>
        <p:sp>
          <p:nvSpPr>
            <p:cNvPr id="357" name="Line">
              <a:extLst>
                <a:ext uri="{FF2B5EF4-FFF2-40B4-BE49-F238E27FC236}">
                  <a16:creationId xmlns:a16="http://schemas.microsoft.com/office/drawing/2014/main" id="{4B7DD0A4-3751-0FFC-CA7B-F96FB80CFB49}"/>
                </a:ext>
              </a:extLst>
            </p:cNvPr>
            <p:cNvSpPr/>
            <p:nvPr/>
          </p:nvSpPr>
          <p:spPr>
            <a:xfrm flipV="1">
              <a:off x="9108299" y="2502631"/>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grpSp>
        <p:nvGrpSpPr>
          <p:cNvPr id="394" name="Group 393">
            <a:extLst>
              <a:ext uri="{FF2B5EF4-FFF2-40B4-BE49-F238E27FC236}">
                <a16:creationId xmlns:a16="http://schemas.microsoft.com/office/drawing/2014/main" id="{B3E3BB5B-3321-DDDE-6B2D-F9A41BC3DA29}"/>
              </a:ext>
            </a:extLst>
          </p:cNvPr>
          <p:cNvGrpSpPr/>
          <p:nvPr/>
        </p:nvGrpSpPr>
        <p:grpSpPr>
          <a:xfrm>
            <a:off x="9119427" y="2201724"/>
            <a:ext cx="3893387" cy="4447220"/>
            <a:chOff x="9086040" y="2058548"/>
            <a:chExt cx="3893387" cy="5215999"/>
          </a:xfrm>
        </p:grpSpPr>
        <p:sp>
          <p:nvSpPr>
            <p:cNvPr id="395" name="Use headers, colors, and/or backgrounds to separate or group together sections.">
              <a:extLst>
                <a:ext uri="{FF2B5EF4-FFF2-40B4-BE49-F238E27FC236}">
                  <a16:creationId xmlns:a16="http://schemas.microsoft.com/office/drawing/2014/main" id="{1F5033CF-011E-091C-8FCC-84AB6DD4741B}"/>
                </a:ext>
              </a:extLst>
            </p:cNvPr>
            <p:cNvSpPr txBox="1"/>
            <p:nvPr/>
          </p:nvSpPr>
          <p:spPr>
            <a:xfrm>
              <a:off x="9099803" y="2555416"/>
              <a:ext cx="3871127" cy="471913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Due to the nature </a:t>
              </a:r>
              <a:r>
                <a:rPr lang="en-US" b="0" err="1">
                  <a:latin typeface="Source Sans Pro" panose="020B0503030403020204" pitchFamily="34" charset="0"/>
                  <a:ea typeface="Source Sans Pro" panose="020B0503030403020204" pitchFamily="34" charset="0"/>
                  <a:sym typeface="Source Sans Pro Light"/>
                </a:rPr>
                <a:t>Kaiaulu</a:t>
              </a:r>
              <a:r>
                <a:rPr lang="en-US" b="0">
                  <a:latin typeface="Source Sans Pro" panose="020B0503030403020204" pitchFamily="34" charset="0"/>
                  <a:ea typeface="Source Sans Pro" panose="020B0503030403020204" pitchFamily="34" charset="0"/>
                  <a:sym typeface="Source Sans Pro Light"/>
                </a:rPr>
                <a:t> was build in isolation overtime the program has accrued a good amount of technical debt. Examples are as following</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Keys</a:t>
              </a:r>
              <a:br>
                <a:rPr lang="en-US" b="0">
                  <a:latin typeface="Source Sans Pro" panose="020B0503030403020204" pitchFamily="34" charset="0"/>
                  <a:ea typeface="Source Sans Pro" panose="020B0503030403020204" pitchFamily="34" charset="0"/>
                  <a:sym typeface="Source Sans Pro Light"/>
                </a:rPr>
              </a:b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 Do not share the same name</a:t>
              </a:r>
              <a:br>
                <a:rPr lang="en-US" b="0">
                  <a:latin typeface="Source Sans Pro" panose="020B0503030403020204" pitchFamily="34" charset="0"/>
                  <a:ea typeface="Source Sans Pro" panose="020B0503030403020204" pitchFamily="34" charset="0"/>
                  <a:sym typeface="Source Sans Pro Light"/>
                </a:rPr>
              </a:br>
              <a:r>
                <a:rPr lang="en-US" b="0">
                  <a:solidFill>
                    <a:srgbClr val="000000"/>
                  </a:solidFill>
                  <a:latin typeface="Source Sans Pro" panose="020B0503030403020204" pitchFamily="34" charset="0"/>
                  <a:ea typeface="Source Sans Pro" panose="020B0503030403020204" pitchFamily="34" charset="0"/>
                  <a:sym typeface="Source Sans Pro Light"/>
                </a:rPr>
                <a:t>2. Hidden without any explicit reference in the code or notebooks</a:t>
              </a:r>
              <a:br>
                <a:rPr lang="en-US" b="0">
                  <a:solidFill>
                    <a:srgbClr val="000000"/>
                  </a:solidFill>
                  <a:latin typeface="Source Sans Pro" panose="020B0503030403020204" pitchFamily="34" charset="0"/>
                  <a:ea typeface="Source Sans Pro" panose="020B0503030403020204" pitchFamily="34" charset="0"/>
                  <a:sym typeface="Source Sans Pro Light"/>
                </a:rPr>
              </a:br>
              <a:br>
                <a:rPr lang="en-US" b="0">
                  <a:solidFill>
                    <a:srgbClr val="000000"/>
                  </a:solidFill>
                  <a:latin typeface="Source Sans Pro" panose="020B0503030403020204" pitchFamily="34" charset="0"/>
                  <a:ea typeface="Source Sans Pro" panose="020B0503030403020204" pitchFamily="34" charset="0"/>
                  <a:sym typeface="Source Sans Pro Light"/>
                </a:rPr>
              </a:br>
              <a:r>
                <a:rPr lang="en-US" b="0">
                  <a:solidFill>
                    <a:srgbClr val="000000"/>
                  </a:solidFill>
                  <a:latin typeface="Source Sans Pro" panose="020B0503030403020204" pitchFamily="34" charset="0"/>
                  <a:ea typeface="Source Sans Pro" panose="020B0503030403020204" pitchFamily="34" charset="0"/>
                  <a:sym typeface="Source Sans Pro Light"/>
                </a:rPr>
                <a:t>Data</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3. What are the table’s columns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4. What data type are said columns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Merges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5. What modules relate to one another</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rgbClr val="000000"/>
                  </a:solidFill>
                  <a:latin typeface="Source Sans Pro" panose="020B0503030403020204" pitchFamily="34" charset="0"/>
                  <a:ea typeface="Source Sans Pro" panose="020B0503030403020204" pitchFamily="34" charset="0"/>
                  <a:sym typeface="Source Sans Pro Light"/>
                </a:rPr>
                <a:t>6. What columns are used for a merge remain unclear</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br>
                <a:rPr lang="en-US" b="0">
                  <a:latin typeface="Source Sans Pro" panose="020B0503030403020204" pitchFamily="34" charset="0"/>
                  <a:ea typeface="Source Sans Pro" panose="020B0503030403020204" pitchFamily="34" charset="0"/>
                  <a:sym typeface="Source Sans Pro Light"/>
                </a:rPr>
              </a:br>
              <a:endParaRPr lang="en-US">
                <a:latin typeface="Source Sans Pro" panose="020B0503030403020204" pitchFamily="34" charset="0"/>
                <a:ea typeface="Source Sans Pro" panose="020B0503030403020204" pitchFamily="34" charset="0"/>
                <a:sym typeface="Source Sans Pro"/>
              </a:endParaRPr>
            </a:p>
          </p:txBody>
        </p:sp>
        <p:sp>
          <p:nvSpPr>
            <p:cNvPr id="396" name="Layout Suggestions">
              <a:extLst>
                <a:ext uri="{FF2B5EF4-FFF2-40B4-BE49-F238E27FC236}">
                  <a16:creationId xmlns:a16="http://schemas.microsoft.com/office/drawing/2014/main" id="{FA79A869-F7B1-7C69-CB8E-4BD668A3A330}"/>
                </a:ext>
              </a:extLst>
            </p:cNvPr>
            <p:cNvSpPr txBox="1"/>
            <p:nvPr/>
          </p:nvSpPr>
          <p:spPr>
            <a:xfrm>
              <a:off x="9086040" y="2058548"/>
              <a:ext cx="3650913"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b="0"/>
                <a:t>Accidental Architecture</a:t>
              </a:r>
              <a:endParaRPr lang="en-US"/>
            </a:p>
          </p:txBody>
        </p:sp>
        <p:sp>
          <p:nvSpPr>
            <p:cNvPr id="397" name="Line">
              <a:extLst>
                <a:ext uri="{FF2B5EF4-FFF2-40B4-BE49-F238E27FC236}">
                  <a16:creationId xmlns:a16="http://schemas.microsoft.com/office/drawing/2014/main" id="{5AAF23D2-686B-BAB0-18F4-B1511B95546B}"/>
                </a:ext>
              </a:extLst>
            </p:cNvPr>
            <p:cNvSpPr/>
            <p:nvPr/>
          </p:nvSpPr>
          <p:spPr>
            <a:xfrm flipV="1">
              <a:off x="9108299" y="2502631"/>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pic>
        <p:nvPicPr>
          <p:cNvPr id="6" name="Graphic 5" descr="Paper outline">
            <a:extLst>
              <a:ext uri="{FF2B5EF4-FFF2-40B4-BE49-F238E27FC236}">
                <a16:creationId xmlns:a16="http://schemas.microsoft.com/office/drawing/2014/main" id="{10E1FA61-1D6B-75B0-03BE-67EC3E96DC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81963" y="3094805"/>
            <a:ext cx="889835" cy="839093"/>
          </a:xfrm>
          <a:prstGeom prst="rect">
            <a:avLst/>
          </a:prstGeom>
        </p:spPr>
      </p:pic>
      <p:sp>
        <p:nvSpPr>
          <p:cNvPr id="9" name="TextBox 8">
            <a:extLst>
              <a:ext uri="{FF2B5EF4-FFF2-40B4-BE49-F238E27FC236}">
                <a16:creationId xmlns:a16="http://schemas.microsoft.com/office/drawing/2014/main" id="{6D9DD75F-6FD4-296B-0744-D3F2EA8648F5}"/>
              </a:ext>
            </a:extLst>
          </p:cNvPr>
          <p:cNvSpPr txBox="1"/>
          <p:nvPr/>
        </p:nvSpPr>
        <p:spPr>
          <a:xfrm>
            <a:off x="4713809" y="4491720"/>
            <a:ext cx="89356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Git Module</a:t>
            </a:r>
          </a:p>
        </p:txBody>
      </p:sp>
      <p:cxnSp>
        <p:nvCxnSpPr>
          <p:cNvPr id="10" name="Elbow Connector 284">
            <a:extLst>
              <a:ext uri="{FF2B5EF4-FFF2-40B4-BE49-F238E27FC236}">
                <a16:creationId xmlns:a16="http://schemas.microsoft.com/office/drawing/2014/main" id="{E4F32D65-C889-18EB-6403-FFC6EE753974}"/>
              </a:ext>
            </a:extLst>
          </p:cNvPr>
          <p:cNvCxnSpPr>
            <a:cxnSpLocks/>
            <a:stCxn id="256" idx="2"/>
            <a:endCxn id="6" idx="0"/>
          </p:cNvCxnSpPr>
          <p:nvPr/>
        </p:nvCxnSpPr>
        <p:spPr>
          <a:xfrm rot="5400000">
            <a:off x="6511488" y="2977727"/>
            <a:ext cx="232471" cy="168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0" name="Rectangle 19">
            <a:extLst>
              <a:ext uri="{FF2B5EF4-FFF2-40B4-BE49-F238E27FC236}">
                <a16:creationId xmlns:a16="http://schemas.microsoft.com/office/drawing/2014/main" id="{6498DA61-C0EA-DA57-74CA-6633D7DC56FF}"/>
              </a:ext>
            </a:extLst>
          </p:cNvPr>
          <p:cNvSpPr/>
          <p:nvPr/>
        </p:nvSpPr>
        <p:spPr>
          <a:xfrm>
            <a:off x="4630374" y="4143941"/>
            <a:ext cx="4162163" cy="5251069"/>
          </a:xfrm>
          <a:prstGeom prst="rect">
            <a:avLst/>
          </a:prstGeom>
          <a:noFill/>
          <a:ln w="12700" cap="flat">
            <a:solidFill>
              <a:schemeClr val="tx1"/>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028" name="Picture 4" descr="Database Images - Free Download on Freepik">
            <a:extLst>
              <a:ext uri="{FF2B5EF4-FFF2-40B4-BE49-F238E27FC236}">
                <a16:creationId xmlns:a16="http://schemas.microsoft.com/office/drawing/2014/main" id="{BF8C6449-B5BC-1445-DBBD-A7CCF9D00D5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43610" y="4193451"/>
            <a:ext cx="278498" cy="278498"/>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AEF27134-2589-7DE6-43A0-FABFE3891D1D}"/>
              </a:ext>
            </a:extLst>
          </p:cNvPr>
          <p:cNvSpPr txBox="1"/>
          <p:nvPr/>
        </p:nvSpPr>
        <p:spPr>
          <a:xfrm>
            <a:off x="4635083" y="4151085"/>
            <a:ext cx="961616"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Data Layer</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26" name="Oval 25">
            <a:extLst>
              <a:ext uri="{FF2B5EF4-FFF2-40B4-BE49-F238E27FC236}">
                <a16:creationId xmlns:a16="http://schemas.microsoft.com/office/drawing/2014/main" id="{AAD94990-BDE7-62A7-8186-0C41A8F32695}"/>
              </a:ext>
            </a:extLst>
          </p:cNvPr>
          <p:cNvSpPr/>
          <p:nvPr/>
        </p:nvSpPr>
        <p:spPr>
          <a:xfrm>
            <a:off x="4986383" y="6326878"/>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Oval 26">
            <a:extLst>
              <a:ext uri="{FF2B5EF4-FFF2-40B4-BE49-F238E27FC236}">
                <a16:creationId xmlns:a16="http://schemas.microsoft.com/office/drawing/2014/main" id="{394FE93E-E4E3-9F08-585B-72CE7460B73D}"/>
              </a:ext>
            </a:extLst>
          </p:cNvPr>
          <p:cNvSpPr/>
          <p:nvPr/>
        </p:nvSpPr>
        <p:spPr>
          <a:xfrm>
            <a:off x="5492131" y="6337567"/>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 name="Oval 27">
            <a:extLst>
              <a:ext uri="{FF2B5EF4-FFF2-40B4-BE49-F238E27FC236}">
                <a16:creationId xmlns:a16="http://schemas.microsoft.com/office/drawing/2014/main" id="{E25059F2-91A0-ACCE-2AFF-D1A3A76A325E}"/>
              </a:ext>
            </a:extLst>
          </p:cNvPr>
          <p:cNvSpPr/>
          <p:nvPr/>
        </p:nvSpPr>
        <p:spPr>
          <a:xfrm>
            <a:off x="5387009" y="5958104"/>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 name="Oval 28">
            <a:extLst>
              <a:ext uri="{FF2B5EF4-FFF2-40B4-BE49-F238E27FC236}">
                <a16:creationId xmlns:a16="http://schemas.microsoft.com/office/drawing/2014/main" id="{D07B1C46-2F02-94CF-04C8-01F4C5273B17}"/>
              </a:ext>
            </a:extLst>
          </p:cNvPr>
          <p:cNvSpPr/>
          <p:nvPr/>
        </p:nvSpPr>
        <p:spPr>
          <a:xfrm>
            <a:off x="6039701" y="5882771"/>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Oval 29">
            <a:extLst>
              <a:ext uri="{FF2B5EF4-FFF2-40B4-BE49-F238E27FC236}">
                <a16:creationId xmlns:a16="http://schemas.microsoft.com/office/drawing/2014/main" id="{9F29CACB-87F2-61C2-5F3C-F9CE4E30274B}"/>
              </a:ext>
            </a:extLst>
          </p:cNvPr>
          <p:cNvSpPr/>
          <p:nvPr/>
        </p:nvSpPr>
        <p:spPr>
          <a:xfrm>
            <a:off x="6003502" y="6443776"/>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2" name="Straight Connector 31">
            <a:extLst>
              <a:ext uri="{FF2B5EF4-FFF2-40B4-BE49-F238E27FC236}">
                <a16:creationId xmlns:a16="http://schemas.microsoft.com/office/drawing/2014/main" id="{0695B21B-B3E3-27EE-45CF-08312DC58724}"/>
              </a:ext>
            </a:extLst>
          </p:cNvPr>
          <p:cNvCxnSpPr>
            <a:cxnSpLocks/>
            <a:stCxn id="26" idx="7"/>
            <a:endCxn id="28" idx="3"/>
          </p:cNvCxnSpPr>
          <p:nvPr/>
        </p:nvCxnSpPr>
        <p:spPr>
          <a:xfrm flipV="1">
            <a:off x="5145203" y="6121462"/>
            <a:ext cx="269055" cy="233444"/>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 name="Straight Connector 33">
            <a:extLst>
              <a:ext uri="{FF2B5EF4-FFF2-40B4-BE49-F238E27FC236}">
                <a16:creationId xmlns:a16="http://schemas.microsoft.com/office/drawing/2014/main" id="{938E19F8-AC42-6CDC-17F9-DB505C85D8F9}"/>
              </a:ext>
            </a:extLst>
          </p:cNvPr>
          <p:cNvCxnSpPr>
            <a:cxnSpLocks/>
            <a:stCxn id="27" idx="0"/>
            <a:endCxn id="28" idx="4"/>
          </p:cNvCxnSpPr>
          <p:nvPr/>
        </p:nvCxnSpPr>
        <p:spPr>
          <a:xfrm flipH="1" flipV="1">
            <a:off x="5480044" y="6149490"/>
            <a:ext cx="105122" cy="18807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8" name="Straight Connector 37">
            <a:extLst>
              <a:ext uri="{FF2B5EF4-FFF2-40B4-BE49-F238E27FC236}">
                <a16:creationId xmlns:a16="http://schemas.microsoft.com/office/drawing/2014/main" id="{D8EA0EB3-337C-E99D-4047-D7473681126F}"/>
              </a:ext>
            </a:extLst>
          </p:cNvPr>
          <p:cNvCxnSpPr>
            <a:cxnSpLocks/>
            <a:stCxn id="29" idx="2"/>
            <a:endCxn id="28" idx="6"/>
          </p:cNvCxnSpPr>
          <p:nvPr/>
        </p:nvCxnSpPr>
        <p:spPr>
          <a:xfrm flipH="1">
            <a:off x="5573078" y="5978464"/>
            <a:ext cx="466623" cy="7533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1" name="Straight Connector 40">
            <a:extLst>
              <a:ext uri="{FF2B5EF4-FFF2-40B4-BE49-F238E27FC236}">
                <a16:creationId xmlns:a16="http://schemas.microsoft.com/office/drawing/2014/main" id="{42D839A1-32D2-81E1-31CB-7A6DA5849847}"/>
              </a:ext>
            </a:extLst>
          </p:cNvPr>
          <p:cNvCxnSpPr>
            <a:cxnSpLocks/>
            <a:stCxn id="30" idx="0"/>
            <a:endCxn id="29" idx="4"/>
          </p:cNvCxnSpPr>
          <p:nvPr/>
        </p:nvCxnSpPr>
        <p:spPr>
          <a:xfrm flipV="1">
            <a:off x="6096537" y="6074157"/>
            <a:ext cx="36199" cy="36961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449" name="Graphic 448" descr="Paper outline">
            <a:extLst>
              <a:ext uri="{FF2B5EF4-FFF2-40B4-BE49-F238E27FC236}">
                <a16:creationId xmlns:a16="http://schemas.microsoft.com/office/drawing/2014/main" id="{9166B74E-15E1-CC28-E764-F46F32A3FDB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41474" y="5067598"/>
            <a:ext cx="799030" cy="753466"/>
          </a:xfrm>
          <a:prstGeom prst="rect">
            <a:avLst/>
          </a:prstGeom>
        </p:spPr>
      </p:pic>
      <p:sp>
        <p:nvSpPr>
          <p:cNvPr id="485" name="Rectangle 484">
            <a:extLst>
              <a:ext uri="{FF2B5EF4-FFF2-40B4-BE49-F238E27FC236}">
                <a16:creationId xmlns:a16="http://schemas.microsoft.com/office/drawing/2014/main" id="{97638A28-5557-197D-D6EE-A012AD6A27BC}"/>
              </a:ext>
            </a:extLst>
          </p:cNvPr>
          <p:cNvSpPr/>
          <p:nvPr/>
        </p:nvSpPr>
        <p:spPr>
          <a:xfrm>
            <a:off x="4817348" y="4770606"/>
            <a:ext cx="1724865" cy="1940027"/>
          </a:xfrm>
          <a:prstGeom prst="rect">
            <a:avLst/>
          </a:prstGeom>
          <a:noFill/>
          <a:ln w="12700" cap="flat">
            <a:solidFill>
              <a:srgbClr val="00872B"/>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1" name="TextBox 500">
            <a:extLst>
              <a:ext uri="{FF2B5EF4-FFF2-40B4-BE49-F238E27FC236}">
                <a16:creationId xmlns:a16="http://schemas.microsoft.com/office/drawing/2014/main" id="{9D26218E-DFB3-6773-0355-4C6D9BC7EC42}"/>
              </a:ext>
            </a:extLst>
          </p:cNvPr>
          <p:cNvSpPr txBox="1"/>
          <p:nvPr/>
        </p:nvSpPr>
        <p:spPr>
          <a:xfrm>
            <a:off x="6677164" y="4503898"/>
            <a:ext cx="945606"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err="1">
                <a:solidFill>
                  <a:schemeClr val="tx1"/>
                </a:solidFill>
              </a:rPr>
              <a:t>Src</a:t>
            </a:r>
            <a:r>
              <a:rPr lang="en-US" b="0">
                <a:solidFill>
                  <a:schemeClr val="tx1"/>
                </a:solidFill>
              </a:rPr>
              <a:t> Module</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502" name="TextBox 501">
            <a:extLst>
              <a:ext uri="{FF2B5EF4-FFF2-40B4-BE49-F238E27FC236}">
                <a16:creationId xmlns:a16="http://schemas.microsoft.com/office/drawing/2014/main" id="{D891C2F6-5200-E31D-0641-8BE5C2E5661A}"/>
              </a:ext>
            </a:extLst>
          </p:cNvPr>
          <p:cNvSpPr txBox="1"/>
          <p:nvPr/>
        </p:nvSpPr>
        <p:spPr>
          <a:xfrm>
            <a:off x="6338029" y="3400111"/>
            <a:ext cx="528819"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a:t>
            </a:r>
            <a:r>
              <a:rPr lang="en-US" b="0" err="1">
                <a:solidFill>
                  <a:schemeClr val="tx1"/>
                </a:solidFill>
              </a:rPr>
              <a:t>Rmd</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cxnSp>
        <p:nvCxnSpPr>
          <p:cNvPr id="503" name="Elbow Connector 284">
            <a:extLst>
              <a:ext uri="{FF2B5EF4-FFF2-40B4-BE49-F238E27FC236}">
                <a16:creationId xmlns:a16="http://schemas.microsoft.com/office/drawing/2014/main" id="{2295DEF7-5E8A-E32D-30F1-6C36BDAC99BA}"/>
              </a:ext>
            </a:extLst>
          </p:cNvPr>
          <p:cNvCxnSpPr>
            <a:cxnSpLocks/>
            <a:stCxn id="502" idx="2"/>
            <a:endCxn id="485" idx="0"/>
          </p:cNvCxnSpPr>
          <p:nvPr/>
        </p:nvCxnSpPr>
        <p:spPr>
          <a:xfrm rot="5400000">
            <a:off x="5686695" y="3854862"/>
            <a:ext cx="908830" cy="922658"/>
          </a:xfrm>
          <a:prstGeom prst="bentConnector3">
            <a:avLst>
              <a:gd name="adj1" fmla="val 71630"/>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506" name="Elbow Connector 284">
            <a:extLst>
              <a:ext uri="{FF2B5EF4-FFF2-40B4-BE49-F238E27FC236}">
                <a16:creationId xmlns:a16="http://schemas.microsoft.com/office/drawing/2014/main" id="{FE80C3E5-4B84-446B-A945-B39AEF6D6E9E}"/>
              </a:ext>
            </a:extLst>
          </p:cNvPr>
          <p:cNvCxnSpPr>
            <a:cxnSpLocks/>
            <a:stCxn id="502" idx="2"/>
            <a:endCxn id="1174" idx="0"/>
          </p:cNvCxnSpPr>
          <p:nvPr/>
        </p:nvCxnSpPr>
        <p:spPr>
          <a:xfrm rot="16200000" flipH="1">
            <a:off x="6672450" y="3791764"/>
            <a:ext cx="903990" cy="1044013"/>
          </a:xfrm>
          <a:prstGeom prst="bentConnector3">
            <a:avLst>
              <a:gd name="adj1" fmla="val 71746"/>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pic>
        <p:nvPicPr>
          <p:cNvPr id="1034" name="Graphic 1033" descr="Paper outline">
            <a:extLst>
              <a:ext uri="{FF2B5EF4-FFF2-40B4-BE49-F238E27FC236}">
                <a16:creationId xmlns:a16="http://schemas.microsoft.com/office/drawing/2014/main" id="{95923B33-BFA3-86A6-98FB-73C6141C36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96157" y="8522452"/>
            <a:ext cx="799030" cy="753466"/>
          </a:xfrm>
          <a:prstGeom prst="rect">
            <a:avLst/>
          </a:prstGeom>
        </p:spPr>
      </p:pic>
      <p:sp>
        <p:nvSpPr>
          <p:cNvPr id="1035" name="TextBox 1034">
            <a:extLst>
              <a:ext uri="{FF2B5EF4-FFF2-40B4-BE49-F238E27FC236}">
                <a16:creationId xmlns:a16="http://schemas.microsoft.com/office/drawing/2014/main" id="{9AAA6487-14C7-401C-3C36-3A7080D43E50}"/>
              </a:ext>
            </a:extLst>
          </p:cNvPr>
          <p:cNvSpPr txBox="1"/>
          <p:nvPr/>
        </p:nvSpPr>
        <p:spPr>
          <a:xfrm>
            <a:off x="5476831" y="8840246"/>
            <a:ext cx="742675"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500" b="0">
                <a:solidFill>
                  <a:schemeClr val="tx1"/>
                </a:solidFill>
              </a:rPr>
              <a:t>Graph () </a:t>
            </a:r>
            <a:endParaRPr kumimoji="0" lang="en-US" sz="5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036" name="TextBox 1035">
            <a:extLst>
              <a:ext uri="{FF2B5EF4-FFF2-40B4-BE49-F238E27FC236}">
                <a16:creationId xmlns:a16="http://schemas.microsoft.com/office/drawing/2014/main" id="{59A36363-2653-AB06-3433-64D17CDD1803}"/>
              </a:ext>
            </a:extLst>
          </p:cNvPr>
          <p:cNvSpPr txBox="1"/>
          <p:nvPr/>
        </p:nvSpPr>
        <p:spPr>
          <a:xfrm>
            <a:off x="6047647" y="8860738"/>
            <a:ext cx="742675"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500" b="0">
                <a:solidFill>
                  <a:schemeClr val="tx1"/>
                </a:solidFill>
              </a:rPr>
              <a:t>Identity () </a:t>
            </a:r>
            <a:endParaRPr kumimoji="0" lang="en-US" sz="5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037" name="Graphic 1036" descr="Paper outline">
            <a:extLst>
              <a:ext uri="{FF2B5EF4-FFF2-40B4-BE49-F238E27FC236}">
                <a16:creationId xmlns:a16="http://schemas.microsoft.com/office/drawing/2014/main" id="{6F66BFEB-F64F-5C25-BD98-E6000E6A551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66183" y="8531055"/>
            <a:ext cx="799030" cy="753466"/>
          </a:xfrm>
          <a:prstGeom prst="rect">
            <a:avLst/>
          </a:prstGeom>
        </p:spPr>
      </p:pic>
      <p:sp>
        <p:nvSpPr>
          <p:cNvPr id="1039" name="TextBox 1038">
            <a:extLst>
              <a:ext uri="{FF2B5EF4-FFF2-40B4-BE49-F238E27FC236}">
                <a16:creationId xmlns:a16="http://schemas.microsoft.com/office/drawing/2014/main" id="{816726A0-7583-8D6D-712E-8E573243CF19}"/>
              </a:ext>
            </a:extLst>
          </p:cNvPr>
          <p:cNvSpPr txBox="1"/>
          <p:nvPr/>
        </p:nvSpPr>
        <p:spPr>
          <a:xfrm>
            <a:off x="5388611" y="8402149"/>
            <a:ext cx="742675"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500" b="0">
                <a:solidFill>
                  <a:schemeClr val="tx1"/>
                </a:solidFill>
              </a:rPr>
              <a:t>Functions</a:t>
            </a:r>
            <a:endParaRPr kumimoji="0" lang="en-US" sz="5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054" name="Picture 10" descr="Terminal - Free computer icons">
            <a:extLst>
              <a:ext uri="{FF2B5EF4-FFF2-40B4-BE49-F238E27FC236}">
                <a16:creationId xmlns:a16="http://schemas.microsoft.com/office/drawing/2014/main" id="{E9DAAEA7-62D1-FC26-B44D-95730A12061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65664" y="3001077"/>
            <a:ext cx="952412" cy="952412"/>
          </a:xfrm>
          <a:prstGeom prst="rect">
            <a:avLst/>
          </a:prstGeom>
          <a:noFill/>
          <a:extLst>
            <a:ext uri="{909E8E84-426E-40DD-AFC4-6F175D3DCCD1}">
              <a14:hiddenFill xmlns:a14="http://schemas.microsoft.com/office/drawing/2010/main">
                <a:solidFill>
                  <a:srgbClr val="FFFFFF"/>
                </a:solidFill>
              </a14:hiddenFill>
            </a:ext>
          </a:extLst>
        </p:spPr>
      </p:pic>
      <p:cxnSp>
        <p:nvCxnSpPr>
          <p:cNvPr id="1055" name="Elbow Connector 284">
            <a:extLst>
              <a:ext uri="{FF2B5EF4-FFF2-40B4-BE49-F238E27FC236}">
                <a16:creationId xmlns:a16="http://schemas.microsoft.com/office/drawing/2014/main" id="{81CED589-473F-4B4D-0A69-5B4026E2596E}"/>
              </a:ext>
            </a:extLst>
          </p:cNvPr>
          <p:cNvCxnSpPr>
            <a:cxnSpLocks/>
            <a:stCxn id="485" idx="2"/>
            <a:endCxn id="363" idx="0"/>
          </p:cNvCxnSpPr>
          <p:nvPr/>
        </p:nvCxnSpPr>
        <p:spPr>
          <a:xfrm rot="16200000" flipH="1">
            <a:off x="5385975" y="7004439"/>
            <a:ext cx="587662" cy="50"/>
          </a:xfrm>
          <a:prstGeom prst="bentConnector3">
            <a:avLst>
              <a:gd name="adj1" fmla="val 50000"/>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1059" name="Elbow Connector 284">
            <a:extLst>
              <a:ext uri="{FF2B5EF4-FFF2-40B4-BE49-F238E27FC236}">
                <a16:creationId xmlns:a16="http://schemas.microsoft.com/office/drawing/2014/main" id="{096216DC-15D9-FFDB-4B02-13F12A89F17B}"/>
              </a:ext>
            </a:extLst>
          </p:cNvPr>
          <p:cNvCxnSpPr>
            <a:cxnSpLocks/>
            <a:stCxn id="1174" idx="2"/>
            <a:endCxn id="369" idx="0"/>
          </p:cNvCxnSpPr>
          <p:nvPr/>
        </p:nvCxnSpPr>
        <p:spPr>
          <a:xfrm rot="16200000" flipH="1">
            <a:off x="7366886" y="6985359"/>
            <a:ext cx="563033" cy="3900"/>
          </a:xfrm>
          <a:prstGeom prst="bentConnector3">
            <a:avLst>
              <a:gd name="adj1" fmla="val 50000"/>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1063" name="Elbow Connector 284">
            <a:extLst>
              <a:ext uri="{FF2B5EF4-FFF2-40B4-BE49-F238E27FC236}">
                <a16:creationId xmlns:a16="http://schemas.microsoft.com/office/drawing/2014/main" id="{E7A0D151-D6EF-0255-8EBE-B169B7A69686}"/>
              </a:ext>
            </a:extLst>
          </p:cNvPr>
          <p:cNvCxnSpPr>
            <a:cxnSpLocks/>
            <a:stCxn id="363" idx="2"/>
          </p:cNvCxnSpPr>
          <p:nvPr/>
        </p:nvCxnSpPr>
        <p:spPr>
          <a:xfrm rot="16200000" flipH="1">
            <a:off x="5311777" y="8038140"/>
            <a:ext cx="1846598" cy="1110491"/>
          </a:xfrm>
          <a:prstGeom prst="bentConnector3">
            <a:avLst>
              <a:gd name="adj1" fmla="val 37878"/>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66" name="Elbow Connector 284">
            <a:extLst>
              <a:ext uri="{FF2B5EF4-FFF2-40B4-BE49-F238E27FC236}">
                <a16:creationId xmlns:a16="http://schemas.microsoft.com/office/drawing/2014/main" id="{79305DAA-853D-6F4A-6CCF-E2C60E1052A2}"/>
              </a:ext>
            </a:extLst>
          </p:cNvPr>
          <p:cNvCxnSpPr>
            <a:cxnSpLocks/>
            <a:stCxn id="369" idx="2"/>
            <a:endCxn id="1220" idx="0"/>
          </p:cNvCxnSpPr>
          <p:nvPr/>
        </p:nvCxnSpPr>
        <p:spPr>
          <a:xfrm rot="5400000">
            <a:off x="6296669" y="8193401"/>
            <a:ext cx="1847567" cy="859800"/>
          </a:xfrm>
          <a:prstGeom prst="bentConnector3">
            <a:avLst>
              <a:gd name="adj1" fmla="val 36297"/>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72" name="Elbow Connector 284">
            <a:extLst>
              <a:ext uri="{FF2B5EF4-FFF2-40B4-BE49-F238E27FC236}">
                <a16:creationId xmlns:a16="http://schemas.microsoft.com/office/drawing/2014/main" id="{5DBF45F2-E3FC-3F6F-78D5-A37F11B01469}"/>
              </a:ext>
            </a:extLst>
          </p:cNvPr>
          <p:cNvCxnSpPr>
            <a:cxnSpLocks/>
            <a:stCxn id="1227" idx="3"/>
            <a:endCxn id="360" idx="2"/>
          </p:cNvCxnSpPr>
          <p:nvPr/>
        </p:nvCxnSpPr>
        <p:spPr>
          <a:xfrm flipV="1">
            <a:off x="7138438" y="8971891"/>
            <a:ext cx="301250" cy="983648"/>
          </a:xfrm>
          <a:prstGeom prst="bentConnector2">
            <a:avLst/>
          </a:prstGeom>
          <a:noFill/>
          <a:ln w="25400" cap="flat">
            <a:solidFill>
              <a:schemeClr val="accent6"/>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1076" name="Elbow Connector 284">
            <a:extLst>
              <a:ext uri="{FF2B5EF4-FFF2-40B4-BE49-F238E27FC236}">
                <a16:creationId xmlns:a16="http://schemas.microsoft.com/office/drawing/2014/main" id="{635F9719-D5F4-18F0-FD2B-967562B20BA8}"/>
              </a:ext>
            </a:extLst>
          </p:cNvPr>
          <p:cNvCxnSpPr>
            <a:cxnSpLocks/>
          </p:cNvCxnSpPr>
          <p:nvPr/>
        </p:nvCxnSpPr>
        <p:spPr>
          <a:xfrm flipV="1">
            <a:off x="7941118" y="3489589"/>
            <a:ext cx="358600" cy="5308712"/>
          </a:xfrm>
          <a:prstGeom prst="bentConnector3">
            <a:avLst>
              <a:gd name="adj1" fmla="val 196972"/>
            </a:avLst>
          </a:prstGeom>
          <a:noFill/>
          <a:ln w="25400" cap="flat">
            <a:solidFill>
              <a:srgbClr val="0265BF"/>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1081" name="Elbow Connector 284">
            <a:extLst>
              <a:ext uri="{FF2B5EF4-FFF2-40B4-BE49-F238E27FC236}">
                <a16:creationId xmlns:a16="http://schemas.microsoft.com/office/drawing/2014/main" id="{00D17976-FA4C-E02E-C306-65050DDDED59}"/>
              </a:ext>
            </a:extLst>
          </p:cNvPr>
          <p:cNvCxnSpPr>
            <a:cxnSpLocks/>
            <a:stCxn id="1054" idx="0"/>
          </p:cNvCxnSpPr>
          <p:nvPr/>
        </p:nvCxnSpPr>
        <p:spPr>
          <a:xfrm rot="16200000" flipV="1">
            <a:off x="7058739" y="2317945"/>
            <a:ext cx="680455" cy="685809"/>
          </a:xfrm>
          <a:prstGeom prst="bentConnector2">
            <a:avLst/>
          </a:prstGeom>
          <a:noFill/>
          <a:ln w="25400" cap="flat">
            <a:solidFill>
              <a:srgbClr val="0265BF"/>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256" name="Graphic 255" descr="Ui Ux outline">
            <a:extLst>
              <a:ext uri="{FF2B5EF4-FFF2-40B4-BE49-F238E27FC236}">
                <a16:creationId xmlns:a16="http://schemas.microsoft.com/office/drawing/2014/main" id="{0BCEBAAE-5C66-9F14-3CF0-BAC72814601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171365" y="1947934"/>
            <a:ext cx="914400" cy="914400"/>
          </a:xfrm>
          <a:prstGeom prst="rect">
            <a:avLst/>
          </a:prstGeom>
        </p:spPr>
      </p:pic>
      <p:sp>
        <p:nvSpPr>
          <p:cNvPr id="276" name="TextBox 275">
            <a:extLst>
              <a:ext uri="{FF2B5EF4-FFF2-40B4-BE49-F238E27FC236}">
                <a16:creationId xmlns:a16="http://schemas.microsoft.com/office/drawing/2014/main" id="{DDB56314-31BC-E5F7-7C49-F21901A14147}"/>
              </a:ext>
            </a:extLst>
          </p:cNvPr>
          <p:cNvSpPr txBox="1"/>
          <p:nvPr/>
        </p:nvSpPr>
        <p:spPr>
          <a:xfrm>
            <a:off x="7492769" y="9463380"/>
            <a:ext cx="1240198"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accent6"/>
                </a:solidFill>
                <a:effectLst/>
                <a:uFillTx/>
                <a:latin typeface="Source Sans Pro"/>
                <a:ea typeface="Source Sans Pro"/>
                <a:cs typeface="Source Sans Pro"/>
                <a:sym typeface="Source Sans Pro"/>
              </a:rPr>
              <a:t>Merges .</a:t>
            </a:r>
            <a:r>
              <a:rPr kumimoji="0" lang="en-US" b="0" i="0" u="none" strike="noStrike" cap="none" spc="0" normalizeH="0" baseline="0" err="1">
                <a:ln>
                  <a:noFill/>
                </a:ln>
                <a:solidFill>
                  <a:schemeClr val="accent6"/>
                </a:solidFill>
                <a:effectLst/>
                <a:uFillTx/>
                <a:latin typeface="Source Sans Pro"/>
                <a:ea typeface="Source Sans Pro"/>
                <a:cs typeface="Source Sans Pro"/>
                <a:sym typeface="Source Sans Pro"/>
              </a:rPr>
              <a:t>csvs</a:t>
            </a:r>
            <a:r>
              <a:rPr kumimoji="0" lang="en-US" b="0" i="0" u="none" strike="noStrike" cap="none" spc="0" normalizeH="0" baseline="0">
                <a:ln>
                  <a:noFill/>
                </a:ln>
                <a:solidFill>
                  <a:schemeClr val="accent6"/>
                </a:solidFill>
                <a:effectLst/>
                <a:uFillTx/>
                <a:latin typeface="Source Sans Pro"/>
                <a:ea typeface="Source Sans Pro"/>
                <a:cs typeface="Source Sans Pro"/>
                <a:sym typeface="Source Sans Pro"/>
              </a:rPr>
              <a:t> using Identity()</a:t>
            </a:r>
          </a:p>
        </p:txBody>
      </p:sp>
      <p:sp>
        <p:nvSpPr>
          <p:cNvPr id="277" name="TextBox 276">
            <a:extLst>
              <a:ext uri="{FF2B5EF4-FFF2-40B4-BE49-F238E27FC236}">
                <a16:creationId xmlns:a16="http://schemas.microsoft.com/office/drawing/2014/main" id="{B5E772C3-E2B2-A9D1-C7EE-4AC41E3A8032}"/>
              </a:ext>
            </a:extLst>
          </p:cNvPr>
          <p:cNvSpPr txBox="1"/>
          <p:nvPr/>
        </p:nvSpPr>
        <p:spPr>
          <a:xfrm>
            <a:off x="7934968" y="8417015"/>
            <a:ext cx="797999"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rgbClr val="0265BF"/>
                </a:solidFill>
              </a:rPr>
              <a:t>Graph</a:t>
            </a:r>
            <a:r>
              <a:rPr kumimoji="0" lang="en-US" b="0" i="0" u="none" strike="noStrike" cap="none" spc="0" normalizeH="0" baseline="0">
                <a:ln>
                  <a:noFill/>
                </a:ln>
                <a:solidFill>
                  <a:srgbClr val="0265BF"/>
                </a:solidFill>
                <a:effectLst/>
                <a:uFillTx/>
                <a:latin typeface="Source Sans Pro"/>
                <a:ea typeface="Source Sans Pro"/>
                <a:cs typeface="Source Sans Pro"/>
                <a:sym typeface="Source Sans Pro"/>
              </a:rPr>
              <a:t>()</a:t>
            </a:r>
          </a:p>
        </p:txBody>
      </p:sp>
      <p:sp>
        <p:nvSpPr>
          <p:cNvPr id="303" name="TextBox 302">
            <a:extLst>
              <a:ext uri="{FF2B5EF4-FFF2-40B4-BE49-F238E27FC236}">
                <a16:creationId xmlns:a16="http://schemas.microsoft.com/office/drawing/2014/main" id="{D5FB80C6-BE44-3BC9-D7C2-378AB142C8B9}"/>
              </a:ext>
            </a:extLst>
          </p:cNvPr>
          <p:cNvSpPr txBox="1"/>
          <p:nvPr/>
        </p:nvSpPr>
        <p:spPr>
          <a:xfrm>
            <a:off x="6099587" y="6793202"/>
            <a:ext cx="130586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Notebooks creates a .csv in the data layer</a:t>
            </a:r>
          </a:p>
        </p:txBody>
      </p:sp>
      <p:sp>
        <p:nvSpPr>
          <p:cNvPr id="307" name="TextBox 306">
            <a:extLst>
              <a:ext uri="{FF2B5EF4-FFF2-40B4-BE49-F238E27FC236}">
                <a16:creationId xmlns:a16="http://schemas.microsoft.com/office/drawing/2014/main" id="{B0E2D57D-83C2-B4CD-E16C-94A93343E279}"/>
              </a:ext>
            </a:extLst>
          </p:cNvPr>
          <p:cNvSpPr txBox="1"/>
          <p:nvPr/>
        </p:nvSpPr>
        <p:spPr>
          <a:xfrm>
            <a:off x="8146487" y="3095279"/>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Terminal</a:t>
            </a:r>
          </a:p>
        </p:txBody>
      </p:sp>
      <p:sp>
        <p:nvSpPr>
          <p:cNvPr id="308" name="TextBox 307">
            <a:extLst>
              <a:ext uri="{FF2B5EF4-FFF2-40B4-BE49-F238E27FC236}">
                <a16:creationId xmlns:a16="http://schemas.microsoft.com/office/drawing/2014/main" id="{E1588553-3623-B8A0-E1A2-C974F654D9FD}"/>
              </a:ext>
            </a:extLst>
          </p:cNvPr>
          <p:cNvSpPr txBox="1"/>
          <p:nvPr/>
        </p:nvSpPr>
        <p:spPr>
          <a:xfrm>
            <a:off x="5638438" y="2163659"/>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User</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54" name="Rectangle 353">
            <a:extLst>
              <a:ext uri="{FF2B5EF4-FFF2-40B4-BE49-F238E27FC236}">
                <a16:creationId xmlns:a16="http://schemas.microsoft.com/office/drawing/2014/main" id="{DDC8C62C-568A-1034-4D86-19F03748F094}"/>
              </a:ext>
            </a:extLst>
          </p:cNvPr>
          <p:cNvSpPr/>
          <p:nvPr/>
        </p:nvSpPr>
        <p:spPr>
          <a:xfrm>
            <a:off x="7020713" y="8600099"/>
            <a:ext cx="165983" cy="371792"/>
          </a:xfrm>
          <a:prstGeom prst="rect">
            <a:avLst/>
          </a:prstGeom>
          <a:noFill/>
          <a:ln w="12700" cap="flat">
            <a:solidFill>
              <a:schemeClr val="accent6"/>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58" name="Rectangle 357">
            <a:extLst>
              <a:ext uri="{FF2B5EF4-FFF2-40B4-BE49-F238E27FC236}">
                <a16:creationId xmlns:a16="http://schemas.microsoft.com/office/drawing/2014/main" id="{031465D3-59D1-2410-5B27-C1CBEA5701B3}"/>
              </a:ext>
            </a:extLst>
          </p:cNvPr>
          <p:cNvSpPr/>
          <p:nvPr/>
        </p:nvSpPr>
        <p:spPr>
          <a:xfrm>
            <a:off x="7188200" y="8600099"/>
            <a:ext cx="165983" cy="371792"/>
          </a:xfrm>
          <a:prstGeom prst="rect">
            <a:avLst/>
          </a:prstGeom>
          <a:no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0" name="Rectangle 359">
            <a:extLst>
              <a:ext uri="{FF2B5EF4-FFF2-40B4-BE49-F238E27FC236}">
                <a16:creationId xmlns:a16="http://schemas.microsoft.com/office/drawing/2014/main" id="{8004D345-66D0-A0F4-25C6-D47B3ECAC4AB}"/>
              </a:ext>
            </a:extLst>
          </p:cNvPr>
          <p:cNvSpPr/>
          <p:nvPr/>
        </p:nvSpPr>
        <p:spPr>
          <a:xfrm>
            <a:off x="7356696" y="8600099"/>
            <a:ext cx="165983" cy="371792"/>
          </a:xfrm>
          <a:prstGeom prst="rect">
            <a:avLst/>
          </a:prstGeom>
          <a:no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1" name="Rectangle 360">
            <a:extLst>
              <a:ext uri="{FF2B5EF4-FFF2-40B4-BE49-F238E27FC236}">
                <a16:creationId xmlns:a16="http://schemas.microsoft.com/office/drawing/2014/main" id="{9A6C8201-BFDF-D630-0773-BFF9A0710A0E}"/>
              </a:ext>
            </a:extLst>
          </p:cNvPr>
          <p:cNvSpPr/>
          <p:nvPr/>
        </p:nvSpPr>
        <p:spPr>
          <a:xfrm>
            <a:off x="7524183" y="8600099"/>
            <a:ext cx="165983" cy="371792"/>
          </a:xfrm>
          <a:prstGeom prst="rect">
            <a:avLst/>
          </a:prstGeom>
          <a:no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2" name="Rectangle 361">
            <a:extLst>
              <a:ext uri="{FF2B5EF4-FFF2-40B4-BE49-F238E27FC236}">
                <a16:creationId xmlns:a16="http://schemas.microsoft.com/office/drawing/2014/main" id="{6A63C66A-FEEA-D705-EB1C-EE34BBE9426D}"/>
              </a:ext>
            </a:extLst>
          </p:cNvPr>
          <p:cNvSpPr/>
          <p:nvPr/>
        </p:nvSpPr>
        <p:spPr>
          <a:xfrm>
            <a:off x="5432364" y="7298295"/>
            <a:ext cx="165983" cy="371792"/>
          </a:xfrm>
          <a:prstGeom prst="rect">
            <a:avLst/>
          </a:prstGeom>
          <a:noFill/>
          <a:ln w="12700" cap="flat">
            <a:solidFill>
              <a:schemeClr val="accent6"/>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3" name="Rectangle 362">
            <a:extLst>
              <a:ext uri="{FF2B5EF4-FFF2-40B4-BE49-F238E27FC236}">
                <a16:creationId xmlns:a16="http://schemas.microsoft.com/office/drawing/2014/main" id="{39F3F776-EBA9-6C9D-8E95-214263C2FE19}"/>
              </a:ext>
            </a:extLst>
          </p:cNvPr>
          <p:cNvSpPr/>
          <p:nvPr/>
        </p:nvSpPr>
        <p:spPr>
          <a:xfrm>
            <a:off x="5596839" y="7298295"/>
            <a:ext cx="165983" cy="371792"/>
          </a:xfrm>
          <a:prstGeom prst="rect">
            <a:avLst/>
          </a:prstGeom>
          <a:no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4" name="Rectangle 363">
            <a:extLst>
              <a:ext uri="{FF2B5EF4-FFF2-40B4-BE49-F238E27FC236}">
                <a16:creationId xmlns:a16="http://schemas.microsoft.com/office/drawing/2014/main" id="{46434297-34F7-B9CA-E2D2-CCE914D3BBE1}"/>
              </a:ext>
            </a:extLst>
          </p:cNvPr>
          <p:cNvSpPr/>
          <p:nvPr/>
        </p:nvSpPr>
        <p:spPr>
          <a:xfrm>
            <a:off x="5765335" y="7298295"/>
            <a:ext cx="165983" cy="371792"/>
          </a:xfrm>
          <a:prstGeom prst="rect">
            <a:avLst/>
          </a:prstGeom>
          <a:no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8" name="Rectangle 367">
            <a:extLst>
              <a:ext uri="{FF2B5EF4-FFF2-40B4-BE49-F238E27FC236}">
                <a16:creationId xmlns:a16="http://schemas.microsoft.com/office/drawing/2014/main" id="{EA6C18F7-21B5-5FFB-D9A5-19C8C35E438E}"/>
              </a:ext>
            </a:extLst>
          </p:cNvPr>
          <p:cNvSpPr/>
          <p:nvPr/>
        </p:nvSpPr>
        <p:spPr>
          <a:xfrm>
            <a:off x="7312142" y="7271516"/>
            <a:ext cx="226903" cy="430692"/>
          </a:xfrm>
          <a:prstGeom prst="rect">
            <a:avLst/>
          </a:prstGeom>
          <a:noFill/>
          <a:ln w="12700" cap="flat">
            <a:solidFill>
              <a:schemeClr val="accent6"/>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9" name="Rectangle 368">
            <a:extLst>
              <a:ext uri="{FF2B5EF4-FFF2-40B4-BE49-F238E27FC236}">
                <a16:creationId xmlns:a16="http://schemas.microsoft.com/office/drawing/2014/main" id="{88B55ECF-1082-002E-F822-0573B80495B3}"/>
              </a:ext>
            </a:extLst>
          </p:cNvPr>
          <p:cNvSpPr/>
          <p:nvPr/>
        </p:nvSpPr>
        <p:spPr>
          <a:xfrm>
            <a:off x="7536900" y="7268826"/>
            <a:ext cx="226903" cy="430692"/>
          </a:xfrm>
          <a:prstGeom prst="rect">
            <a:avLst/>
          </a:prstGeom>
          <a:no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0" name="Rectangle 369">
            <a:extLst>
              <a:ext uri="{FF2B5EF4-FFF2-40B4-BE49-F238E27FC236}">
                <a16:creationId xmlns:a16="http://schemas.microsoft.com/office/drawing/2014/main" id="{3A0C3809-4C22-2DF0-A944-43B1C93CE603}"/>
              </a:ext>
            </a:extLst>
          </p:cNvPr>
          <p:cNvSpPr/>
          <p:nvPr/>
        </p:nvSpPr>
        <p:spPr>
          <a:xfrm>
            <a:off x="7771934" y="7268825"/>
            <a:ext cx="226903" cy="430692"/>
          </a:xfrm>
          <a:prstGeom prst="rect">
            <a:avLst/>
          </a:prstGeom>
          <a:no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5" name="Rectangle 374">
            <a:extLst>
              <a:ext uri="{FF2B5EF4-FFF2-40B4-BE49-F238E27FC236}">
                <a16:creationId xmlns:a16="http://schemas.microsoft.com/office/drawing/2014/main" id="{94C06A2C-A835-BB59-80C3-19B89BC884B3}"/>
              </a:ext>
            </a:extLst>
          </p:cNvPr>
          <p:cNvSpPr/>
          <p:nvPr/>
        </p:nvSpPr>
        <p:spPr>
          <a:xfrm>
            <a:off x="7693493" y="8600099"/>
            <a:ext cx="165983" cy="371792"/>
          </a:xfrm>
          <a:prstGeom prst="rect">
            <a:avLst/>
          </a:prstGeom>
          <a:no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5" name="Rectangle 404">
            <a:extLst>
              <a:ext uri="{FF2B5EF4-FFF2-40B4-BE49-F238E27FC236}">
                <a16:creationId xmlns:a16="http://schemas.microsoft.com/office/drawing/2014/main" id="{964DDAA1-3D3E-53B2-50A8-2B77D542CDFC}"/>
              </a:ext>
            </a:extLst>
          </p:cNvPr>
          <p:cNvSpPr/>
          <p:nvPr/>
        </p:nvSpPr>
        <p:spPr>
          <a:xfrm>
            <a:off x="5866183" y="522529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6" name="Rectangle 405">
            <a:extLst>
              <a:ext uri="{FF2B5EF4-FFF2-40B4-BE49-F238E27FC236}">
                <a16:creationId xmlns:a16="http://schemas.microsoft.com/office/drawing/2014/main" id="{143F9251-137B-2EC1-4F65-FA72B5B4906F}"/>
              </a:ext>
            </a:extLst>
          </p:cNvPr>
          <p:cNvSpPr/>
          <p:nvPr/>
        </p:nvSpPr>
        <p:spPr>
          <a:xfrm>
            <a:off x="6033670" y="522529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7" name="Rectangle 406">
            <a:extLst>
              <a:ext uri="{FF2B5EF4-FFF2-40B4-BE49-F238E27FC236}">
                <a16:creationId xmlns:a16="http://schemas.microsoft.com/office/drawing/2014/main" id="{910D5B85-CB18-78B2-88F1-B8D6EE0C0CFA}"/>
              </a:ext>
            </a:extLst>
          </p:cNvPr>
          <p:cNvSpPr/>
          <p:nvPr/>
        </p:nvSpPr>
        <p:spPr>
          <a:xfrm>
            <a:off x="6202166" y="522529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2" name="Oval 431">
            <a:extLst>
              <a:ext uri="{FF2B5EF4-FFF2-40B4-BE49-F238E27FC236}">
                <a16:creationId xmlns:a16="http://schemas.microsoft.com/office/drawing/2014/main" id="{E03FCC24-26AD-EAB2-6C5C-838F4625A4F8}"/>
              </a:ext>
            </a:extLst>
          </p:cNvPr>
          <p:cNvSpPr/>
          <p:nvPr/>
        </p:nvSpPr>
        <p:spPr>
          <a:xfrm>
            <a:off x="8066049" y="2728485"/>
            <a:ext cx="93035" cy="85177"/>
          </a:xfrm>
          <a:prstGeom prst="ellipse">
            <a:avLst/>
          </a:prstGeom>
          <a:solidFill>
            <a:srgbClr val="499FB8"/>
          </a:solid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3" name="Oval 432">
            <a:extLst>
              <a:ext uri="{FF2B5EF4-FFF2-40B4-BE49-F238E27FC236}">
                <a16:creationId xmlns:a16="http://schemas.microsoft.com/office/drawing/2014/main" id="{57116B32-BA2C-0F8B-6E97-FCCA76E6CBEF}"/>
              </a:ext>
            </a:extLst>
          </p:cNvPr>
          <p:cNvSpPr/>
          <p:nvPr/>
        </p:nvSpPr>
        <p:spPr>
          <a:xfrm>
            <a:off x="8052424" y="2551145"/>
            <a:ext cx="93035" cy="85177"/>
          </a:xfrm>
          <a:prstGeom prst="ellipse">
            <a:avLst/>
          </a:prstGeom>
          <a:solidFill>
            <a:schemeClr val="accent3">
              <a:lumMod val="50000"/>
            </a:schemeClr>
          </a:solid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4" name="Oval 433">
            <a:extLst>
              <a:ext uri="{FF2B5EF4-FFF2-40B4-BE49-F238E27FC236}">
                <a16:creationId xmlns:a16="http://schemas.microsoft.com/office/drawing/2014/main" id="{D6DB6F89-0A59-C2A9-BD8E-0F95FA43CCB6}"/>
              </a:ext>
            </a:extLst>
          </p:cNvPr>
          <p:cNvSpPr/>
          <p:nvPr/>
        </p:nvSpPr>
        <p:spPr>
          <a:xfrm>
            <a:off x="8279666" y="2544019"/>
            <a:ext cx="93035" cy="85177"/>
          </a:xfrm>
          <a:prstGeom prst="ellipse">
            <a:avLst/>
          </a:prstGeom>
          <a:solidFill>
            <a:schemeClr val="accent3">
              <a:lumMod val="50000"/>
            </a:schemeClr>
          </a:solid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5" name="Oval 434">
            <a:extLst>
              <a:ext uri="{FF2B5EF4-FFF2-40B4-BE49-F238E27FC236}">
                <a16:creationId xmlns:a16="http://schemas.microsoft.com/office/drawing/2014/main" id="{90FDF01A-984D-15B7-6ECE-E230D5F2EF22}"/>
              </a:ext>
            </a:extLst>
          </p:cNvPr>
          <p:cNvSpPr/>
          <p:nvPr/>
        </p:nvSpPr>
        <p:spPr>
          <a:xfrm>
            <a:off x="8402014" y="2747341"/>
            <a:ext cx="93035" cy="85177"/>
          </a:xfrm>
          <a:prstGeom prst="ellipse">
            <a:avLst/>
          </a:prstGeom>
          <a:solidFill>
            <a:srgbClr val="499FB8"/>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36" name="Straight Connector 435">
            <a:extLst>
              <a:ext uri="{FF2B5EF4-FFF2-40B4-BE49-F238E27FC236}">
                <a16:creationId xmlns:a16="http://schemas.microsoft.com/office/drawing/2014/main" id="{18C96E3B-0039-FAD5-0EFB-4EE8095D7EF0}"/>
              </a:ext>
            </a:extLst>
          </p:cNvPr>
          <p:cNvCxnSpPr>
            <a:cxnSpLocks/>
            <a:stCxn id="432" idx="7"/>
            <a:endCxn id="434" idx="3"/>
          </p:cNvCxnSpPr>
          <p:nvPr/>
        </p:nvCxnSpPr>
        <p:spPr>
          <a:xfrm flipV="1">
            <a:off x="8145459" y="2616722"/>
            <a:ext cx="147832" cy="12423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37" name="Straight Connector 436">
            <a:extLst>
              <a:ext uri="{FF2B5EF4-FFF2-40B4-BE49-F238E27FC236}">
                <a16:creationId xmlns:a16="http://schemas.microsoft.com/office/drawing/2014/main" id="{67278E88-1244-EEAE-4DE5-61F0951998EF}"/>
              </a:ext>
            </a:extLst>
          </p:cNvPr>
          <p:cNvCxnSpPr>
            <a:cxnSpLocks/>
            <a:stCxn id="432" idx="0"/>
            <a:endCxn id="433" idx="4"/>
          </p:cNvCxnSpPr>
          <p:nvPr/>
        </p:nvCxnSpPr>
        <p:spPr>
          <a:xfrm flipH="1" flipV="1">
            <a:off x="8098942" y="2636322"/>
            <a:ext cx="13625" cy="9216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38" name="Straight Connector 437">
            <a:extLst>
              <a:ext uri="{FF2B5EF4-FFF2-40B4-BE49-F238E27FC236}">
                <a16:creationId xmlns:a16="http://schemas.microsoft.com/office/drawing/2014/main" id="{DE84F8E8-AD88-5D8E-7A17-BE5F068DB1C1}"/>
              </a:ext>
            </a:extLst>
          </p:cNvPr>
          <p:cNvCxnSpPr>
            <a:cxnSpLocks/>
            <a:stCxn id="434" idx="2"/>
            <a:endCxn id="433" idx="6"/>
          </p:cNvCxnSpPr>
          <p:nvPr/>
        </p:nvCxnSpPr>
        <p:spPr>
          <a:xfrm flipH="1">
            <a:off x="8145459" y="2586608"/>
            <a:ext cx="134207" cy="712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39" name="Straight Connector 438">
            <a:extLst>
              <a:ext uri="{FF2B5EF4-FFF2-40B4-BE49-F238E27FC236}">
                <a16:creationId xmlns:a16="http://schemas.microsoft.com/office/drawing/2014/main" id="{EF7D7FFF-F70B-A9CA-2CE4-1D4A0A62FE62}"/>
              </a:ext>
            </a:extLst>
          </p:cNvPr>
          <p:cNvCxnSpPr>
            <a:cxnSpLocks/>
            <a:stCxn id="435" idx="0"/>
            <a:endCxn id="434" idx="4"/>
          </p:cNvCxnSpPr>
          <p:nvPr/>
        </p:nvCxnSpPr>
        <p:spPr>
          <a:xfrm flipH="1" flipV="1">
            <a:off x="8326184" y="2629196"/>
            <a:ext cx="122348" cy="118145"/>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47" name="TextBox 446">
            <a:extLst>
              <a:ext uri="{FF2B5EF4-FFF2-40B4-BE49-F238E27FC236}">
                <a16:creationId xmlns:a16="http://schemas.microsoft.com/office/drawing/2014/main" id="{FB59EB8D-3030-21B1-797E-0BB9BD120A70}"/>
              </a:ext>
            </a:extLst>
          </p:cNvPr>
          <p:cNvSpPr txBox="1"/>
          <p:nvPr/>
        </p:nvSpPr>
        <p:spPr>
          <a:xfrm>
            <a:off x="4677144" y="8309293"/>
            <a:ext cx="1302638"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sz="800" b="0" i="0" u="none" strike="noStrike" cap="none" spc="0" normalizeH="0" baseline="0" err="1">
                <a:ln>
                  <a:noFill/>
                </a:ln>
                <a:solidFill>
                  <a:schemeClr val="tx1"/>
                </a:solidFill>
                <a:effectLst/>
                <a:uFillTx/>
                <a:latin typeface="Source Sans Pro"/>
                <a:ea typeface="Source Sans Pro"/>
                <a:cs typeface="Source Sans Pro"/>
                <a:sym typeface="Source Sans Pro"/>
              </a:rPr>
              <a:t>Github</a:t>
            </a: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 </a:t>
            </a:r>
            <a:r>
              <a:rPr lang="en-US" sz="800" b="0">
                <a:solidFill>
                  <a:schemeClr val="tx1"/>
                </a:solidFill>
              </a:rPr>
              <a:t>Module</a:t>
            </a:r>
          </a:p>
        </p:txBody>
      </p:sp>
      <p:sp>
        <p:nvSpPr>
          <p:cNvPr id="1115" name="TextBox 1114">
            <a:extLst>
              <a:ext uri="{FF2B5EF4-FFF2-40B4-BE49-F238E27FC236}">
                <a16:creationId xmlns:a16="http://schemas.microsoft.com/office/drawing/2014/main" id="{F9B1B38F-8108-D385-7391-E6E0D19D8274}"/>
              </a:ext>
            </a:extLst>
          </p:cNvPr>
          <p:cNvSpPr txBox="1"/>
          <p:nvPr/>
        </p:nvSpPr>
        <p:spPr>
          <a:xfrm>
            <a:off x="4928924" y="5146138"/>
            <a:ext cx="597174"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a:t>
            </a:r>
            <a:r>
              <a:rPr lang="en-US" sz="800" b="0" err="1">
                <a:solidFill>
                  <a:schemeClr val="tx1"/>
                </a:solidFill>
              </a:rPr>
              <a:t>Rmd</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Test Files</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exec</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R/.</a:t>
            </a:r>
          </a:p>
        </p:txBody>
      </p:sp>
      <p:sp>
        <p:nvSpPr>
          <p:cNvPr id="1117" name="TextBox 1116">
            <a:extLst>
              <a:ext uri="{FF2B5EF4-FFF2-40B4-BE49-F238E27FC236}">
                <a16:creationId xmlns:a16="http://schemas.microsoft.com/office/drawing/2014/main" id="{B9C3BDC3-A965-1413-CEC8-5A8B51B273C4}"/>
              </a:ext>
            </a:extLst>
          </p:cNvPr>
          <p:cNvSpPr txBox="1"/>
          <p:nvPr/>
        </p:nvSpPr>
        <p:spPr>
          <a:xfrm>
            <a:off x="4895977" y="4916559"/>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Files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19" name="TextBox 1118">
            <a:extLst>
              <a:ext uri="{FF2B5EF4-FFF2-40B4-BE49-F238E27FC236}">
                <a16:creationId xmlns:a16="http://schemas.microsoft.com/office/drawing/2014/main" id="{83FF8ACE-A0A0-8D05-1D6E-2A2C1E10A44A}"/>
              </a:ext>
            </a:extLst>
          </p:cNvPr>
          <p:cNvSpPr txBox="1"/>
          <p:nvPr/>
        </p:nvSpPr>
        <p:spPr>
          <a:xfrm>
            <a:off x="4890126" y="5793604"/>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121" name="Graphic 1120" descr="Paper outline">
            <a:extLst>
              <a:ext uri="{FF2B5EF4-FFF2-40B4-BE49-F238E27FC236}">
                <a16:creationId xmlns:a16="http://schemas.microsoft.com/office/drawing/2014/main" id="{DDDB4707-7822-599E-B66F-6C40476AD0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08231" y="5145702"/>
            <a:ext cx="256018" cy="241419"/>
          </a:xfrm>
          <a:prstGeom prst="rect">
            <a:avLst/>
          </a:prstGeom>
        </p:spPr>
      </p:pic>
      <p:pic>
        <p:nvPicPr>
          <p:cNvPr id="1123" name="Graphic 1122" descr="Paper outline">
            <a:extLst>
              <a:ext uri="{FF2B5EF4-FFF2-40B4-BE49-F238E27FC236}">
                <a16:creationId xmlns:a16="http://schemas.microsoft.com/office/drawing/2014/main" id="{CF6A828D-EEAB-A840-969B-729491CE37A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13247" y="5454183"/>
            <a:ext cx="256018" cy="241419"/>
          </a:xfrm>
          <a:prstGeom prst="rect">
            <a:avLst/>
          </a:prstGeom>
        </p:spPr>
      </p:pic>
      <p:sp>
        <p:nvSpPr>
          <p:cNvPr id="1143" name="TextBox 1142">
            <a:extLst>
              <a:ext uri="{FF2B5EF4-FFF2-40B4-BE49-F238E27FC236}">
                <a16:creationId xmlns:a16="http://schemas.microsoft.com/office/drawing/2014/main" id="{5F9BFC13-C318-F463-6422-00555AC674D2}"/>
              </a:ext>
            </a:extLst>
          </p:cNvPr>
          <p:cNvSpPr txBox="1"/>
          <p:nvPr/>
        </p:nvSpPr>
        <p:spPr>
          <a:xfrm>
            <a:off x="5732348" y="4940302"/>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Tables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64" name="Oval 1163">
            <a:extLst>
              <a:ext uri="{FF2B5EF4-FFF2-40B4-BE49-F238E27FC236}">
                <a16:creationId xmlns:a16="http://schemas.microsoft.com/office/drawing/2014/main" id="{9F380592-26D1-0B1D-FBF1-968C78E56574}"/>
              </a:ext>
            </a:extLst>
          </p:cNvPr>
          <p:cNvSpPr/>
          <p:nvPr/>
        </p:nvSpPr>
        <p:spPr>
          <a:xfrm>
            <a:off x="6953054" y="6322038"/>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65" name="Oval 1164">
            <a:extLst>
              <a:ext uri="{FF2B5EF4-FFF2-40B4-BE49-F238E27FC236}">
                <a16:creationId xmlns:a16="http://schemas.microsoft.com/office/drawing/2014/main" id="{A8032F71-C963-A8F9-1347-DA4683FA7B37}"/>
              </a:ext>
            </a:extLst>
          </p:cNvPr>
          <p:cNvSpPr/>
          <p:nvPr/>
        </p:nvSpPr>
        <p:spPr>
          <a:xfrm>
            <a:off x="7458802" y="6332727"/>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66" name="Oval 1165">
            <a:extLst>
              <a:ext uri="{FF2B5EF4-FFF2-40B4-BE49-F238E27FC236}">
                <a16:creationId xmlns:a16="http://schemas.microsoft.com/office/drawing/2014/main" id="{CB5F31BE-DA19-146D-0FD0-95AACCF4FF21}"/>
              </a:ext>
            </a:extLst>
          </p:cNvPr>
          <p:cNvSpPr/>
          <p:nvPr/>
        </p:nvSpPr>
        <p:spPr>
          <a:xfrm>
            <a:off x="7353680" y="5953264"/>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67" name="Oval 1166">
            <a:extLst>
              <a:ext uri="{FF2B5EF4-FFF2-40B4-BE49-F238E27FC236}">
                <a16:creationId xmlns:a16="http://schemas.microsoft.com/office/drawing/2014/main" id="{8797C201-DAFC-FB58-A6C2-955F2872771C}"/>
              </a:ext>
            </a:extLst>
          </p:cNvPr>
          <p:cNvSpPr/>
          <p:nvPr/>
        </p:nvSpPr>
        <p:spPr>
          <a:xfrm>
            <a:off x="8006372" y="5877931"/>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68" name="Oval 1167">
            <a:extLst>
              <a:ext uri="{FF2B5EF4-FFF2-40B4-BE49-F238E27FC236}">
                <a16:creationId xmlns:a16="http://schemas.microsoft.com/office/drawing/2014/main" id="{45994A6B-EC63-A833-0946-C891DE068E07}"/>
              </a:ext>
            </a:extLst>
          </p:cNvPr>
          <p:cNvSpPr/>
          <p:nvPr/>
        </p:nvSpPr>
        <p:spPr>
          <a:xfrm>
            <a:off x="7970173" y="6438936"/>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169" name="Straight Connector 1168">
            <a:extLst>
              <a:ext uri="{FF2B5EF4-FFF2-40B4-BE49-F238E27FC236}">
                <a16:creationId xmlns:a16="http://schemas.microsoft.com/office/drawing/2014/main" id="{B8C1DFEB-656D-6096-3834-B05D117A38BE}"/>
              </a:ext>
            </a:extLst>
          </p:cNvPr>
          <p:cNvCxnSpPr>
            <a:cxnSpLocks/>
            <a:stCxn id="1164" idx="7"/>
            <a:endCxn id="1166" idx="3"/>
          </p:cNvCxnSpPr>
          <p:nvPr/>
        </p:nvCxnSpPr>
        <p:spPr>
          <a:xfrm flipV="1">
            <a:off x="7111874" y="6116622"/>
            <a:ext cx="269055" cy="233444"/>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170" name="Straight Connector 1169">
            <a:extLst>
              <a:ext uri="{FF2B5EF4-FFF2-40B4-BE49-F238E27FC236}">
                <a16:creationId xmlns:a16="http://schemas.microsoft.com/office/drawing/2014/main" id="{5F14D84E-4781-0604-7379-CC9FABBCCFCF}"/>
              </a:ext>
            </a:extLst>
          </p:cNvPr>
          <p:cNvCxnSpPr>
            <a:cxnSpLocks/>
            <a:stCxn id="1165" idx="0"/>
            <a:endCxn id="1166" idx="4"/>
          </p:cNvCxnSpPr>
          <p:nvPr/>
        </p:nvCxnSpPr>
        <p:spPr>
          <a:xfrm flipH="1" flipV="1">
            <a:off x="7446715" y="6144650"/>
            <a:ext cx="105122" cy="18807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171" name="Straight Connector 1170">
            <a:extLst>
              <a:ext uri="{FF2B5EF4-FFF2-40B4-BE49-F238E27FC236}">
                <a16:creationId xmlns:a16="http://schemas.microsoft.com/office/drawing/2014/main" id="{0B0761B6-E2FB-20AD-8F20-0DED012DE762}"/>
              </a:ext>
            </a:extLst>
          </p:cNvPr>
          <p:cNvCxnSpPr>
            <a:cxnSpLocks/>
            <a:stCxn id="1167" idx="2"/>
            <a:endCxn id="1166" idx="6"/>
          </p:cNvCxnSpPr>
          <p:nvPr/>
        </p:nvCxnSpPr>
        <p:spPr>
          <a:xfrm flipH="1">
            <a:off x="7539749" y="5973624"/>
            <a:ext cx="466623" cy="7533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172" name="Straight Connector 1171">
            <a:extLst>
              <a:ext uri="{FF2B5EF4-FFF2-40B4-BE49-F238E27FC236}">
                <a16:creationId xmlns:a16="http://schemas.microsoft.com/office/drawing/2014/main" id="{A132EE5B-CFB5-A7B1-3E06-4886B308354F}"/>
              </a:ext>
            </a:extLst>
          </p:cNvPr>
          <p:cNvCxnSpPr>
            <a:cxnSpLocks/>
            <a:stCxn id="1168" idx="0"/>
            <a:endCxn id="1167" idx="4"/>
          </p:cNvCxnSpPr>
          <p:nvPr/>
        </p:nvCxnSpPr>
        <p:spPr>
          <a:xfrm flipV="1">
            <a:off x="8063208" y="6069317"/>
            <a:ext cx="36199" cy="36961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1173" name="Graphic 1172" descr="Paper outline">
            <a:extLst>
              <a:ext uri="{FF2B5EF4-FFF2-40B4-BE49-F238E27FC236}">
                <a16:creationId xmlns:a16="http://schemas.microsoft.com/office/drawing/2014/main" id="{ACC4564E-FF05-4DD4-ADDA-C3BE5CE1590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08145" y="5062758"/>
            <a:ext cx="799030" cy="753466"/>
          </a:xfrm>
          <a:prstGeom prst="rect">
            <a:avLst/>
          </a:prstGeom>
        </p:spPr>
      </p:pic>
      <p:sp>
        <p:nvSpPr>
          <p:cNvPr id="1174" name="Rectangle 1173">
            <a:extLst>
              <a:ext uri="{FF2B5EF4-FFF2-40B4-BE49-F238E27FC236}">
                <a16:creationId xmlns:a16="http://schemas.microsoft.com/office/drawing/2014/main" id="{1602D069-9E7F-2927-73B9-1B925ED80902}"/>
              </a:ext>
            </a:extLst>
          </p:cNvPr>
          <p:cNvSpPr/>
          <p:nvPr/>
        </p:nvSpPr>
        <p:spPr>
          <a:xfrm>
            <a:off x="6784019" y="4765766"/>
            <a:ext cx="1724865" cy="1940027"/>
          </a:xfrm>
          <a:prstGeom prst="rect">
            <a:avLst/>
          </a:prstGeom>
          <a:noFill/>
          <a:ln w="12700" cap="flat">
            <a:solidFill>
              <a:srgbClr val="C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75" name="Rectangle 1174">
            <a:extLst>
              <a:ext uri="{FF2B5EF4-FFF2-40B4-BE49-F238E27FC236}">
                <a16:creationId xmlns:a16="http://schemas.microsoft.com/office/drawing/2014/main" id="{032973BB-FDD6-AA46-695D-2B89640900F5}"/>
              </a:ext>
            </a:extLst>
          </p:cNvPr>
          <p:cNvSpPr/>
          <p:nvPr/>
        </p:nvSpPr>
        <p:spPr>
          <a:xfrm>
            <a:off x="7832854" y="522045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76" name="Rectangle 1175">
            <a:extLst>
              <a:ext uri="{FF2B5EF4-FFF2-40B4-BE49-F238E27FC236}">
                <a16:creationId xmlns:a16="http://schemas.microsoft.com/office/drawing/2014/main" id="{D806131D-82F2-2C89-003E-59117136A41E}"/>
              </a:ext>
            </a:extLst>
          </p:cNvPr>
          <p:cNvSpPr/>
          <p:nvPr/>
        </p:nvSpPr>
        <p:spPr>
          <a:xfrm>
            <a:off x="8000341" y="522045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77" name="Rectangle 1176">
            <a:extLst>
              <a:ext uri="{FF2B5EF4-FFF2-40B4-BE49-F238E27FC236}">
                <a16:creationId xmlns:a16="http://schemas.microsoft.com/office/drawing/2014/main" id="{2B5E3A12-7C97-6C8D-5A64-FF3734B5BBF9}"/>
              </a:ext>
            </a:extLst>
          </p:cNvPr>
          <p:cNvSpPr/>
          <p:nvPr/>
        </p:nvSpPr>
        <p:spPr>
          <a:xfrm>
            <a:off x="8168837" y="522045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78" name="TextBox 1177">
            <a:extLst>
              <a:ext uri="{FF2B5EF4-FFF2-40B4-BE49-F238E27FC236}">
                <a16:creationId xmlns:a16="http://schemas.microsoft.com/office/drawing/2014/main" id="{43A89498-6684-62A0-36DE-EC2851589ED1}"/>
              </a:ext>
            </a:extLst>
          </p:cNvPr>
          <p:cNvSpPr txBox="1"/>
          <p:nvPr/>
        </p:nvSpPr>
        <p:spPr>
          <a:xfrm>
            <a:off x="6895595" y="5141298"/>
            <a:ext cx="597174"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a:t>
            </a:r>
            <a:r>
              <a:rPr lang="en-US" sz="800" b="0" err="1">
                <a:solidFill>
                  <a:schemeClr val="tx1"/>
                </a:solidFill>
              </a:rPr>
              <a:t>Rmd</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Test Files</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exec</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R/.</a:t>
            </a:r>
          </a:p>
        </p:txBody>
      </p:sp>
      <p:sp>
        <p:nvSpPr>
          <p:cNvPr id="1179" name="TextBox 1178">
            <a:extLst>
              <a:ext uri="{FF2B5EF4-FFF2-40B4-BE49-F238E27FC236}">
                <a16:creationId xmlns:a16="http://schemas.microsoft.com/office/drawing/2014/main" id="{07411F5B-7C34-A7BE-66E7-4A173097A6CB}"/>
              </a:ext>
            </a:extLst>
          </p:cNvPr>
          <p:cNvSpPr txBox="1"/>
          <p:nvPr/>
        </p:nvSpPr>
        <p:spPr>
          <a:xfrm>
            <a:off x="6862648" y="4911719"/>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Files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80" name="TextBox 1179">
            <a:extLst>
              <a:ext uri="{FF2B5EF4-FFF2-40B4-BE49-F238E27FC236}">
                <a16:creationId xmlns:a16="http://schemas.microsoft.com/office/drawing/2014/main" id="{74E967D5-D8F5-F8F5-B50D-EBC5339C7891}"/>
              </a:ext>
            </a:extLst>
          </p:cNvPr>
          <p:cNvSpPr txBox="1"/>
          <p:nvPr/>
        </p:nvSpPr>
        <p:spPr>
          <a:xfrm>
            <a:off x="6856797" y="5788764"/>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181" name="Graphic 1180" descr="Paper outline">
            <a:extLst>
              <a:ext uri="{FF2B5EF4-FFF2-40B4-BE49-F238E27FC236}">
                <a16:creationId xmlns:a16="http://schemas.microsoft.com/office/drawing/2014/main" id="{A786B3CE-0BCD-6694-968D-31C117554D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74902" y="5140862"/>
            <a:ext cx="256018" cy="241419"/>
          </a:xfrm>
          <a:prstGeom prst="rect">
            <a:avLst/>
          </a:prstGeom>
        </p:spPr>
      </p:pic>
      <p:pic>
        <p:nvPicPr>
          <p:cNvPr id="1182" name="Graphic 1181" descr="Paper outline">
            <a:extLst>
              <a:ext uri="{FF2B5EF4-FFF2-40B4-BE49-F238E27FC236}">
                <a16:creationId xmlns:a16="http://schemas.microsoft.com/office/drawing/2014/main" id="{A627E568-72E0-F8DF-1255-B6789E432C7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79918" y="5449343"/>
            <a:ext cx="256018" cy="241419"/>
          </a:xfrm>
          <a:prstGeom prst="rect">
            <a:avLst/>
          </a:prstGeom>
        </p:spPr>
      </p:pic>
      <p:sp>
        <p:nvSpPr>
          <p:cNvPr id="1183" name="TextBox 1182">
            <a:extLst>
              <a:ext uri="{FF2B5EF4-FFF2-40B4-BE49-F238E27FC236}">
                <a16:creationId xmlns:a16="http://schemas.microsoft.com/office/drawing/2014/main" id="{9D2C2F51-66E3-5D34-EB36-5FF18875CD7B}"/>
              </a:ext>
            </a:extLst>
          </p:cNvPr>
          <p:cNvSpPr txBox="1"/>
          <p:nvPr/>
        </p:nvSpPr>
        <p:spPr>
          <a:xfrm>
            <a:off x="7699019" y="4935462"/>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Tables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95" name="TextBox 1194">
            <a:extLst>
              <a:ext uri="{FF2B5EF4-FFF2-40B4-BE49-F238E27FC236}">
                <a16:creationId xmlns:a16="http://schemas.microsoft.com/office/drawing/2014/main" id="{F62E3D36-D388-58C2-E427-A3E5B1272119}"/>
              </a:ext>
            </a:extLst>
          </p:cNvPr>
          <p:cNvSpPr txBox="1"/>
          <p:nvPr/>
        </p:nvSpPr>
        <p:spPr>
          <a:xfrm>
            <a:off x="7818021" y="1898832"/>
            <a:ext cx="1227688"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rgbClr val="0265BF"/>
                </a:solidFill>
              </a:rPr>
              <a:t>Returns a graph of merged modules</a:t>
            </a:r>
            <a:endParaRPr kumimoji="0" lang="en-US" b="0" i="0" u="none" strike="noStrike" cap="none" spc="0" normalizeH="0" baseline="0">
              <a:ln>
                <a:noFill/>
              </a:ln>
              <a:solidFill>
                <a:srgbClr val="0265BF"/>
              </a:solidFill>
              <a:effectLst/>
              <a:uFillTx/>
              <a:latin typeface="Source Sans Pro"/>
              <a:ea typeface="Source Sans Pro"/>
              <a:cs typeface="Source Sans Pro"/>
              <a:sym typeface="Source Sans Pro"/>
            </a:endParaRPr>
          </a:p>
        </p:txBody>
      </p:sp>
      <p:sp>
        <p:nvSpPr>
          <p:cNvPr id="1196" name="TextBox 1195">
            <a:extLst>
              <a:ext uri="{FF2B5EF4-FFF2-40B4-BE49-F238E27FC236}">
                <a16:creationId xmlns:a16="http://schemas.microsoft.com/office/drawing/2014/main" id="{F0A3CE49-D51A-CA61-9C10-3705447A6CA7}"/>
              </a:ext>
            </a:extLst>
          </p:cNvPr>
          <p:cNvSpPr txBox="1"/>
          <p:nvPr/>
        </p:nvSpPr>
        <p:spPr>
          <a:xfrm>
            <a:off x="4579645" y="3840600"/>
            <a:ext cx="1981252"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Notebooks Calls Modules</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97" name="TextBox 1196">
            <a:extLst>
              <a:ext uri="{FF2B5EF4-FFF2-40B4-BE49-F238E27FC236}">
                <a16:creationId xmlns:a16="http://schemas.microsoft.com/office/drawing/2014/main" id="{8E307D1B-9D5C-6B99-2949-38EC9ECCCE73}"/>
              </a:ext>
            </a:extLst>
          </p:cNvPr>
          <p:cNvSpPr txBox="1"/>
          <p:nvPr/>
        </p:nvSpPr>
        <p:spPr>
          <a:xfrm>
            <a:off x="4888804" y="2796310"/>
            <a:ext cx="1511915"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User Calls Notebook</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203" name="Rectangle 1202">
            <a:extLst>
              <a:ext uri="{FF2B5EF4-FFF2-40B4-BE49-F238E27FC236}">
                <a16:creationId xmlns:a16="http://schemas.microsoft.com/office/drawing/2014/main" id="{71F96464-0988-DCD1-4174-1F2E9567A66A}"/>
              </a:ext>
            </a:extLst>
          </p:cNvPr>
          <p:cNvSpPr/>
          <p:nvPr/>
        </p:nvSpPr>
        <p:spPr>
          <a:xfrm>
            <a:off x="4773295" y="8531055"/>
            <a:ext cx="454216" cy="660742"/>
          </a:xfrm>
          <a:prstGeom prst="rect">
            <a:avLst/>
          </a:prstGeom>
          <a:noFill/>
          <a:ln w="12700" cap="flat">
            <a:solidFill>
              <a:srgbClr val="0070C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220" name="Graphic 1219" descr="Paper outline">
            <a:extLst>
              <a:ext uri="{FF2B5EF4-FFF2-40B4-BE49-F238E27FC236}">
                <a16:creationId xmlns:a16="http://schemas.microsoft.com/office/drawing/2014/main" id="{C19F8EDD-C3D3-C2AF-9D0D-4A65337E01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22308" y="9547085"/>
            <a:ext cx="736488" cy="694490"/>
          </a:xfrm>
          <a:prstGeom prst="rect">
            <a:avLst/>
          </a:prstGeom>
        </p:spPr>
      </p:pic>
      <p:sp>
        <p:nvSpPr>
          <p:cNvPr id="1227" name="TextBox 1226">
            <a:extLst>
              <a:ext uri="{FF2B5EF4-FFF2-40B4-BE49-F238E27FC236}">
                <a16:creationId xmlns:a16="http://schemas.microsoft.com/office/drawing/2014/main" id="{7C8D4AA0-2F66-6CC2-518B-03F10BE8C57F}"/>
              </a:ext>
            </a:extLst>
          </p:cNvPr>
          <p:cNvSpPr txBox="1"/>
          <p:nvPr/>
        </p:nvSpPr>
        <p:spPr>
          <a:xfrm>
            <a:off x="6541264" y="9817039"/>
            <a:ext cx="597174"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sz="600" b="0" i="0" u="none" strike="noStrike" cap="none" spc="0" normalizeH="0" baseline="0" err="1">
                <a:ln>
                  <a:noFill/>
                </a:ln>
                <a:solidFill>
                  <a:schemeClr val="tx1"/>
                </a:solidFill>
                <a:effectLst/>
                <a:uFillTx/>
                <a:latin typeface="Source Sans Pro"/>
                <a:ea typeface="Source Sans Pro"/>
                <a:cs typeface="Source Sans Pro"/>
                <a:sym typeface="Source Sans Pro"/>
              </a:rPr>
              <a:t>Bbg_count</a:t>
            </a:r>
            <a:br>
              <a:rPr kumimoji="0" lang="en-US" sz="6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600" b="0" i="0" u="none" strike="noStrike" cap="none" spc="0" normalizeH="0" baseline="0">
                <a:ln>
                  <a:noFill/>
                </a:ln>
                <a:solidFill>
                  <a:schemeClr val="tx1"/>
                </a:solidFill>
                <a:effectLst/>
                <a:uFillTx/>
                <a:latin typeface="Source Sans Pro"/>
                <a:ea typeface="Source Sans Pro"/>
                <a:cs typeface="Source Sans Pro"/>
                <a:sym typeface="Source Sans Pro"/>
              </a:rPr>
              <a:t>Notebook</a:t>
            </a:r>
          </a:p>
        </p:txBody>
      </p:sp>
      <p:sp>
        <p:nvSpPr>
          <p:cNvPr id="1231" name="TextBox 1230">
            <a:extLst>
              <a:ext uri="{FF2B5EF4-FFF2-40B4-BE49-F238E27FC236}">
                <a16:creationId xmlns:a16="http://schemas.microsoft.com/office/drawing/2014/main" id="{FCD9EBCB-16B9-C0EB-837C-41B4D9F4018D}"/>
              </a:ext>
            </a:extLst>
          </p:cNvPr>
          <p:cNvSpPr txBox="1"/>
          <p:nvPr/>
        </p:nvSpPr>
        <p:spPr>
          <a:xfrm>
            <a:off x="6067323" y="8002562"/>
            <a:ext cx="133964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User Calls .</a:t>
            </a:r>
            <a:r>
              <a:rPr lang="en-US" b="0" err="1">
                <a:solidFill>
                  <a:schemeClr val="tx1"/>
                </a:solidFill>
              </a:rPr>
              <a:t>csvs</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Tree>
    <p:extLst>
      <p:ext uri="{BB962C8B-B14F-4D97-AF65-F5344CB8AC3E}">
        <p14:creationId xmlns:p14="http://schemas.microsoft.com/office/powerpoint/2010/main" val="341520619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D4999-AB78-3C2A-5106-FA1C4D5666DB}"/>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3551EB27-B934-73C5-A9A7-D236F9655E88}"/>
              </a:ext>
            </a:extLst>
          </p:cNvPr>
          <p:cNvPicPr>
            <a:picLocks noChangeAspect="1"/>
          </p:cNvPicPr>
          <p:nvPr/>
        </p:nvPicPr>
        <p:blipFill>
          <a:blip r:embed="rId3"/>
          <a:stretch>
            <a:fillRect/>
          </a:stretch>
        </p:blipFill>
        <p:spPr>
          <a:xfrm>
            <a:off x="8877250" y="-998567"/>
            <a:ext cx="5121226" cy="2990088"/>
          </a:xfrm>
          <a:prstGeom prst="rect">
            <a:avLst/>
          </a:prstGeom>
          <a:ln w="12700">
            <a:miter lim="400000"/>
          </a:ln>
        </p:spPr>
      </p:pic>
      <p:sp>
        <p:nvSpPr>
          <p:cNvPr id="312" name="Line">
            <a:extLst>
              <a:ext uri="{FF2B5EF4-FFF2-40B4-BE49-F238E27FC236}">
                <a16:creationId xmlns:a16="http://schemas.microsoft.com/office/drawing/2014/main" id="{E5CEADFC-3024-7A70-C8F3-E6712A3681B4}"/>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56941FB0-C700-34A4-C415-EE2DA9DE9A4C}"/>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D10FB4B3-CA4B-5C5C-1AA1-2D991D4DD497}"/>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MySQL Workbench</a:t>
            </a:r>
            <a:r>
              <a:t>: : </a:t>
            </a:r>
            <a:r>
              <a:rPr sz="3300">
                <a:latin typeface="Source Sans Pro Semibold"/>
                <a:ea typeface="Source Sans Pro Semibold"/>
                <a:cs typeface="Source Sans Pro Semibold"/>
                <a:sym typeface="Source Sans Pro Semibold"/>
              </a:rPr>
              <a:t>CHEAT SHEET</a:t>
            </a:r>
            <a:r>
              <a:t> </a:t>
            </a:r>
          </a:p>
        </p:txBody>
      </p:sp>
      <p:sp>
        <p:nvSpPr>
          <p:cNvPr id="341" name="Use headers, colors, and/or backgrounds to separate or group together sections.">
            <a:extLst>
              <a:ext uri="{FF2B5EF4-FFF2-40B4-BE49-F238E27FC236}">
                <a16:creationId xmlns:a16="http://schemas.microsoft.com/office/drawing/2014/main" id="{7AF6151D-8B6E-5431-F965-7011D94B1F7A}"/>
              </a:ext>
            </a:extLst>
          </p:cNvPr>
          <p:cNvSpPr txBox="1"/>
          <p:nvPr/>
        </p:nvSpPr>
        <p:spPr>
          <a:xfrm>
            <a:off x="170343" y="1932476"/>
            <a:ext cx="3871127" cy="77500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err="1">
                <a:latin typeface="Source Sans Pro" panose="020B0503030403020204" pitchFamily="34" charset="0"/>
                <a:ea typeface="Source Sans Pro" panose="020B0503030403020204" pitchFamily="34" charset="0"/>
                <a:sym typeface="Source Sans Pro Light"/>
              </a:rPr>
              <a:t>Kaiaulu</a:t>
            </a:r>
            <a:r>
              <a:rPr lang="en-US" b="0">
                <a:latin typeface="Source Sans Pro" panose="020B0503030403020204" pitchFamily="34" charset="0"/>
                <a:ea typeface="Source Sans Pro" panose="020B0503030403020204" pitchFamily="34" charset="0"/>
                <a:sym typeface="Source Sans Pro Light"/>
              </a:rPr>
              <a:t> supports the </a:t>
            </a:r>
            <a:r>
              <a:rPr lang="en-US">
                <a:latin typeface="Source Sans Pro" panose="020B0503030403020204" pitchFamily="34" charset="0"/>
                <a:ea typeface="Source Sans Pro" panose="020B0503030403020204" pitchFamily="34" charset="0"/>
                <a:sym typeface="Source Sans Pro Light"/>
              </a:rPr>
              <a:t>download and analysis of</a:t>
            </a:r>
            <a:r>
              <a:rPr lang="en-US" b="0">
                <a:latin typeface="Source Sans Pro" panose="020B0503030403020204" pitchFamily="34" charset="0"/>
                <a:ea typeface="Source Sans Pro" panose="020B0503030403020204" pitchFamily="34" charset="0"/>
                <a:sym typeface="Source Sans Pro Light"/>
              </a:rPr>
              <a:t> multiple sources, </a:t>
            </a:r>
            <a:r>
              <a:rPr lang="en-US">
                <a:latin typeface="Source Sans Pro" panose="020B0503030403020204" pitchFamily="34" charset="0"/>
                <a:ea typeface="Source Sans Pro" panose="020B0503030403020204" pitchFamily="34" charset="0"/>
                <a:sym typeface="Source Sans Pro Light"/>
              </a:rPr>
              <a:t>such as</a:t>
            </a:r>
            <a:r>
              <a:rPr lang="en-US" b="0">
                <a:latin typeface="Source Sans Pro" panose="020B0503030403020204" pitchFamily="34" charset="0"/>
                <a:ea typeface="Source Sans Pro" panose="020B0503030403020204" pitchFamily="34" charset="0"/>
                <a:sym typeface="Source Sans Pro Light"/>
              </a:rPr>
              <a:t> Git, Jira, and </a:t>
            </a:r>
            <a:r>
              <a:rPr lang="en-US" b="0" err="1">
                <a:latin typeface="Source Sans Pro" panose="020B0503030403020204" pitchFamily="34" charset="0"/>
                <a:ea typeface="Source Sans Pro" panose="020B0503030403020204" pitchFamily="34" charset="0"/>
                <a:sym typeface="Source Sans Pro Light"/>
              </a:rPr>
              <a:t>Src</a:t>
            </a:r>
            <a:r>
              <a:rPr lang="en-US" b="0">
                <a:latin typeface="Source Sans Pro" panose="020B0503030403020204" pitchFamily="34" charset="0"/>
                <a:ea typeface="Source Sans Pro" panose="020B0503030403020204" pitchFamily="34" charset="0"/>
                <a:sym typeface="Source Sans Pro Light"/>
              </a:rPr>
              <a:t>. This cheat sheet covers how to efficiently understand how data interacts internally and within different modules using an abstract example.</a:t>
            </a:r>
            <a:endParaRPr lang="en-US">
              <a:latin typeface="Source Sans Pro" panose="020B0503030403020204" pitchFamily="34" charset="0"/>
              <a:ea typeface="Source Sans Pro" panose="020B0503030403020204" pitchFamily="34" charset="0"/>
              <a:sym typeface="Source Sans Pro"/>
            </a:endParaRPr>
          </a:p>
        </p:txBody>
      </p:sp>
      <p:sp>
        <p:nvSpPr>
          <p:cNvPr id="384" name="Layout Suggestions">
            <a:extLst>
              <a:ext uri="{FF2B5EF4-FFF2-40B4-BE49-F238E27FC236}">
                <a16:creationId xmlns:a16="http://schemas.microsoft.com/office/drawing/2014/main" id="{48A0DBD8-87F1-F6F2-2CCC-4ADCCDB53513}"/>
              </a:ext>
            </a:extLst>
          </p:cNvPr>
          <p:cNvSpPr txBox="1"/>
          <p:nvPr/>
        </p:nvSpPr>
        <p:spPr>
          <a:xfrm>
            <a:off x="213255" y="1584438"/>
            <a:ext cx="13497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p>
        </p:txBody>
      </p:sp>
      <p:pic>
        <p:nvPicPr>
          <p:cNvPr id="8" name="Picture 7" descr="A picture containing text&#10;&#10;Description automatically generated">
            <a:extLst>
              <a:ext uri="{FF2B5EF4-FFF2-40B4-BE49-F238E27FC236}">
                <a16:creationId xmlns:a16="http://schemas.microsoft.com/office/drawing/2014/main" id="{55C3BCEE-553E-07BC-497C-C213B1A747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4" name="TextBox 3">
            <a:extLst>
              <a:ext uri="{FF2B5EF4-FFF2-40B4-BE49-F238E27FC236}">
                <a16:creationId xmlns:a16="http://schemas.microsoft.com/office/drawing/2014/main" id="{26D7285C-12E4-C51A-4747-307FD9F0A786}"/>
              </a:ext>
            </a:extLst>
          </p:cNvPr>
          <p:cNvSpPr txBox="1"/>
          <p:nvPr/>
        </p:nvSpPr>
        <p:spPr>
          <a:xfrm>
            <a:off x="4838467" y="10304849"/>
            <a:ext cx="9809266"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5">
                  <a:extLst>
                    <a:ext uri="{A12FA001-AC4F-418D-AE19-62706E023703}">
                      <ahyp:hlinkClr xmlns:ahyp="http://schemas.microsoft.com/office/drawing/2018/hyperlinkcolor" val="tx"/>
                    </a:ext>
                  </a:extLst>
                </a:hlinkClick>
              </a:rPr>
              <a:t>CC BY SA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Ruben Jacobo, Waylon Ho, Carlos Paradis •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0.0.0.9600 (in development) •  Updated: 2026-4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14" name="Line">
            <a:extLst>
              <a:ext uri="{FF2B5EF4-FFF2-40B4-BE49-F238E27FC236}">
                <a16:creationId xmlns:a16="http://schemas.microsoft.com/office/drawing/2014/main" id="{6AD689BB-C33A-7A53-7682-5DED8F51D052}"/>
              </a:ext>
            </a:extLst>
          </p:cNvPr>
          <p:cNvSpPr/>
          <p:nvPr/>
        </p:nvSpPr>
        <p:spPr>
          <a:xfrm flipV="1">
            <a:off x="213255" y="2953027"/>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6" name="Layout Suggestions">
            <a:extLst>
              <a:ext uri="{FF2B5EF4-FFF2-40B4-BE49-F238E27FC236}">
                <a16:creationId xmlns:a16="http://schemas.microsoft.com/office/drawing/2014/main" id="{D5565820-08A4-CCD9-B34C-7C35825F9801}"/>
              </a:ext>
            </a:extLst>
          </p:cNvPr>
          <p:cNvSpPr txBox="1"/>
          <p:nvPr/>
        </p:nvSpPr>
        <p:spPr>
          <a:xfrm>
            <a:off x="4664490" y="1488598"/>
            <a:ext cx="4176054"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Layer Workflow</a:t>
            </a:r>
          </a:p>
        </p:txBody>
      </p:sp>
      <p:sp>
        <p:nvSpPr>
          <p:cNvPr id="310" name="Line">
            <a:extLst>
              <a:ext uri="{FF2B5EF4-FFF2-40B4-BE49-F238E27FC236}">
                <a16:creationId xmlns:a16="http://schemas.microsoft.com/office/drawing/2014/main" id="{7961A5C1-8E66-0B42-E675-995931F76DFC}"/>
              </a:ext>
            </a:extLst>
          </p:cNvPr>
          <p:cNvSpPr/>
          <p:nvPr/>
        </p:nvSpPr>
        <p:spPr>
          <a:xfrm flipV="1">
            <a:off x="4664490" y="1869952"/>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359" name="Group 358">
            <a:extLst>
              <a:ext uri="{FF2B5EF4-FFF2-40B4-BE49-F238E27FC236}">
                <a16:creationId xmlns:a16="http://schemas.microsoft.com/office/drawing/2014/main" id="{121E5122-9017-EA97-9A95-0CDE732FA65C}"/>
              </a:ext>
            </a:extLst>
          </p:cNvPr>
          <p:cNvGrpSpPr/>
          <p:nvPr/>
        </p:nvGrpSpPr>
        <p:grpSpPr>
          <a:xfrm>
            <a:off x="9108299" y="6614141"/>
            <a:ext cx="3893386" cy="3509407"/>
            <a:chOff x="9086041" y="2058548"/>
            <a:chExt cx="3893386" cy="3509407"/>
          </a:xfrm>
        </p:grpSpPr>
        <p:sp>
          <p:nvSpPr>
            <p:cNvPr id="355" name="Use headers, colors, and/or backgrounds to separate or group together sections.">
              <a:extLst>
                <a:ext uri="{FF2B5EF4-FFF2-40B4-BE49-F238E27FC236}">
                  <a16:creationId xmlns:a16="http://schemas.microsoft.com/office/drawing/2014/main" id="{EC8541C3-56F5-022A-DD71-45E3DB1F029B}"/>
                </a:ext>
              </a:extLst>
            </p:cNvPr>
            <p:cNvSpPr txBox="1"/>
            <p:nvPr/>
          </p:nvSpPr>
          <p:spPr>
            <a:xfrm>
              <a:off x="9099803" y="2555416"/>
              <a:ext cx="3871127" cy="301253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Currently MySQL Workbench EER Diagram supports these notebooks</a:t>
              </a:r>
              <a:br>
                <a:rPr lang="en-US" b="0">
                  <a:latin typeface="Source Sans Pro" panose="020B0503030403020204" pitchFamily="34" charset="0"/>
                  <a:ea typeface="Source Sans Pro" panose="020B0503030403020204" pitchFamily="34" charset="0"/>
                  <a:sym typeface="Source Sans Pro Light"/>
                </a:rPr>
              </a:b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 </a:t>
              </a:r>
              <a:r>
                <a:rPr lang="en-US" b="0" err="1">
                  <a:latin typeface="Source Sans Pro" panose="020B0503030403020204" pitchFamily="34" charset="0"/>
                  <a:ea typeface="Source Sans Pro" panose="020B0503030403020204" pitchFamily="34" charset="0"/>
                  <a:sym typeface="Source Sans Pro Light"/>
                </a:rPr>
                <a:t>gitlog_showcase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2. </a:t>
              </a:r>
              <a:r>
                <a:rPr lang="en-US" b="0" err="1">
                  <a:latin typeface="Source Sans Pro" panose="020B0503030403020204" pitchFamily="34" charset="0"/>
                  <a:ea typeface="Source Sans Pro" panose="020B0503030403020204" pitchFamily="34" charset="0"/>
                  <a:sym typeface="Source Sans Pro Light"/>
                </a:rPr>
                <a:t>gitlog_entites_showcase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3. </a:t>
              </a:r>
              <a:r>
                <a:rPr lang="en-US" b="0" err="1">
                  <a:latin typeface="Source Sans Pro" panose="020B0503030403020204" pitchFamily="34" charset="0"/>
                  <a:ea typeface="Source Sans Pro" panose="020B0503030403020204" pitchFamily="34" charset="0"/>
                  <a:sym typeface="Source Sans Pro Light"/>
                </a:rPr>
                <a:t>understands_showcase</a:t>
              </a: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4. </a:t>
              </a:r>
              <a:r>
                <a:rPr lang="en-US" b="0" err="1">
                  <a:latin typeface="Source Sans Pro" panose="020B0503030403020204" pitchFamily="34" charset="0"/>
                  <a:ea typeface="Source Sans Pro" panose="020B0503030403020204" pitchFamily="34" charset="0"/>
                  <a:sym typeface="Source Sans Pro Light"/>
                </a:rPr>
                <a:t>depends_showcase</a:t>
              </a: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5. </a:t>
              </a:r>
              <a:r>
                <a:rPr lang="en-US" b="0" err="1">
                  <a:latin typeface="Source Sans Pro" panose="020B0503030403020204" pitchFamily="34" charset="0"/>
                  <a:ea typeface="Source Sans Pro" panose="020B0503030403020204" pitchFamily="34" charset="0"/>
                  <a:sym typeface="Source Sans Pro Light"/>
                </a:rPr>
                <a:t>kaiaulu_architecture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6. </a:t>
              </a:r>
              <a:r>
                <a:rPr lang="en-US" b="0" err="1">
                  <a:latin typeface="Source Sans Pro" panose="020B0503030403020204" pitchFamily="34" charset="0"/>
                  <a:ea typeface="Source Sans Pro" panose="020B0503030403020204" pitchFamily="34" charset="0"/>
                  <a:sym typeface="Source Sans Pro Light"/>
                </a:rPr>
                <a:t>line_metrics_showcase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7. </a:t>
              </a:r>
              <a:r>
                <a:rPr lang="en-US" b="0" err="1">
                  <a:latin typeface="Source Sans Pro" panose="020B0503030403020204" pitchFamily="34" charset="0"/>
                  <a:ea typeface="Source Sans Pro" panose="020B0503030403020204" pitchFamily="34" charset="0"/>
                  <a:sym typeface="Source Sans Pro Light"/>
                </a:rPr>
                <a:t>graph_gof_showcase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8. </a:t>
              </a:r>
              <a:r>
                <a:rPr lang="en-US" b="0" err="1">
                  <a:latin typeface="Source Sans Pro" panose="020B0503030403020204" pitchFamily="34" charset="0"/>
                  <a:ea typeface="Source Sans Pro" panose="020B0503030403020204" pitchFamily="34" charset="0"/>
                  <a:sym typeface="Source Sans Pro Light"/>
                </a:rPr>
                <a:t>download_jira_issues</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9. </a:t>
              </a:r>
              <a:r>
                <a:rPr lang="en-US" b="0" err="1">
                  <a:latin typeface="Source Sans Pro" panose="020B0503030403020204" pitchFamily="34" charset="0"/>
                  <a:ea typeface="Source Sans Pro" panose="020B0503030403020204" pitchFamily="34" charset="0"/>
                  <a:sym typeface="Source Sans Pro Light"/>
                </a:rPr>
                <a:t>download_mail</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10. </a:t>
              </a:r>
              <a:r>
                <a:rPr lang="en-US" b="0" err="1">
                  <a:latin typeface="Source Sans Pro" panose="020B0503030403020204" pitchFamily="34" charset="0"/>
                  <a:ea typeface="Source Sans Pro" panose="020B0503030403020204" pitchFamily="34" charset="0"/>
                  <a:sym typeface="Source Sans Pro Light"/>
                </a:rPr>
                <a:t>bug_count</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11. </a:t>
              </a:r>
              <a:r>
                <a:rPr lang="en-US" b="0" err="1">
                  <a:latin typeface="Source Sans Pro" panose="020B0503030403020204" pitchFamily="34" charset="0"/>
                  <a:ea typeface="Source Sans Pro" panose="020B0503030403020204" pitchFamily="34" charset="0"/>
                  <a:sym typeface="Source Sans Pro Light"/>
                </a:rPr>
                <a:t>reply_communication_showcase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12. dv8_showcase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13. </a:t>
              </a:r>
              <a:r>
                <a:rPr lang="en-US" b="0" err="1">
                  <a:latin typeface="Source Sans Pro" panose="020B0503030403020204" pitchFamily="34" charset="0"/>
                  <a:ea typeface="Source Sans Pro" panose="020B0503030403020204" pitchFamily="34" charset="0"/>
                  <a:sym typeface="Source Sans Pro Light"/>
                </a:rPr>
                <a:t>gitlog_vulnerabilities_showcase</a:t>
              </a:r>
              <a:br>
                <a:rPr lang="en-US" b="0">
                  <a:latin typeface="Source Sans Pro" panose="020B0503030403020204" pitchFamily="34" charset="0"/>
                  <a:ea typeface="Source Sans Pro" panose="020B0503030403020204" pitchFamily="34" charset="0"/>
                  <a:sym typeface="Source Sans Pro Light"/>
                </a:rPr>
              </a:br>
              <a:endParaRPr lang="en-US">
                <a:latin typeface="Source Sans Pro" panose="020B0503030403020204" pitchFamily="34" charset="0"/>
                <a:ea typeface="Source Sans Pro" panose="020B0503030403020204" pitchFamily="34" charset="0"/>
                <a:sym typeface="Source Sans Pro"/>
              </a:endParaRPr>
            </a:p>
          </p:txBody>
        </p:sp>
        <p:sp>
          <p:nvSpPr>
            <p:cNvPr id="356" name="Layout Suggestions">
              <a:extLst>
                <a:ext uri="{FF2B5EF4-FFF2-40B4-BE49-F238E27FC236}">
                  <a16:creationId xmlns:a16="http://schemas.microsoft.com/office/drawing/2014/main" id="{654898F1-76AC-5EF9-B3C4-B75F9559A557}"/>
                </a:ext>
              </a:extLst>
            </p:cNvPr>
            <p:cNvSpPr txBox="1"/>
            <p:nvPr/>
          </p:nvSpPr>
          <p:spPr>
            <a:xfrm>
              <a:off x="9086041" y="2058548"/>
              <a:ext cx="2562620"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Current Support</a:t>
              </a:r>
            </a:p>
          </p:txBody>
        </p:sp>
        <p:sp>
          <p:nvSpPr>
            <p:cNvPr id="357" name="Line">
              <a:extLst>
                <a:ext uri="{FF2B5EF4-FFF2-40B4-BE49-F238E27FC236}">
                  <a16:creationId xmlns:a16="http://schemas.microsoft.com/office/drawing/2014/main" id="{4B7DD0A4-3751-0FFC-CA7B-F96FB80CFB49}"/>
                </a:ext>
              </a:extLst>
            </p:cNvPr>
            <p:cNvSpPr/>
            <p:nvPr/>
          </p:nvSpPr>
          <p:spPr>
            <a:xfrm flipV="1">
              <a:off x="9108299" y="2502631"/>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pic>
        <p:nvPicPr>
          <p:cNvPr id="6" name="Graphic 5" descr="Paper outline">
            <a:extLst>
              <a:ext uri="{FF2B5EF4-FFF2-40B4-BE49-F238E27FC236}">
                <a16:creationId xmlns:a16="http://schemas.microsoft.com/office/drawing/2014/main" id="{10E1FA61-1D6B-75B0-03BE-67EC3E96DC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81963" y="3094805"/>
            <a:ext cx="889835" cy="839093"/>
          </a:xfrm>
          <a:prstGeom prst="rect">
            <a:avLst/>
          </a:prstGeom>
        </p:spPr>
      </p:pic>
      <p:sp>
        <p:nvSpPr>
          <p:cNvPr id="9" name="TextBox 8">
            <a:extLst>
              <a:ext uri="{FF2B5EF4-FFF2-40B4-BE49-F238E27FC236}">
                <a16:creationId xmlns:a16="http://schemas.microsoft.com/office/drawing/2014/main" id="{6D9DD75F-6FD4-296B-0744-D3F2EA8648F5}"/>
              </a:ext>
            </a:extLst>
          </p:cNvPr>
          <p:cNvSpPr txBox="1"/>
          <p:nvPr/>
        </p:nvSpPr>
        <p:spPr>
          <a:xfrm>
            <a:off x="4713809" y="4491720"/>
            <a:ext cx="89356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Git Module</a:t>
            </a:r>
          </a:p>
        </p:txBody>
      </p:sp>
      <p:cxnSp>
        <p:nvCxnSpPr>
          <p:cNvPr id="10" name="Elbow Connector 284">
            <a:extLst>
              <a:ext uri="{FF2B5EF4-FFF2-40B4-BE49-F238E27FC236}">
                <a16:creationId xmlns:a16="http://schemas.microsoft.com/office/drawing/2014/main" id="{E4F32D65-C889-18EB-6403-FFC6EE753974}"/>
              </a:ext>
            </a:extLst>
          </p:cNvPr>
          <p:cNvCxnSpPr>
            <a:cxnSpLocks/>
            <a:stCxn id="256" idx="2"/>
            <a:endCxn id="6" idx="0"/>
          </p:cNvCxnSpPr>
          <p:nvPr/>
        </p:nvCxnSpPr>
        <p:spPr>
          <a:xfrm rot="5400000">
            <a:off x="6511488" y="2977727"/>
            <a:ext cx="232471" cy="168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0" name="Rectangle 19">
            <a:extLst>
              <a:ext uri="{FF2B5EF4-FFF2-40B4-BE49-F238E27FC236}">
                <a16:creationId xmlns:a16="http://schemas.microsoft.com/office/drawing/2014/main" id="{6498DA61-C0EA-DA57-74CA-6633D7DC56FF}"/>
              </a:ext>
            </a:extLst>
          </p:cNvPr>
          <p:cNvSpPr/>
          <p:nvPr/>
        </p:nvSpPr>
        <p:spPr>
          <a:xfrm>
            <a:off x="4630374" y="4143941"/>
            <a:ext cx="4162163" cy="5251069"/>
          </a:xfrm>
          <a:prstGeom prst="rect">
            <a:avLst/>
          </a:prstGeom>
          <a:noFill/>
          <a:ln w="12700" cap="flat">
            <a:solidFill>
              <a:schemeClr val="tx1"/>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3" name="TextBox 22">
            <a:extLst>
              <a:ext uri="{FF2B5EF4-FFF2-40B4-BE49-F238E27FC236}">
                <a16:creationId xmlns:a16="http://schemas.microsoft.com/office/drawing/2014/main" id="{AEF27134-2589-7DE6-43A0-FABFE3891D1D}"/>
              </a:ext>
            </a:extLst>
          </p:cNvPr>
          <p:cNvSpPr txBox="1"/>
          <p:nvPr/>
        </p:nvSpPr>
        <p:spPr>
          <a:xfrm>
            <a:off x="281729" y="4928769"/>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User</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26" name="Oval 25">
            <a:extLst>
              <a:ext uri="{FF2B5EF4-FFF2-40B4-BE49-F238E27FC236}">
                <a16:creationId xmlns:a16="http://schemas.microsoft.com/office/drawing/2014/main" id="{AAD94990-BDE7-62A7-8186-0C41A8F32695}"/>
              </a:ext>
            </a:extLst>
          </p:cNvPr>
          <p:cNvSpPr/>
          <p:nvPr/>
        </p:nvSpPr>
        <p:spPr>
          <a:xfrm>
            <a:off x="4986383" y="6326878"/>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Oval 26">
            <a:extLst>
              <a:ext uri="{FF2B5EF4-FFF2-40B4-BE49-F238E27FC236}">
                <a16:creationId xmlns:a16="http://schemas.microsoft.com/office/drawing/2014/main" id="{394FE93E-E4E3-9F08-585B-72CE7460B73D}"/>
              </a:ext>
            </a:extLst>
          </p:cNvPr>
          <p:cNvSpPr/>
          <p:nvPr/>
        </p:nvSpPr>
        <p:spPr>
          <a:xfrm>
            <a:off x="5492131" y="6337567"/>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 name="Oval 27">
            <a:extLst>
              <a:ext uri="{FF2B5EF4-FFF2-40B4-BE49-F238E27FC236}">
                <a16:creationId xmlns:a16="http://schemas.microsoft.com/office/drawing/2014/main" id="{E25059F2-91A0-ACCE-2AFF-D1A3A76A325E}"/>
              </a:ext>
            </a:extLst>
          </p:cNvPr>
          <p:cNvSpPr/>
          <p:nvPr/>
        </p:nvSpPr>
        <p:spPr>
          <a:xfrm>
            <a:off x="5387009" y="5958104"/>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 name="Oval 28">
            <a:extLst>
              <a:ext uri="{FF2B5EF4-FFF2-40B4-BE49-F238E27FC236}">
                <a16:creationId xmlns:a16="http://schemas.microsoft.com/office/drawing/2014/main" id="{D07B1C46-2F02-94CF-04C8-01F4C5273B17}"/>
              </a:ext>
            </a:extLst>
          </p:cNvPr>
          <p:cNvSpPr/>
          <p:nvPr/>
        </p:nvSpPr>
        <p:spPr>
          <a:xfrm>
            <a:off x="6039701" y="5882771"/>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Oval 29">
            <a:extLst>
              <a:ext uri="{FF2B5EF4-FFF2-40B4-BE49-F238E27FC236}">
                <a16:creationId xmlns:a16="http://schemas.microsoft.com/office/drawing/2014/main" id="{9F29CACB-87F2-61C2-5F3C-F9CE4E30274B}"/>
              </a:ext>
            </a:extLst>
          </p:cNvPr>
          <p:cNvSpPr/>
          <p:nvPr/>
        </p:nvSpPr>
        <p:spPr>
          <a:xfrm>
            <a:off x="6003502" y="6443776"/>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2" name="Straight Connector 31">
            <a:extLst>
              <a:ext uri="{FF2B5EF4-FFF2-40B4-BE49-F238E27FC236}">
                <a16:creationId xmlns:a16="http://schemas.microsoft.com/office/drawing/2014/main" id="{0695B21B-B3E3-27EE-45CF-08312DC58724}"/>
              </a:ext>
            </a:extLst>
          </p:cNvPr>
          <p:cNvCxnSpPr>
            <a:cxnSpLocks/>
            <a:stCxn id="26" idx="7"/>
            <a:endCxn id="28" idx="3"/>
          </p:cNvCxnSpPr>
          <p:nvPr/>
        </p:nvCxnSpPr>
        <p:spPr>
          <a:xfrm flipV="1">
            <a:off x="5145203" y="6121462"/>
            <a:ext cx="269055" cy="233444"/>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 name="Straight Connector 33">
            <a:extLst>
              <a:ext uri="{FF2B5EF4-FFF2-40B4-BE49-F238E27FC236}">
                <a16:creationId xmlns:a16="http://schemas.microsoft.com/office/drawing/2014/main" id="{938E19F8-AC42-6CDC-17F9-DB505C85D8F9}"/>
              </a:ext>
            </a:extLst>
          </p:cNvPr>
          <p:cNvCxnSpPr>
            <a:cxnSpLocks/>
            <a:stCxn id="27" idx="0"/>
            <a:endCxn id="28" idx="4"/>
          </p:cNvCxnSpPr>
          <p:nvPr/>
        </p:nvCxnSpPr>
        <p:spPr>
          <a:xfrm flipH="1" flipV="1">
            <a:off x="5480044" y="6149490"/>
            <a:ext cx="105122" cy="18807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8" name="Straight Connector 37">
            <a:extLst>
              <a:ext uri="{FF2B5EF4-FFF2-40B4-BE49-F238E27FC236}">
                <a16:creationId xmlns:a16="http://schemas.microsoft.com/office/drawing/2014/main" id="{D8EA0EB3-337C-E99D-4047-D7473681126F}"/>
              </a:ext>
            </a:extLst>
          </p:cNvPr>
          <p:cNvCxnSpPr>
            <a:cxnSpLocks/>
            <a:stCxn id="29" idx="2"/>
            <a:endCxn id="28" idx="6"/>
          </p:cNvCxnSpPr>
          <p:nvPr/>
        </p:nvCxnSpPr>
        <p:spPr>
          <a:xfrm flipH="1">
            <a:off x="5573078" y="5978464"/>
            <a:ext cx="466623" cy="7533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1" name="Straight Connector 40">
            <a:extLst>
              <a:ext uri="{FF2B5EF4-FFF2-40B4-BE49-F238E27FC236}">
                <a16:creationId xmlns:a16="http://schemas.microsoft.com/office/drawing/2014/main" id="{42D839A1-32D2-81E1-31CB-7A6DA5849847}"/>
              </a:ext>
            </a:extLst>
          </p:cNvPr>
          <p:cNvCxnSpPr>
            <a:cxnSpLocks/>
            <a:stCxn id="30" idx="0"/>
            <a:endCxn id="29" idx="4"/>
          </p:cNvCxnSpPr>
          <p:nvPr/>
        </p:nvCxnSpPr>
        <p:spPr>
          <a:xfrm flipV="1">
            <a:off x="6096537" y="6074157"/>
            <a:ext cx="36199" cy="36961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449" name="Graphic 448" descr="Paper outline">
            <a:extLst>
              <a:ext uri="{FF2B5EF4-FFF2-40B4-BE49-F238E27FC236}">
                <a16:creationId xmlns:a16="http://schemas.microsoft.com/office/drawing/2014/main" id="{9166B74E-15E1-CC28-E764-F46F32A3FDB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41474" y="5067598"/>
            <a:ext cx="799030" cy="753466"/>
          </a:xfrm>
          <a:prstGeom prst="rect">
            <a:avLst/>
          </a:prstGeom>
        </p:spPr>
      </p:pic>
      <p:sp>
        <p:nvSpPr>
          <p:cNvPr id="485" name="Rectangle 484">
            <a:extLst>
              <a:ext uri="{FF2B5EF4-FFF2-40B4-BE49-F238E27FC236}">
                <a16:creationId xmlns:a16="http://schemas.microsoft.com/office/drawing/2014/main" id="{97638A28-5557-197D-D6EE-A012AD6A27BC}"/>
              </a:ext>
            </a:extLst>
          </p:cNvPr>
          <p:cNvSpPr/>
          <p:nvPr/>
        </p:nvSpPr>
        <p:spPr>
          <a:xfrm>
            <a:off x="4817348" y="4770606"/>
            <a:ext cx="1724865" cy="1940027"/>
          </a:xfrm>
          <a:prstGeom prst="rect">
            <a:avLst/>
          </a:prstGeom>
          <a:noFill/>
          <a:ln w="12700" cap="flat">
            <a:solidFill>
              <a:srgbClr val="00872B"/>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1" name="TextBox 500">
            <a:extLst>
              <a:ext uri="{FF2B5EF4-FFF2-40B4-BE49-F238E27FC236}">
                <a16:creationId xmlns:a16="http://schemas.microsoft.com/office/drawing/2014/main" id="{9D26218E-DFB3-6773-0355-4C6D9BC7EC42}"/>
              </a:ext>
            </a:extLst>
          </p:cNvPr>
          <p:cNvSpPr txBox="1"/>
          <p:nvPr/>
        </p:nvSpPr>
        <p:spPr>
          <a:xfrm>
            <a:off x="6677164" y="4503898"/>
            <a:ext cx="945606"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Jira Module</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502" name="TextBox 501">
            <a:extLst>
              <a:ext uri="{FF2B5EF4-FFF2-40B4-BE49-F238E27FC236}">
                <a16:creationId xmlns:a16="http://schemas.microsoft.com/office/drawing/2014/main" id="{D891C2F6-5200-E31D-0641-8BE5C2E5661A}"/>
              </a:ext>
            </a:extLst>
          </p:cNvPr>
          <p:cNvSpPr txBox="1"/>
          <p:nvPr/>
        </p:nvSpPr>
        <p:spPr>
          <a:xfrm>
            <a:off x="6338029" y="3400111"/>
            <a:ext cx="528819"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a:t>
            </a:r>
            <a:r>
              <a:rPr lang="en-US" b="0" err="1">
                <a:solidFill>
                  <a:schemeClr val="tx1"/>
                </a:solidFill>
              </a:rPr>
              <a:t>Rmd</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cxnSp>
        <p:nvCxnSpPr>
          <p:cNvPr id="503" name="Elbow Connector 284">
            <a:extLst>
              <a:ext uri="{FF2B5EF4-FFF2-40B4-BE49-F238E27FC236}">
                <a16:creationId xmlns:a16="http://schemas.microsoft.com/office/drawing/2014/main" id="{2295DEF7-5E8A-E32D-30F1-6C36BDAC99BA}"/>
              </a:ext>
            </a:extLst>
          </p:cNvPr>
          <p:cNvCxnSpPr>
            <a:cxnSpLocks/>
            <a:stCxn id="502" idx="2"/>
            <a:endCxn id="485" idx="0"/>
          </p:cNvCxnSpPr>
          <p:nvPr/>
        </p:nvCxnSpPr>
        <p:spPr>
          <a:xfrm rot="5400000">
            <a:off x="5686695" y="3854862"/>
            <a:ext cx="908830" cy="922658"/>
          </a:xfrm>
          <a:prstGeom prst="bentConnector3">
            <a:avLst>
              <a:gd name="adj1" fmla="val 71630"/>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506" name="Elbow Connector 284">
            <a:extLst>
              <a:ext uri="{FF2B5EF4-FFF2-40B4-BE49-F238E27FC236}">
                <a16:creationId xmlns:a16="http://schemas.microsoft.com/office/drawing/2014/main" id="{FE80C3E5-4B84-446B-A945-B39AEF6D6E9E}"/>
              </a:ext>
            </a:extLst>
          </p:cNvPr>
          <p:cNvCxnSpPr>
            <a:cxnSpLocks/>
            <a:stCxn id="502" idx="2"/>
            <a:endCxn id="1174" idx="0"/>
          </p:cNvCxnSpPr>
          <p:nvPr/>
        </p:nvCxnSpPr>
        <p:spPr>
          <a:xfrm rot="16200000" flipH="1">
            <a:off x="6672450" y="3791764"/>
            <a:ext cx="903990" cy="1044013"/>
          </a:xfrm>
          <a:prstGeom prst="bentConnector3">
            <a:avLst>
              <a:gd name="adj1" fmla="val 71746"/>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pic>
        <p:nvPicPr>
          <p:cNvPr id="1034" name="Graphic 1033" descr="Paper outline">
            <a:extLst>
              <a:ext uri="{FF2B5EF4-FFF2-40B4-BE49-F238E27FC236}">
                <a16:creationId xmlns:a16="http://schemas.microsoft.com/office/drawing/2014/main" id="{95923B33-BFA3-86A6-98FB-73C6141C36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96157" y="8522452"/>
            <a:ext cx="799030" cy="753466"/>
          </a:xfrm>
          <a:prstGeom prst="rect">
            <a:avLst/>
          </a:prstGeom>
        </p:spPr>
      </p:pic>
      <p:sp>
        <p:nvSpPr>
          <p:cNvPr id="1035" name="TextBox 1034">
            <a:extLst>
              <a:ext uri="{FF2B5EF4-FFF2-40B4-BE49-F238E27FC236}">
                <a16:creationId xmlns:a16="http://schemas.microsoft.com/office/drawing/2014/main" id="{9AAA6487-14C7-401C-3C36-3A7080D43E50}"/>
              </a:ext>
            </a:extLst>
          </p:cNvPr>
          <p:cNvSpPr txBox="1"/>
          <p:nvPr/>
        </p:nvSpPr>
        <p:spPr>
          <a:xfrm>
            <a:off x="5476831" y="8840246"/>
            <a:ext cx="742675"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500" b="0">
                <a:solidFill>
                  <a:schemeClr val="tx1"/>
                </a:solidFill>
              </a:rPr>
              <a:t>Graph () </a:t>
            </a:r>
            <a:endParaRPr kumimoji="0" lang="en-US" sz="5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036" name="TextBox 1035">
            <a:extLst>
              <a:ext uri="{FF2B5EF4-FFF2-40B4-BE49-F238E27FC236}">
                <a16:creationId xmlns:a16="http://schemas.microsoft.com/office/drawing/2014/main" id="{59A36363-2653-AB06-3433-64D17CDD1803}"/>
              </a:ext>
            </a:extLst>
          </p:cNvPr>
          <p:cNvSpPr txBox="1"/>
          <p:nvPr/>
        </p:nvSpPr>
        <p:spPr>
          <a:xfrm>
            <a:off x="6047647" y="8860738"/>
            <a:ext cx="742675"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500" b="0">
                <a:solidFill>
                  <a:schemeClr val="tx1"/>
                </a:solidFill>
              </a:rPr>
              <a:t>Identity () </a:t>
            </a:r>
            <a:endParaRPr kumimoji="0" lang="en-US" sz="5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037" name="Graphic 1036" descr="Paper outline">
            <a:extLst>
              <a:ext uri="{FF2B5EF4-FFF2-40B4-BE49-F238E27FC236}">
                <a16:creationId xmlns:a16="http://schemas.microsoft.com/office/drawing/2014/main" id="{6F66BFEB-F64F-5C25-BD98-E6000E6A551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66183" y="8531055"/>
            <a:ext cx="799030" cy="753466"/>
          </a:xfrm>
          <a:prstGeom prst="rect">
            <a:avLst/>
          </a:prstGeom>
        </p:spPr>
      </p:pic>
      <p:sp>
        <p:nvSpPr>
          <p:cNvPr id="1039" name="TextBox 1038">
            <a:extLst>
              <a:ext uri="{FF2B5EF4-FFF2-40B4-BE49-F238E27FC236}">
                <a16:creationId xmlns:a16="http://schemas.microsoft.com/office/drawing/2014/main" id="{816726A0-7583-8D6D-712E-8E573243CF19}"/>
              </a:ext>
            </a:extLst>
          </p:cNvPr>
          <p:cNvSpPr txBox="1"/>
          <p:nvPr/>
        </p:nvSpPr>
        <p:spPr>
          <a:xfrm>
            <a:off x="5388611" y="8402149"/>
            <a:ext cx="742675"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500" b="0">
                <a:solidFill>
                  <a:schemeClr val="tx1"/>
                </a:solidFill>
              </a:rPr>
              <a:t>Functions</a:t>
            </a:r>
            <a:endParaRPr kumimoji="0" lang="en-US" sz="5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cxnSp>
        <p:nvCxnSpPr>
          <p:cNvPr id="1055" name="Elbow Connector 284">
            <a:extLst>
              <a:ext uri="{FF2B5EF4-FFF2-40B4-BE49-F238E27FC236}">
                <a16:creationId xmlns:a16="http://schemas.microsoft.com/office/drawing/2014/main" id="{81CED589-473F-4B4D-0A69-5B4026E2596E}"/>
              </a:ext>
            </a:extLst>
          </p:cNvPr>
          <p:cNvCxnSpPr>
            <a:cxnSpLocks/>
            <a:stCxn id="485" idx="2"/>
            <a:endCxn id="363" idx="0"/>
          </p:cNvCxnSpPr>
          <p:nvPr/>
        </p:nvCxnSpPr>
        <p:spPr>
          <a:xfrm rot="16200000" flipH="1">
            <a:off x="5385975" y="7004439"/>
            <a:ext cx="587662" cy="50"/>
          </a:xfrm>
          <a:prstGeom prst="bentConnector3">
            <a:avLst>
              <a:gd name="adj1" fmla="val 50000"/>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1059" name="Elbow Connector 284">
            <a:extLst>
              <a:ext uri="{FF2B5EF4-FFF2-40B4-BE49-F238E27FC236}">
                <a16:creationId xmlns:a16="http://schemas.microsoft.com/office/drawing/2014/main" id="{096216DC-15D9-FFDB-4B02-13F12A89F17B}"/>
              </a:ext>
            </a:extLst>
          </p:cNvPr>
          <p:cNvCxnSpPr>
            <a:cxnSpLocks/>
            <a:stCxn id="1174" idx="2"/>
            <a:endCxn id="369" idx="0"/>
          </p:cNvCxnSpPr>
          <p:nvPr/>
        </p:nvCxnSpPr>
        <p:spPr>
          <a:xfrm rot="16200000" flipH="1">
            <a:off x="7366886" y="6985359"/>
            <a:ext cx="563033" cy="3900"/>
          </a:xfrm>
          <a:prstGeom prst="bentConnector3">
            <a:avLst>
              <a:gd name="adj1" fmla="val 50000"/>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1063" name="Elbow Connector 284">
            <a:extLst>
              <a:ext uri="{FF2B5EF4-FFF2-40B4-BE49-F238E27FC236}">
                <a16:creationId xmlns:a16="http://schemas.microsoft.com/office/drawing/2014/main" id="{E7A0D151-D6EF-0255-8EBE-B169B7A69686}"/>
              </a:ext>
            </a:extLst>
          </p:cNvPr>
          <p:cNvCxnSpPr>
            <a:cxnSpLocks/>
            <a:stCxn id="363" idx="2"/>
          </p:cNvCxnSpPr>
          <p:nvPr/>
        </p:nvCxnSpPr>
        <p:spPr>
          <a:xfrm rot="16200000" flipH="1">
            <a:off x="5311777" y="8038140"/>
            <a:ext cx="1846598" cy="1110491"/>
          </a:xfrm>
          <a:prstGeom prst="bentConnector3">
            <a:avLst>
              <a:gd name="adj1" fmla="val 37878"/>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66" name="Elbow Connector 284">
            <a:extLst>
              <a:ext uri="{FF2B5EF4-FFF2-40B4-BE49-F238E27FC236}">
                <a16:creationId xmlns:a16="http://schemas.microsoft.com/office/drawing/2014/main" id="{79305DAA-853D-6F4A-6CCF-E2C60E1052A2}"/>
              </a:ext>
            </a:extLst>
          </p:cNvPr>
          <p:cNvCxnSpPr>
            <a:cxnSpLocks/>
            <a:stCxn id="369" idx="2"/>
          </p:cNvCxnSpPr>
          <p:nvPr/>
        </p:nvCxnSpPr>
        <p:spPr>
          <a:xfrm rot="5400000">
            <a:off x="6313418" y="8179750"/>
            <a:ext cx="1817167" cy="856703"/>
          </a:xfrm>
          <a:prstGeom prst="bentConnector3">
            <a:avLst>
              <a:gd name="adj1" fmla="val 4224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72" name="Elbow Connector 284">
            <a:extLst>
              <a:ext uri="{FF2B5EF4-FFF2-40B4-BE49-F238E27FC236}">
                <a16:creationId xmlns:a16="http://schemas.microsoft.com/office/drawing/2014/main" id="{5DBF45F2-E3FC-3F6F-78D5-A37F11B01469}"/>
              </a:ext>
            </a:extLst>
          </p:cNvPr>
          <p:cNvCxnSpPr>
            <a:cxnSpLocks/>
            <a:stCxn id="1227" idx="3"/>
            <a:endCxn id="360" idx="2"/>
          </p:cNvCxnSpPr>
          <p:nvPr/>
        </p:nvCxnSpPr>
        <p:spPr>
          <a:xfrm flipV="1">
            <a:off x="7120992" y="9047978"/>
            <a:ext cx="323839" cy="924168"/>
          </a:xfrm>
          <a:prstGeom prst="bentConnector2">
            <a:avLst/>
          </a:prstGeom>
          <a:noFill/>
          <a:ln w="25400" cap="flat">
            <a:solidFill>
              <a:schemeClr val="accent6"/>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1076" name="Elbow Connector 284">
            <a:extLst>
              <a:ext uri="{FF2B5EF4-FFF2-40B4-BE49-F238E27FC236}">
                <a16:creationId xmlns:a16="http://schemas.microsoft.com/office/drawing/2014/main" id="{635F9719-D5F4-18F0-FD2B-967562B20BA8}"/>
              </a:ext>
            </a:extLst>
          </p:cNvPr>
          <p:cNvCxnSpPr>
            <a:cxnSpLocks/>
            <a:stCxn id="375" idx="3"/>
            <a:endCxn id="1532" idx="3"/>
          </p:cNvCxnSpPr>
          <p:nvPr/>
        </p:nvCxnSpPr>
        <p:spPr>
          <a:xfrm flipV="1">
            <a:off x="7864619" y="3455405"/>
            <a:ext cx="334218" cy="5406677"/>
          </a:xfrm>
          <a:prstGeom prst="bentConnector3">
            <a:avLst>
              <a:gd name="adj1" fmla="val 238339"/>
            </a:avLst>
          </a:prstGeom>
          <a:noFill/>
          <a:ln w="25400" cap="flat">
            <a:solidFill>
              <a:srgbClr val="0265BF"/>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1081" name="Elbow Connector 284">
            <a:extLst>
              <a:ext uri="{FF2B5EF4-FFF2-40B4-BE49-F238E27FC236}">
                <a16:creationId xmlns:a16="http://schemas.microsoft.com/office/drawing/2014/main" id="{00D17976-FA4C-E02E-C306-65050DDDED59}"/>
              </a:ext>
            </a:extLst>
          </p:cNvPr>
          <p:cNvCxnSpPr>
            <a:cxnSpLocks/>
          </p:cNvCxnSpPr>
          <p:nvPr/>
        </p:nvCxnSpPr>
        <p:spPr>
          <a:xfrm rot="10800000">
            <a:off x="7056064" y="2320622"/>
            <a:ext cx="650635" cy="630248"/>
          </a:xfrm>
          <a:prstGeom prst="bentConnector3">
            <a:avLst>
              <a:gd name="adj1" fmla="val 1690"/>
            </a:avLst>
          </a:prstGeom>
          <a:noFill/>
          <a:ln w="25400" cap="flat">
            <a:solidFill>
              <a:srgbClr val="0265BF"/>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256" name="Graphic 255" descr="Ui Ux outline">
            <a:extLst>
              <a:ext uri="{FF2B5EF4-FFF2-40B4-BE49-F238E27FC236}">
                <a16:creationId xmlns:a16="http://schemas.microsoft.com/office/drawing/2014/main" id="{0BCEBAAE-5C66-9F14-3CF0-BAC72814601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71365" y="1947934"/>
            <a:ext cx="914400" cy="914400"/>
          </a:xfrm>
          <a:prstGeom prst="rect">
            <a:avLst/>
          </a:prstGeom>
        </p:spPr>
      </p:pic>
      <p:sp>
        <p:nvSpPr>
          <p:cNvPr id="276" name="TextBox 275">
            <a:extLst>
              <a:ext uri="{FF2B5EF4-FFF2-40B4-BE49-F238E27FC236}">
                <a16:creationId xmlns:a16="http://schemas.microsoft.com/office/drawing/2014/main" id="{DDB56314-31BC-E5F7-7C49-F21901A14147}"/>
              </a:ext>
            </a:extLst>
          </p:cNvPr>
          <p:cNvSpPr txBox="1"/>
          <p:nvPr/>
        </p:nvSpPr>
        <p:spPr>
          <a:xfrm>
            <a:off x="7492769" y="9463380"/>
            <a:ext cx="1240198"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accent6"/>
                </a:solidFill>
                <a:effectLst/>
                <a:uFillTx/>
                <a:latin typeface="Source Sans Pro"/>
                <a:ea typeface="Source Sans Pro"/>
                <a:cs typeface="Source Sans Pro"/>
                <a:sym typeface="Source Sans Pro"/>
              </a:rPr>
              <a:t>Merges CSVs using Identity()</a:t>
            </a:r>
          </a:p>
        </p:txBody>
      </p:sp>
      <p:sp>
        <p:nvSpPr>
          <p:cNvPr id="277" name="TextBox 276">
            <a:extLst>
              <a:ext uri="{FF2B5EF4-FFF2-40B4-BE49-F238E27FC236}">
                <a16:creationId xmlns:a16="http://schemas.microsoft.com/office/drawing/2014/main" id="{B5E772C3-E2B2-A9D1-C7EE-4AC41E3A8032}"/>
              </a:ext>
            </a:extLst>
          </p:cNvPr>
          <p:cNvSpPr txBox="1"/>
          <p:nvPr/>
        </p:nvSpPr>
        <p:spPr>
          <a:xfrm>
            <a:off x="7934968" y="8417015"/>
            <a:ext cx="797999"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rgbClr val="0265BF"/>
                </a:solidFill>
              </a:rPr>
              <a:t>Graph</a:t>
            </a:r>
            <a:r>
              <a:rPr kumimoji="0" lang="en-US" b="0" i="0" u="none" strike="noStrike" cap="none" spc="0" normalizeH="0" baseline="0">
                <a:ln>
                  <a:noFill/>
                </a:ln>
                <a:solidFill>
                  <a:srgbClr val="0265BF"/>
                </a:solidFill>
                <a:effectLst/>
                <a:uFillTx/>
                <a:latin typeface="Source Sans Pro"/>
                <a:ea typeface="Source Sans Pro"/>
                <a:cs typeface="Source Sans Pro"/>
                <a:sym typeface="Source Sans Pro"/>
              </a:rPr>
              <a:t>()</a:t>
            </a:r>
          </a:p>
        </p:txBody>
      </p:sp>
      <p:sp>
        <p:nvSpPr>
          <p:cNvPr id="303" name="TextBox 302">
            <a:extLst>
              <a:ext uri="{FF2B5EF4-FFF2-40B4-BE49-F238E27FC236}">
                <a16:creationId xmlns:a16="http://schemas.microsoft.com/office/drawing/2014/main" id="{D5FB80C6-BE44-3BC9-D7C2-378AB142C8B9}"/>
              </a:ext>
            </a:extLst>
          </p:cNvPr>
          <p:cNvSpPr txBox="1"/>
          <p:nvPr/>
        </p:nvSpPr>
        <p:spPr>
          <a:xfrm>
            <a:off x="6005498" y="6750116"/>
            <a:ext cx="1305860"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Notebooks in the modules creates a .csv in the data layer which is unknown to the user</a:t>
            </a:r>
          </a:p>
        </p:txBody>
      </p:sp>
      <p:sp>
        <p:nvSpPr>
          <p:cNvPr id="307" name="TextBox 306">
            <a:extLst>
              <a:ext uri="{FF2B5EF4-FFF2-40B4-BE49-F238E27FC236}">
                <a16:creationId xmlns:a16="http://schemas.microsoft.com/office/drawing/2014/main" id="{B0E2D57D-83C2-B4CD-E16C-94A93343E279}"/>
              </a:ext>
            </a:extLst>
          </p:cNvPr>
          <p:cNvSpPr txBox="1"/>
          <p:nvPr/>
        </p:nvSpPr>
        <p:spPr>
          <a:xfrm>
            <a:off x="8146487" y="3095279"/>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Terminal</a:t>
            </a:r>
          </a:p>
        </p:txBody>
      </p:sp>
      <p:sp>
        <p:nvSpPr>
          <p:cNvPr id="308" name="TextBox 307">
            <a:extLst>
              <a:ext uri="{FF2B5EF4-FFF2-40B4-BE49-F238E27FC236}">
                <a16:creationId xmlns:a16="http://schemas.microsoft.com/office/drawing/2014/main" id="{E1588553-3623-B8A0-E1A2-C974F654D9FD}"/>
              </a:ext>
            </a:extLst>
          </p:cNvPr>
          <p:cNvSpPr txBox="1"/>
          <p:nvPr/>
        </p:nvSpPr>
        <p:spPr>
          <a:xfrm>
            <a:off x="5638438" y="2163659"/>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User</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54" name="Rectangle 353">
            <a:extLst>
              <a:ext uri="{FF2B5EF4-FFF2-40B4-BE49-F238E27FC236}">
                <a16:creationId xmlns:a16="http://schemas.microsoft.com/office/drawing/2014/main" id="{DDC8C62C-568A-1034-4D86-19F03748F094}"/>
              </a:ext>
            </a:extLst>
          </p:cNvPr>
          <p:cNvSpPr/>
          <p:nvPr/>
        </p:nvSpPr>
        <p:spPr>
          <a:xfrm>
            <a:off x="7025856" y="8676186"/>
            <a:ext cx="165983" cy="371792"/>
          </a:xfrm>
          <a:prstGeom prst="rect">
            <a:avLst/>
          </a:prstGeom>
          <a:noFill/>
          <a:ln w="12700" cap="flat">
            <a:solidFill>
              <a:schemeClr val="accent6"/>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58" name="Rectangle 357">
            <a:extLst>
              <a:ext uri="{FF2B5EF4-FFF2-40B4-BE49-F238E27FC236}">
                <a16:creationId xmlns:a16="http://schemas.microsoft.com/office/drawing/2014/main" id="{031465D3-59D1-2410-5B27-C1CBEA5701B3}"/>
              </a:ext>
            </a:extLst>
          </p:cNvPr>
          <p:cNvSpPr/>
          <p:nvPr/>
        </p:nvSpPr>
        <p:spPr>
          <a:xfrm>
            <a:off x="7193343" y="8676186"/>
            <a:ext cx="165983" cy="371792"/>
          </a:xfrm>
          <a:prstGeom prst="rect">
            <a:avLst/>
          </a:prstGeom>
          <a:no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0" name="Rectangle 359">
            <a:extLst>
              <a:ext uri="{FF2B5EF4-FFF2-40B4-BE49-F238E27FC236}">
                <a16:creationId xmlns:a16="http://schemas.microsoft.com/office/drawing/2014/main" id="{8004D345-66D0-A0F4-25C6-D47B3ECAC4AB}"/>
              </a:ext>
            </a:extLst>
          </p:cNvPr>
          <p:cNvSpPr/>
          <p:nvPr/>
        </p:nvSpPr>
        <p:spPr>
          <a:xfrm>
            <a:off x="7361839" y="8676186"/>
            <a:ext cx="165983" cy="371792"/>
          </a:xfrm>
          <a:prstGeom prst="rect">
            <a:avLst/>
          </a:prstGeom>
          <a:no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1" name="Rectangle 360">
            <a:extLst>
              <a:ext uri="{FF2B5EF4-FFF2-40B4-BE49-F238E27FC236}">
                <a16:creationId xmlns:a16="http://schemas.microsoft.com/office/drawing/2014/main" id="{9A6C8201-BFDF-D630-0773-BFF9A0710A0E}"/>
              </a:ext>
            </a:extLst>
          </p:cNvPr>
          <p:cNvSpPr/>
          <p:nvPr/>
        </p:nvSpPr>
        <p:spPr>
          <a:xfrm>
            <a:off x="7529326" y="8676186"/>
            <a:ext cx="165983" cy="371792"/>
          </a:xfrm>
          <a:prstGeom prst="rect">
            <a:avLst/>
          </a:prstGeom>
          <a:no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2" name="Rectangle 361">
            <a:extLst>
              <a:ext uri="{FF2B5EF4-FFF2-40B4-BE49-F238E27FC236}">
                <a16:creationId xmlns:a16="http://schemas.microsoft.com/office/drawing/2014/main" id="{6A63C66A-FEEA-D705-EB1C-EE34BBE9426D}"/>
              </a:ext>
            </a:extLst>
          </p:cNvPr>
          <p:cNvSpPr/>
          <p:nvPr/>
        </p:nvSpPr>
        <p:spPr>
          <a:xfrm>
            <a:off x="5432364" y="7298295"/>
            <a:ext cx="165983" cy="371792"/>
          </a:xfrm>
          <a:prstGeom prst="rect">
            <a:avLst/>
          </a:prstGeom>
          <a:noFill/>
          <a:ln w="12700" cap="flat">
            <a:solidFill>
              <a:schemeClr val="accent6"/>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3" name="Rectangle 362">
            <a:extLst>
              <a:ext uri="{FF2B5EF4-FFF2-40B4-BE49-F238E27FC236}">
                <a16:creationId xmlns:a16="http://schemas.microsoft.com/office/drawing/2014/main" id="{39F3F776-EBA9-6C9D-8E95-214263C2FE19}"/>
              </a:ext>
            </a:extLst>
          </p:cNvPr>
          <p:cNvSpPr/>
          <p:nvPr/>
        </p:nvSpPr>
        <p:spPr>
          <a:xfrm>
            <a:off x="5596839" y="7298295"/>
            <a:ext cx="165983" cy="371792"/>
          </a:xfrm>
          <a:prstGeom prst="rect">
            <a:avLst/>
          </a:prstGeom>
          <a:no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4" name="Rectangle 363">
            <a:extLst>
              <a:ext uri="{FF2B5EF4-FFF2-40B4-BE49-F238E27FC236}">
                <a16:creationId xmlns:a16="http://schemas.microsoft.com/office/drawing/2014/main" id="{46434297-34F7-B9CA-E2D2-CCE914D3BBE1}"/>
              </a:ext>
            </a:extLst>
          </p:cNvPr>
          <p:cNvSpPr/>
          <p:nvPr/>
        </p:nvSpPr>
        <p:spPr>
          <a:xfrm>
            <a:off x="5765335" y="7298295"/>
            <a:ext cx="165983" cy="371792"/>
          </a:xfrm>
          <a:prstGeom prst="rect">
            <a:avLst/>
          </a:prstGeom>
          <a:no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8" name="Rectangle 367">
            <a:extLst>
              <a:ext uri="{FF2B5EF4-FFF2-40B4-BE49-F238E27FC236}">
                <a16:creationId xmlns:a16="http://schemas.microsoft.com/office/drawing/2014/main" id="{EA6C18F7-21B5-5FFB-D9A5-19C8C35E438E}"/>
              </a:ext>
            </a:extLst>
          </p:cNvPr>
          <p:cNvSpPr/>
          <p:nvPr/>
        </p:nvSpPr>
        <p:spPr>
          <a:xfrm>
            <a:off x="7312142" y="7271516"/>
            <a:ext cx="226903" cy="430692"/>
          </a:xfrm>
          <a:prstGeom prst="rect">
            <a:avLst/>
          </a:prstGeom>
          <a:noFill/>
          <a:ln w="12700" cap="flat">
            <a:solidFill>
              <a:schemeClr val="accent6"/>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9" name="Rectangle 368">
            <a:extLst>
              <a:ext uri="{FF2B5EF4-FFF2-40B4-BE49-F238E27FC236}">
                <a16:creationId xmlns:a16="http://schemas.microsoft.com/office/drawing/2014/main" id="{88B55ECF-1082-002E-F822-0573B80495B3}"/>
              </a:ext>
            </a:extLst>
          </p:cNvPr>
          <p:cNvSpPr/>
          <p:nvPr/>
        </p:nvSpPr>
        <p:spPr>
          <a:xfrm>
            <a:off x="7536900" y="7268826"/>
            <a:ext cx="226903" cy="430692"/>
          </a:xfrm>
          <a:prstGeom prst="rect">
            <a:avLst/>
          </a:prstGeom>
          <a:no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0" name="Rectangle 369">
            <a:extLst>
              <a:ext uri="{FF2B5EF4-FFF2-40B4-BE49-F238E27FC236}">
                <a16:creationId xmlns:a16="http://schemas.microsoft.com/office/drawing/2014/main" id="{3A0C3809-4C22-2DF0-A944-43B1C93CE603}"/>
              </a:ext>
            </a:extLst>
          </p:cNvPr>
          <p:cNvSpPr/>
          <p:nvPr/>
        </p:nvSpPr>
        <p:spPr>
          <a:xfrm>
            <a:off x="7771934" y="7268825"/>
            <a:ext cx="226903" cy="430692"/>
          </a:xfrm>
          <a:prstGeom prst="rect">
            <a:avLst/>
          </a:prstGeom>
          <a:no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5" name="Rectangle 374">
            <a:extLst>
              <a:ext uri="{FF2B5EF4-FFF2-40B4-BE49-F238E27FC236}">
                <a16:creationId xmlns:a16="http://schemas.microsoft.com/office/drawing/2014/main" id="{94C06A2C-A835-BB59-80C3-19B89BC884B3}"/>
              </a:ext>
            </a:extLst>
          </p:cNvPr>
          <p:cNvSpPr/>
          <p:nvPr/>
        </p:nvSpPr>
        <p:spPr>
          <a:xfrm>
            <a:off x="7698636" y="8676186"/>
            <a:ext cx="165983" cy="371792"/>
          </a:xfrm>
          <a:prstGeom prst="rect">
            <a:avLst/>
          </a:prstGeom>
          <a:no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5" name="Rectangle 404">
            <a:extLst>
              <a:ext uri="{FF2B5EF4-FFF2-40B4-BE49-F238E27FC236}">
                <a16:creationId xmlns:a16="http://schemas.microsoft.com/office/drawing/2014/main" id="{964DDAA1-3D3E-53B2-50A8-2B77D542CDFC}"/>
              </a:ext>
            </a:extLst>
          </p:cNvPr>
          <p:cNvSpPr/>
          <p:nvPr/>
        </p:nvSpPr>
        <p:spPr>
          <a:xfrm>
            <a:off x="5866183" y="522529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6" name="Rectangle 405">
            <a:extLst>
              <a:ext uri="{FF2B5EF4-FFF2-40B4-BE49-F238E27FC236}">
                <a16:creationId xmlns:a16="http://schemas.microsoft.com/office/drawing/2014/main" id="{143F9251-137B-2EC1-4F65-FA72B5B4906F}"/>
              </a:ext>
            </a:extLst>
          </p:cNvPr>
          <p:cNvSpPr/>
          <p:nvPr/>
        </p:nvSpPr>
        <p:spPr>
          <a:xfrm>
            <a:off x="6033670" y="522529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7" name="Rectangle 406">
            <a:extLst>
              <a:ext uri="{FF2B5EF4-FFF2-40B4-BE49-F238E27FC236}">
                <a16:creationId xmlns:a16="http://schemas.microsoft.com/office/drawing/2014/main" id="{910D5B85-CB18-78B2-88F1-B8D6EE0C0CFA}"/>
              </a:ext>
            </a:extLst>
          </p:cNvPr>
          <p:cNvSpPr/>
          <p:nvPr/>
        </p:nvSpPr>
        <p:spPr>
          <a:xfrm>
            <a:off x="6202166" y="522529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2" name="Oval 431">
            <a:extLst>
              <a:ext uri="{FF2B5EF4-FFF2-40B4-BE49-F238E27FC236}">
                <a16:creationId xmlns:a16="http://schemas.microsoft.com/office/drawing/2014/main" id="{E03FCC24-26AD-EAB2-6C5C-838F4625A4F8}"/>
              </a:ext>
            </a:extLst>
          </p:cNvPr>
          <p:cNvSpPr/>
          <p:nvPr/>
        </p:nvSpPr>
        <p:spPr>
          <a:xfrm>
            <a:off x="8066049" y="2783836"/>
            <a:ext cx="93035" cy="85177"/>
          </a:xfrm>
          <a:prstGeom prst="ellipse">
            <a:avLst/>
          </a:prstGeom>
          <a:solidFill>
            <a:srgbClr val="499FB8"/>
          </a:solid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3" name="Oval 432">
            <a:extLst>
              <a:ext uri="{FF2B5EF4-FFF2-40B4-BE49-F238E27FC236}">
                <a16:creationId xmlns:a16="http://schemas.microsoft.com/office/drawing/2014/main" id="{57116B32-BA2C-0F8B-6E97-FCCA76E6CBEF}"/>
              </a:ext>
            </a:extLst>
          </p:cNvPr>
          <p:cNvSpPr/>
          <p:nvPr/>
        </p:nvSpPr>
        <p:spPr>
          <a:xfrm>
            <a:off x="8052424" y="2606496"/>
            <a:ext cx="93035" cy="85177"/>
          </a:xfrm>
          <a:prstGeom prst="ellipse">
            <a:avLst/>
          </a:prstGeom>
          <a:solidFill>
            <a:schemeClr val="accent3">
              <a:lumMod val="50000"/>
            </a:schemeClr>
          </a:solid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4" name="Oval 433">
            <a:extLst>
              <a:ext uri="{FF2B5EF4-FFF2-40B4-BE49-F238E27FC236}">
                <a16:creationId xmlns:a16="http://schemas.microsoft.com/office/drawing/2014/main" id="{D6DB6F89-0A59-C2A9-BD8E-0F95FA43CCB6}"/>
              </a:ext>
            </a:extLst>
          </p:cNvPr>
          <p:cNvSpPr/>
          <p:nvPr/>
        </p:nvSpPr>
        <p:spPr>
          <a:xfrm>
            <a:off x="8279666" y="2599370"/>
            <a:ext cx="93035" cy="85177"/>
          </a:xfrm>
          <a:prstGeom prst="ellipse">
            <a:avLst/>
          </a:prstGeom>
          <a:solidFill>
            <a:schemeClr val="accent3">
              <a:lumMod val="50000"/>
            </a:schemeClr>
          </a:solid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5" name="Oval 434">
            <a:extLst>
              <a:ext uri="{FF2B5EF4-FFF2-40B4-BE49-F238E27FC236}">
                <a16:creationId xmlns:a16="http://schemas.microsoft.com/office/drawing/2014/main" id="{90FDF01A-984D-15B7-6ECE-E230D5F2EF22}"/>
              </a:ext>
            </a:extLst>
          </p:cNvPr>
          <p:cNvSpPr/>
          <p:nvPr/>
        </p:nvSpPr>
        <p:spPr>
          <a:xfrm>
            <a:off x="8402014" y="2802692"/>
            <a:ext cx="93035" cy="85177"/>
          </a:xfrm>
          <a:prstGeom prst="ellipse">
            <a:avLst/>
          </a:prstGeom>
          <a:solidFill>
            <a:srgbClr val="499FB8"/>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36" name="Straight Connector 435">
            <a:extLst>
              <a:ext uri="{FF2B5EF4-FFF2-40B4-BE49-F238E27FC236}">
                <a16:creationId xmlns:a16="http://schemas.microsoft.com/office/drawing/2014/main" id="{18C96E3B-0039-FAD5-0EFB-4EE8095D7EF0}"/>
              </a:ext>
            </a:extLst>
          </p:cNvPr>
          <p:cNvCxnSpPr>
            <a:cxnSpLocks/>
            <a:stCxn id="432" idx="7"/>
            <a:endCxn id="434" idx="3"/>
          </p:cNvCxnSpPr>
          <p:nvPr/>
        </p:nvCxnSpPr>
        <p:spPr>
          <a:xfrm flipV="1">
            <a:off x="8145459" y="2672073"/>
            <a:ext cx="147832" cy="12423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37" name="Straight Connector 436">
            <a:extLst>
              <a:ext uri="{FF2B5EF4-FFF2-40B4-BE49-F238E27FC236}">
                <a16:creationId xmlns:a16="http://schemas.microsoft.com/office/drawing/2014/main" id="{67278E88-1244-EEAE-4DE5-61F0951998EF}"/>
              </a:ext>
            </a:extLst>
          </p:cNvPr>
          <p:cNvCxnSpPr>
            <a:cxnSpLocks/>
            <a:stCxn id="432" idx="0"/>
            <a:endCxn id="433" idx="4"/>
          </p:cNvCxnSpPr>
          <p:nvPr/>
        </p:nvCxnSpPr>
        <p:spPr>
          <a:xfrm flipH="1" flipV="1">
            <a:off x="8098942" y="2691673"/>
            <a:ext cx="13625" cy="9216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38" name="Straight Connector 437">
            <a:extLst>
              <a:ext uri="{FF2B5EF4-FFF2-40B4-BE49-F238E27FC236}">
                <a16:creationId xmlns:a16="http://schemas.microsoft.com/office/drawing/2014/main" id="{DE84F8E8-AD88-5D8E-7A17-BE5F068DB1C1}"/>
              </a:ext>
            </a:extLst>
          </p:cNvPr>
          <p:cNvCxnSpPr>
            <a:cxnSpLocks/>
            <a:stCxn id="434" idx="2"/>
            <a:endCxn id="433" idx="6"/>
          </p:cNvCxnSpPr>
          <p:nvPr/>
        </p:nvCxnSpPr>
        <p:spPr>
          <a:xfrm flipH="1">
            <a:off x="8145459" y="2641959"/>
            <a:ext cx="134207" cy="712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39" name="Straight Connector 438">
            <a:extLst>
              <a:ext uri="{FF2B5EF4-FFF2-40B4-BE49-F238E27FC236}">
                <a16:creationId xmlns:a16="http://schemas.microsoft.com/office/drawing/2014/main" id="{EF7D7FFF-F70B-A9CA-2CE4-1D4A0A62FE62}"/>
              </a:ext>
            </a:extLst>
          </p:cNvPr>
          <p:cNvCxnSpPr>
            <a:cxnSpLocks/>
            <a:stCxn id="435" idx="0"/>
            <a:endCxn id="434" idx="4"/>
          </p:cNvCxnSpPr>
          <p:nvPr/>
        </p:nvCxnSpPr>
        <p:spPr>
          <a:xfrm flipH="1" flipV="1">
            <a:off x="8326184" y="2684547"/>
            <a:ext cx="122348" cy="118145"/>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115" name="TextBox 1114">
            <a:extLst>
              <a:ext uri="{FF2B5EF4-FFF2-40B4-BE49-F238E27FC236}">
                <a16:creationId xmlns:a16="http://schemas.microsoft.com/office/drawing/2014/main" id="{F9B1B38F-8108-D385-7391-E6E0D19D8274}"/>
              </a:ext>
            </a:extLst>
          </p:cNvPr>
          <p:cNvSpPr txBox="1"/>
          <p:nvPr/>
        </p:nvSpPr>
        <p:spPr>
          <a:xfrm>
            <a:off x="4954974" y="5291859"/>
            <a:ext cx="597174"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a:t>
            </a:r>
            <a:r>
              <a:rPr lang="en-US" sz="800" b="0" err="1">
                <a:solidFill>
                  <a:schemeClr val="tx1"/>
                </a:solidFill>
              </a:rPr>
              <a:t>Rmd</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Test Files</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exec</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17" name="TextBox 1116">
            <a:extLst>
              <a:ext uri="{FF2B5EF4-FFF2-40B4-BE49-F238E27FC236}">
                <a16:creationId xmlns:a16="http://schemas.microsoft.com/office/drawing/2014/main" id="{B9C3BDC3-A965-1413-CEC8-5A8B51B273C4}"/>
              </a:ext>
            </a:extLst>
          </p:cNvPr>
          <p:cNvSpPr txBox="1"/>
          <p:nvPr/>
        </p:nvSpPr>
        <p:spPr>
          <a:xfrm>
            <a:off x="4895977" y="4916559"/>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Files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19" name="TextBox 1118">
            <a:extLst>
              <a:ext uri="{FF2B5EF4-FFF2-40B4-BE49-F238E27FC236}">
                <a16:creationId xmlns:a16="http://schemas.microsoft.com/office/drawing/2014/main" id="{83FF8ACE-A0A0-8D05-1D6E-2A2C1E10A44A}"/>
              </a:ext>
            </a:extLst>
          </p:cNvPr>
          <p:cNvSpPr txBox="1"/>
          <p:nvPr/>
        </p:nvSpPr>
        <p:spPr>
          <a:xfrm>
            <a:off x="4890126" y="5793604"/>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121" name="Graphic 1120" descr="Paper outline">
            <a:extLst>
              <a:ext uri="{FF2B5EF4-FFF2-40B4-BE49-F238E27FC236}">
                <a16:creationId xmlns:a16="http://schemas.microsoft.com/office/drawing/2014/main" id="{DDDB4707-7822-599E-B66F-6C40476AD0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08231" y="5145702"/>
            <a:ext cx="256018" cy="241419"/>
          </a:xfrm>
          <a:prstGeom prst="rect">
            <a:avLst/>
          </a:prstGeom>
        </p:spPr>
      </p:pic>
      <p:pic>
        <p:nvPicPr>
          <p:cNvPr id="1123" name="Graphic 1122" descr="Paper outline">
            <a:extLst>
              <a:ext uri="{FF2B5EF4-FFF2-40B4-BE49-F238E27FC236}">
                <a16:creationId xmlns:a16="http://schemas.microsoft.com/office/drawing/2014/main" id="{CF6A828D-EEAB-A840-969B-729491CE37A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13247" y="5454183"/>
            <a:ext cx="256018" cy="241419"/>
          </a:xfrm>
          <a:prstGeom prst="rect">
            <a:avLst/>
          </a:prstGeom>
        </p:spPr>
      </p:pic>
      <p:sp>
        <p:nvSpPr>
          <p:cNvPr id="1143" name="TextBox 1142">
            <a:extLst>
              <a:ext uri="{FF2B5EF4-FFF2-40B4-BE49-F238E27FC236}">
                <a16:creationId xmlns:a16="http://schemas.microsoft.com/office/drawing/2014/main" id="{5F9BFC13-C318-F463-6422-00555AC674D2}"/>
              </a:ext>
            </a:extLst>
          </p:cNvPr>
          <p:cNvSpPr txBox="1"/>
          <p:nvPr/>
        </p:nvSpPr>
        <p:spPr>
          <a:xfrm>
            <a:off x="5732348" y="4940302"/>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Tables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64" name="Oval 1163">
            <a:extLst>
              <a:ext uri="{FF2B5EF4-FFF2-40B4-BE49-F238E27FC236}">
                <a16:creationId xmlns:a16="http://schemas.microsoft.com/office/drawing/2014/main" id="{9F380592-26D1-0B1D-FBF1-968C78E56574}"/>
              </a:ext>
            </a:extLst>
          </p:cNvPr>
          <p:cNvSpPr/>
          <p:nvPr/>
        </p:nvSpPr>
        <p:spPr>
          <a:xfrm>
            <a:off x="6953054" y="6322038"/>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65" name="Oval 1164">
            <a:extLst>
              <a:ext uri="{FF2B5EF4-FFF2-40B4-BE49-F238E27FC236}">
                <a16:creationId xmlns:a16="http://schemas.microsoft.com/office/drawing/2014/main" id="{A8032F71-C963-A8F9-1347-DA4683FA7B37}"/>
              </a:ext>
            </a:extLst>
          </p:cNvPr>
          <p:cNvSpPr/>
          <p:nvPr/>
        </p:nvSpPr>
        <p:spPr>
          <a:xfrm>
            <a:off x="7458802" y="6332727"/>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66" name="Oval 1165">
            <a:extLst>
              <a:ext uri="{FF2B5EF4-FFF2-40B4-BE49-F238E27FC236}">
                <a16:creationId xmlns:a16="http://schemas.microsoft.com/office/drawing/2014/main" id="{CB5F31BE-DA19-146D-0FD0-95AACCF4FF21}"/>
              </a:ext>
            </a:extLst>
          </p:cNvPr>
          <p:cNvSpPr/>
          <p:nvPr/>
        </p:nvSpPr>
        <p:spPr>
          <a:xfrm>
            <a:off x="7353680" y="5953264"/>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67" name="Oval 1166">
            <a:extLst>
              <a:ext uri="{FF2B5EF4-FFF2-40B4-BE49-F238E27FC236}">
                <a16:creationId xmlns:a16="http://schemas.microsoft.com/office/drawing/2014/main" id="{8797C201-DAFC-FB58-A6C2-955F2872771C}"/>
              </a:ext>
            </a:extLst>
          </p:cNvPr>
          <p:cNvSpPr/>
          <p:nvPr/>
        </p:nvSpPr>
        <p:spPr>
          <a:xfrm>
            <a:off x="8006372" y="5877931"/>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68" name="Oval 1167">
            <a:extLst>
              <a:ext uri="{FF2B5EF4-FFF2-40B4-BE49-F238E27FC236}">
                <a16:creationId xmlns:a16="http://schemas.microsoft.com/office/drawing/2014/main" id="{45994A6B-EC63-A833-0946-C891DE068E07}"/>
              </a:ext>
            </a:extLst>
          </p:cNvPr>
          <p:cNvSpPr/>
          <p:nvPr/>
        </p:nvSpPr>
        <p:spPr>
          <a:xfrm>
            <a:off x="7970173" y="6438936"/>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169" name="Straight Connector 1168">
            <a:extLst>
              <a:ext uri="{FF2B5EF4-FFF2-40B4-BE49-F238E27FC236}">
                <a16:creationId xmlns:a16="http://schemas.microsoft.com/office/drawing/2014/main" id="{B8C1DFEB-656D-6096-3834-B05D117A38BE}"/>
              </a:ext>
            </a:extLst>
          </p:cNvPr>
          <p:cNvCxnSpPr>
            <a:cxnSpLocks/>
            <a:stCxn id="1164" idx="7"/>
            <a:endCxn id="1166" idx="3"/>
          </p:cNvCxnSpPr>
          <p:nvPr/>
        </p:nvCxnSpPr>
        <p:spPr>
          <a:xfrm flipV="1">
            <a:off x="7111874" y="6116622"/>
            <a:ext cx="269055" cy="233444"/>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170" name="Straight Connector 1169">
            <a:extLst>
              <a:ext uri="{FF2B5EF4-FFF2-40B4-BE49-F238E27FC236}">
                <a16:creationId xmlns:a16="http://schemas.microsoft.com/office/drawing/2014/main" id="{5F14D84E-4781-0604-7379-CC9FABBCCFCF}"/>
              </a:ext>
            </a:extLst>
          </p:cNvPr>
          <p:cNvCxnSpPr>
            <a:cxnSpLocks/>
            <a:stCxn id="1165" idx="0"/>
            <a:endCxn id="1166" idx="4"/>
          </p:cNvCxnSpPr>
          <p:nvPr/>
        </p:nvCxnSpPr>
        <p:spPr>
          <a:xfrm flipH="1" flipV="1">
            <a:off x="7446715" y="6144650"/>
            <a:ext cx="105122" cy="18807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171" name="Straight Connector 1170">
            <a:extLst>
              <a:ext uri="{FF2B5EF4-FFF2-40B4-BE49-F238E27FC236}">
                <a16:creationId xmlns:a16="http://schemas.microsoft.com/office/drawing/2014/main" id="{0B0761B6-E2FB-20AD-8F20-0DED012DE762}"/>
              </a:ext>
            </a:extLst>
          </p:cNvPr>
          <p:cNvCxnSpPr>
            <a:cxnSpLocks/>
            <a:stCxn id="1167" idx="2"/>
            <a:endCxn id="1166" idx="6"/>
          </p:cNvCxnSpPr>
          <p:nvPr/>
        </p:nvCxnSpPr>
        <p:spPr>
          <a:xfrm flipH="1">
            <a:off x="7539749" y="5973624"/>
            <a:ext cx="466623" cy="7533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172" name="Straight Connector 1171">
            <a:extLst>
              <a:ext uri="{FF2B5EF4-FFF2-40B4-BE49-F238E27FC236}">
                <a16:creationId xmlns:a16="http://schemas.microsoft.com/office/drawing/2014/main" id="{A132EE5B-CFB5-A7B1-3E06-4886B308354F}"/>
              </a:ext>
            </a:extLst>
          </p:cNvPr>
          <p:cNvCxnSpPr>
            <a:cxnSpLocks/>
            <a:stCxn id="1168" idx="0"/>
            <a:endCxn id="1167" idx="4"/>
          </p:cNvCxnSpPr>
          <p:nvPr/>
        </p:nvCxnSpPr>
        <p:spPr>
          <a:xfrm flipV="1">
            <a:off x="8063208" y="6069317"/>
            <a:ext cx="36199" cy="36961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1173" name="Graphic 1172" descr="Paper outline">
            <a:extLst>
              <a:ext uri="{FF2B5EF4-FFF2-40B4-BE49-F238E27FC236}">
                <a16:creationId xmlns:a16="http://schemas.microsoft.com/office/drawing/2014/main" id="{ACC4564E-FF05-4DD4-ADDA-C3BE5CE1590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08145" y="5062758"/>
            <a:ext cx="799030" cy="753466"/>
          </a:xfrm>
          <a:prstGeom prst="rect">
            <a:avLst/>
          </a:prstGeom>
        </p:spPr>
      </p:pic>
      <p:sp>
        <p:nvSpPr>
          <p:cNvPr id="1174" name="Rectangle 1173">
            <a:extLst>
              <a:ext uri="{FF2B5EF4-FFF2-40B4-BE49-F238E27FC236}">
                <a16:creationId xmlns:a16="http://schemas.microsoft.com/office/drawing/2014/main" id="{1602D069-9E7F-2927-73B9-1B925ED80902}"/>
              </a:ext>
            </a:extLst>
          </p:cNvPr>
          <p:cNvSpPr/>
          <p:nvPr/>
        </p:nvSpPr>
        <p:spPr>
          <a:xfrm>
            <a:off x="6784019" y="4765766"/>
            <a:ext cx="1724865" cy="1940027"/>
          </a:xfrm>
          <a:prstGeom prst="rect">
            <a:avLst/>
          </a:prstGeom>
          <a:noFill/>
          <a:ln w="12700" cap="flat">
            <a:solidFill>
              <a:srgbClr val="C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75" name="Rectangle 1174">
            <a:extLst>
              <a:ext uri="{FF2B5EF4-FFF2-40B4-BE49-F238E27FC236}">
                <a16:creationId xmlns:a16="http://schemas.microsoft.com/office/drawing/2014/main" id="{032973BB-FDD6-AA46-695D-2B89640900F5}"/>
              </a:ext>
            </a:extLst>
          </p:cNvPr>
          <p:cNvSpPr/>
          <p:nvPr/>
        </p:nvSpPr>
        <p:spPr>
          <a:xfrm>
            <a:off x="7832854" y="522045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76" name="Rectangle 1175">
            <a:extLst>
              <a:ext uri="{FF2B5EF4-FFF2-40B4-BE49-F238E27FC236}">
                <a16:creationId xmlns:a16="http://schemas.microsoft.com/office/drawing/2014/main" id="{D806131D-82F2-2C89-003E-59117136A41E}"/>
              </a:ext>
            </a:extLst>
          </p:cNvPr>
          <p:cNvSpPr/>
          <p:nvPr/>
        </p:nvSpPr>
        <p:spPr>
          <a:xfrm>
            <a:off x="8000341" y="522045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77" name="Rectangle 1176">
            <a:extLst>
              <a:ext uri="{FF2B5EF4-FFF2-40B4-BE49-F238E27FC236}">
                <a16:creationId xmlns:a16="http://schemas.microsoft.com/office/drawing/2014/main" id="{2B5E3A12-7C97-6C8D-5A64-FF3734B5BBF9}"/>
              </a:ext>
            </a:extLst>
          </p:cNvPr>
          <p:cNvSpPr/>
          <p:nvPr/>
        </p:nvSpPr>
        <p:spPr>
          <a:xfrm>
            <a:off x="8168837" y="522045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78" name="TextBox 1177">
            <a:extLst>
              <a:ext uri="{FF2B5EF4-FFF2-40B4-BE49-F238E27FC236}">
                <a16:creationId xmlns:a16="http://schemas.microsoft.com/office/drawing/2014/main" id="{43A89498-6684-62A0-36DE-EC2851589ED1}"/>
              </a:ext>
            </a:extLst>
          </p:cNvPr>
          <p:cNvSpPr txBox="1"/>
          <p:nvPr/>
        </p:nvSpPr>
        <p:spPr>
          <a:xfrm>
            <a:off x="6917060" y="5286326"/>
            <a:ext cx="597174"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a:t>
            </a:r>
            <a:r>
              <a:rPr lang="en-US" sz="800" b="0" err="1">
                <a:solidFill>
                  <a:schemeClr val="tx1"/>
                </a:solidFill>
              </a:rPr>
              <a:t>Rmd</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Test Files</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exec</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79" name="TextBox 1178">
            <a:extLst>
              <a:ext uri="{FF2B5EF4-FFF2-40B4-BE49-F238E27FC236}">
                <a16:creationId xmlns:a16="http://schemas.microsoft.com/office/drawing/2014/main" id="{07411F5B-7C34-A7BE-66E7-4A173097A6CB}"/>
              </a:ext>
            </a:extLst>
          </p:cNvPr>
          <p:cNvSpPr txBox="1"/>
          <p:nvPr/>
        </p:nvSpPr>
        <p:spPr>
          <a:xfrm>
            <a:off x="6862648" y="4911719"/>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Files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80" name="TextBox 1179">
            <a:extLst>
              <a:ext uri="{FF2B5EF4-FFF2-40B4-BE49-F238E27FC236}">
                <a16:creationId xmlns:a16="http://schemas.microsoft.com/office/drawing/2014/main" id="{74E967D5-D8F5-F8F5-B50D-EBC5339C7891}"/>
              </a:ext>
            </a:extLst>
          </p:cNvPr>
          <p:cNvSpPr txBox="1"/>
          <p:nvPr/>
        </p:nvSpPr>
        <p:spPr>
          <a:xfrm>
            <a:off x="6856797" y="5788764"/>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181" name="Graphic 1180" descr="Paper outline">
            <a:extLst>
              <a:ext uri="{FF2B5EF4-FFF2-40B4-BE49-F238E27FC236}">
                <a16:creationId xmlns:a16="http://schemas.microsoft.com/office/drawing/2014/main" id="{A786B3CE-0BCD-6694-968D-31C117554D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74902" y="5140862"/>
            <a:ext cx="256018" cy="241419"/>
          </a:xfrm>
          <a:prstGeom prst="rect">
            <a:avLst/>
          </a:prstGeom>
        </p:spPr>
      </p:pic>
      <p:pic>
        <p:nvPicPr>
          <p:cNvPr id="1182" name="Graphic 1181" descr="Paper outline">
            <a:extLst>
              <a:ext uri="{FF2B5EF4-FFF2-40B4-BE49-F238E27FC236}">
                <a16:creationId xmlns:a16="http://schemas.microsoft.com/office/drawing/2014/main" id="{A627E568-72E0-F8DF-1255-B6789E432C7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79918" y="5449343"/>
            <a:ext cx="256018" cy="241419"/>
          </a:xfrm>
          <a:prstGeom prst="rect">
            <a:avLst/>
          </a:prstGeom>
        </p:spPr>
      </p:pic>
      <p:sp>
        <p:nvSpPr>
          <p:cNvPr id="1183" name="TextBox 1182">
            <a:extLst>
              <a:ext uri="{FF2B5EF4-FFF2-40B4-BE49-F238E27FC236}">
                <a16:creationId xmlns:a16="http://schemas.microsoft.com/office/drawing/2014/main" id="{9D2C2F51-66E3-5D34-EB36-5FF18875CD7B}"/>
              </a:ext>
            </a:extLst>
          </p:cNvPr>
          <p:cNvSpPr txBox="1"/>
          <p:nvPr/>
        </p:nvSpPr>
        <p:spPr>
          <a:xfrm>
            <a:off x="7699019" y="4935462"/>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Tables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95" name="TextBox 1194">
            <a:extLst>
              <a:ext uri="{FF2B5EF4-FFF2-40B4-BE49-F238E27FC236}">
                <a16:creationId xmlns:a16="http://schemas.microsoft.com/office/drawing/2014/main" id="{F62E3D36-D388-58C2-E427-A3E5B1272119}"/>
              </a:ext>
            </a:extLst>
          </p:cNvPr>
          <p:cNvSpPr txBox="1"/>
          <p:nvPr/>
        </p:nvSpPr>
        <p:spPr>
          <a:xfrm>
            <a:off x="7727150" y="1915588"/>
            <a:ext cx="1349728"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rgbClr val="0265BF"/>
                </a:solidFill>
              </a:rPr>
              <a:t>Returns a graph of merged modules to the user</a:t>
            </a:r>
            <a:endParaRPr kumimoji="0" lang="en-US" b="0" i="0" u="none" strike="noStrike" cap="none" spc="0" normalizeH="0" baseline="0">
              <a:ln>
                <a:noFill/>
              </a:ln>
              <a:solidFill>
                <a:srgbClr val="0265BF"/>
              </a:solidFill>
              <a:effectLst/>
              <a:uFillTx/>
              <a:latin typeface="Source Sans Pro"/>
              <a:ea typeface="Source Sans Pro"/>
              <a:cs typeface="Source Sans Pro"/>
              <a:sym typeface="Source Sans Pro"/>
            </a:endParaRPr>
          </a:p>
        </p:txBody>
      </p:sp>
      <p:sp>
        <p:nvSpPr>
          <p:cNvPr id="1196" name="TextBox 1195">
            <a:extLst>
              <a:ext uri="{FF2B5EF4-FFF2-40B4-BE49-F238E27FC236}">
                <a16:creationId xmlns:a16="http://schemas.microsoft.com/office/drawing/2014/main" id="{F0A3CE49-D51A-CA61-9C10-3705447A6CA7}"/>
              </a:ext>
            </a:extLst>
          </p:cNvPr>
          <p:cNvSpPr txBox="1"/>
          <p:nvPr/>
        </p:nvSpPr>
        <p:spPr>
          <a:xfrm>
            <a:off x="4579645" y="3840600"/>
            <a:ext cx="1981252"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Notebooks calls modules</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97" name="TextBox 1196">
            <a:extLst>
              <a:ext uri="{FF2B5EF4-FFF2-40B4-BE49-F238E27FC236}">
                <a16:creationId xmlns:a16="http://schemas.microsoft.com/office/drawing/2014/main" id="{8E307D1B-9D5C-6B99-2949-38EC9ECCCE73}"/>
              </a:ext>
            </a:extLst>
          </p:cNvPr>
          <p:cNvSpPr txBox="1"/>
          <p:nvPr/>
        </p:nvSpPr>
        <p:spPr>
          <a:xfrm>
            <a:off x="4888804" y="2796310"/>
            <a:ext cx="1511915"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User calls notebook</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220" name="Graphic 1219" descr="Paper outline">
            <a:extLst>
              <a:ext uri="{FF2B5EF4-FFF2-40B4-BE49-F238E27FC236}">
                <a16:creationId xmlns:a16="http://schemas.microsoft.com/office/drawing/2014/main" id="{C19F8EDD-C3D3-C2AF-9D0D-4A65337E01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22308" y="9547085"/>
            <a:ext cx="736488" cy="694490"/>
          </a:xfrm>
          <a:prstGeom prst="rect">
            <a:avLst/>
          </a:prstGeom>
        </p:spPr>
      </p:pic>
      <p:sp>
        <p:nvSpPr>
          <p:cNvPr id="1227" name="TextBox 1226">
            <a:extLst>
              <a:ext uri="{FF2B5EF4-FFF2-40B4-BE49-F238E27FC236}">
                <a16:creationId xmlns:a16="http://schemas.microsoft.com/office/drawing/2014/main" id="{7C8D4AA0-2F66-6CC2-518B-03F10BE8C57F}"/>
              </a:ext>
            </a:extLst>
          </p:cNvPr>
          <p:cNvSpPr txBox="1"/>
          <p:nvPr/>
        </p:nvSpPr>
        <p:spPr>
          <a:xfrm>
            <a:off x="6523818" y="9833646"/>
            <a:ext cx="597174"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600" b="0" err="1">
                <a:solidFill>
                  <a:schemeClr val="tx1"/>
                </a:solidFill>
              </a:rPr>
              <a:t>b</a:t>
            </a:r>
            <a:r>
              <a:rPr kumimoji="0" lang="en-US" sz="600" b="0" i="0" u="none" strike="noStrike" cap="none" spc="0" normalizeH="0" baseline="0" err="1">
                <a:ln>
                  <a:noFill/>
                </a:ln>
                <a:solidFill>
                  <a:schemeClr val="tx1"/>
                </a:solidFill>
                <a:effectLst/>
                <a:uFillTx/>
                <a:latin typeface="Source Sans Pro"/>
                <a:ea typeface="Source Sans Pro"/>
                <a:cs typeface="Source Sans Pro"/>
                <a:sym typeface="Source Sans Pro"/>
              </a:rPr>
              <a:t>ug_count</a:t>
            </a:r>
            <a:br>
              <a:rPr kumimoji="0" lang="en-US" sz="6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600" b="0" i="0" u="none" strike="noStrike" cap="none" spc="0" normalizeH="0" baseline="0">
                <a:ln>
                  <a:noFill/>
                </a:ln>
                <a:solidFill>
                  <a:schemeClr val="tx1"/>
                </a:solidFill>
                <a:effectLst/>
                <a:uFillTx/>
                <a:latin typeface="Source Sans Pro"/>
                <a:ea typeface="Source Sans Pro"/>
                <a:cs typeface="Source Sans Pro"/>
                <a:sym typeface="Source Sans Pro"/>
              </a:rPr>
              <a:t>Notebook</a:t>
            </a:r>
          </a:p>
        </p:txBody>
      </p:sp>
      <p:sp>
        <p:nvSpPr>
          <p:cNvPr id="1231" name="TextBox 1230">
            <a:extLst>
              <a:ext uri="{FF2B5EF4-FFF2-40B4-BE49-F238E27FC236}">
                <a16:creationId xmlns:a16="http://schemas.microsoft.com/office/drawing/2014/main" id="{FCD9EBCB-16B9-C0EB-837C-41B4D9F4018D}"/>
              </a:ext>
            </a:extLst>
          </p:cNvPr>
          <p:cNvSpPr txBox="1"/>
          <p:nvPr/>
        </p:nvSpPr>
        <p:spPr>
          <a:xfrm>
            <a:off x="6067322" y="8002562"/>
            <a:ext cx="1462867"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User calls the CSVs</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249" name="Layout Suggestions">
            <a:extLst>
              <a:ext uri="{FF2B5EF4-FFF2-40B4-BE49-F238E27FC236}">
                <a16:creationId xmlns:a16="http://schemas.microsoft.com/office/drawing/2014/main" id="{D152B234-1DCC-7314-6872-B69595074A9A}"/>
              </a:ext>
            </a:extLst>
          </p:cNvPr>
          <p:cNvSpPr txBox="1"/>
          <p:nvPr/>
        </p:nvSpPr>
        <p:spPr>
          <a:xfrm>
            <a:off x="222034" y="3226738"/>
            <a:ext cx="1869987"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Abstraction</a:t>
            </a:r>
          </a:p>
        </p:txBody>
      </p:sp>
      <p:sp>
        <p:nvSpPr>
          <p:cNvPr id="1250" name="Use headers, colors, and/or backgrounds to separate or group together sections.">
            <a:extLst>
              <a:ext uri="{FF2B5EF4-FFF2-40B4-BE49-F238E27FC236}">
                <a16:creationId xmlns:a16="http://schemas.microsoft.com/office/drawing/2014/main" id="{2ED9F068-3CCA-7173-C177-2A0B9E08870D}"/>
              </a:ext>
            </a:extLst>
          </p:cNvPr>
          <p:cNvSpPr txBox="1"/>
          <p:nvPr/>
        </p:nvSpPr>
        <p:spPr>
          <a:xfrm>
            <a:off x="221569" y="3602213"/>
            <a:ext cx="3871127" cy="19383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err="1">
                <a:latin typeface="Source Sans Pro" panose="020B0503030403020204" pitchFamily="34" charset="0"/>
                <a:ea typeface="Source Sans Pro" panose="020B0503030403020204" pitchFamily="34" charset="0"/>
                <a:sym typeface="Source Sans Pro Light"/>
              </a:rPr>
              <a:t>Kaiaulu</a:t>
            </a:r>
            <a:r>
              <a:rPr lang="en-US" b="0">
                <a:latin typeface="Source Sans Pro" panose="020B0503030403020204" pitchFamily="34" charset="0"/>
                <a:ea typeface="Source Sans Pro" panose="020B0503030403020204" pitchFamily="34" charset="0"/>
                <a:sym typeface="Source Sans Pro Light"/>
              </a:rPr>
              <a:t> was </a:t>
            </a:r>
            <a:r>
              <a:rPr lang="en-US">
                <a:latin typeface="Source Sans Pro" panose="020B0503030403020204" pitchFamily="34" charset="0"/>
                <a:ea typeface="Source Sans Pro" panose="020B0503030403020204" pitchFamily="34" charset="0"/>
                <a:sym typeface="Source Sans Pro Light"/>
              </a:rPr>
              <a:t>built</a:t>
            </a:r>
            <a:r>
              <a:rPr lang="en-US" b="0">
                <a:latin typeface="Source Sans Pro" panose="020B0503030403020204" pitchFamily="34" charset="0"/>
                <a:ea typeface="Source Sans Pro" panose="020B0503030403020204" pitchFamily="34" charset="0"/>
                <a:sym typeface="Source Sans Pro Light"/>
              </a:rPr>
              <a:t> with abstraction as a priority. This allows users without much technical background to focus on the features, </a:t>
            </a:r>
            <a:r>
              <a:rPr lang="en-US">
                <a:latin typeface="Source Sans Pro" panose="020B0503030403020204" pitchFamily="34" charset="0"/>
                <a:ea typeface="Source Sans Pro" panose="020B0503030403020204" pitchFamily="34" charset="0"/>
                <a:sym typeface="Source Sans Pro Light"/>
              </a:rPr>
              <a:t>rather than</a:t>
            </a:r>
            <a:r>
              <a:rPr lang="en-US" b="0">
                <a:latin typeface="Source Sans Pro" panose="020B0503030403020204" pitchFamily="34" charset="0"/>
                <a:ea typeface="Source Sans Pro" panose="020B0503030403020204" pitchFamily="34" charset="0"/>
                <a:sym typeface="Source Sans Pro Light"/>
              </a:rPr>
              <a:t> the details that make </a:t>
            </a:r>
            <a:r>
              <a:rPr lang="en-US">
                <a:latin typeface="Source Sans Pro" panose="020B0503030403020204" pitchFamily="34" charset="0"/>
                <a:ea typeface="Source Sans Pro" panose="020B0503030403020204" pitchFamily="34" charset="0"/>
                <a:sym typeface="Source Sans Pro Light"/>
              </a:rPr>
              <a:t>the system</a:t>
            </a:r>
            <a:r>
              <a:rPr lang="en-US" b="0">
                <a:latin typeface="Source Sans Pro" panose="020B0503030403020204" pitchFamily="34" charset="0"/>
                <a:ea typeface="Source Sans Pro" panose="020B0503030403020204" pitchFamily="34" charset="0"/>
                <a:sym typeface="Source Sans Pro Light"/>
              </a:rPr>
              <a:t> work. In this case, that abstraction is the data layer, </a:t>
            </a:r>
            <a:r>
              <a:rPr lang="en-US">
                <a:latin typeface="Source Sans Pro" panose="020B0503030403020204" pitchFamily="34" charset="0"/>
                <a:ea typeface="Source Sans Pro" panose="020B0503030403020204" pitchFamily="34" charset="0"/>
                <a:sym typeface="Source Sans Pro Light"/>
              </a:rPr>
              <a:t>which ends</a:t>
            </a:r>
            <a:r>
              <a:rPr lang="en-US" b="0">
                <a:latin typeface="Source Sans Pro" panose="020B0503030403020204" pitchFamily="34" charset="0"/>
                <a:ea typeface="Source Sans Pro" panose="020B0503030403020204" pitchFamily="34" charset="0"/>
                <a:sym typeface="Source Sans Pro Light"/>
              </a:rPr>
              <a:t> up being a black box to users where they call a function and </a:t>
            </a:r>
            <a:r>
              <a:rPr lang="en-US">
                <a:latin typeface="Source Sans Pro" panose="020B0503030403020204" pitchFamily="34" charset="0"/>
                <a:ea typeface="Source Sans Pro" panose="020B0503030403020204" pitchFamily="34" charset="0"/>
                <a:sym typeface="Source Sans Pro Light"/>
              </a:rPr>
              <a:t>receive</a:t>
            </a:r>
            <a:r>
              <a:rPr lang="en-US" b="0">
                <a:latin typeface="Source Sans Pro" panose="020B0503030403020204" pitchFamily="34" charset="0"/>
                <a:ea typeface="Source Sans Pro" panose="020B0503030403020204" pitchFamily="34" charset="0"/>
                <a:sym typeface="Source Sans Pro Light"/>
              </a:rPr>
              <a:t> an output.</a:t>
            </a:r>
            <a:br>
              <a:rPr lang="en-US" b="0">
                <a:solidFill>
                  <a:srgbClr val="000000"/>
                </a:solidFill>
                <a:latin typeface="Source Sans Pro" panose="020B0503030403020204" pitchFamily="34" charset="0"/>
                <a:ea typeface="Source Sans Pro" panose="020B0503030403020204" pitchFamily="34" charset="0"/>
                <a:sym typeface="Source Sans Pro Light"/>
              </a:rPr>
            </a:br>
            <a:br>
              <a:rPr lang="en-US" b="0">
                <a:solidFill>
                  <a:srgbClr val="000000"/>
                </a:solidFill>
                <a:latin typeface="Source Sans Pro" panose="020B0503030403020204" pitchFamily="34" charset="0"/>
                <a:ea typeface="Source Sans Pro" panose="020B0503030403020204" pitchFamily="34" charset="0"/>
                <a:sym typeface="Source Sans Pro Light"/>
              </a:rPr>
            </a:br>
            <a:br>
              <a:rPr lang="en-US" b="0">
                <a:solidFill>
                  <a:srgbClr val="000000"/>
                </a:solidFill>
                <a:latin typeface="Source Sans Pro" panose="020B0503030403020204" pitchFamily="34" charset="0"/>
                <a:ea typeface="Source Sans Pro" panose="020B0503030403020204" pitchFamily="34" charset="0"/>
                <a:sym typeface="Source Sans Pro Light"/>
              </a:rPr>
            </a:br>
            <a:br>
              <a:rPr lang="en-US" b="0">
                <a:solidFill>
                  <a:srgbClr val="000000"/>
                </a:solidFill>
                <a:latin typeface="Source Sans Pro" panose="020B0503030403020204" pitchFamily="34" charset="0"/>
                <a:ea typeface="Source Sans Pro" panose="020B0503030403020204" pitchFamily="34" charset="0"/>
                <a:sym typeface="Source Sans Pro Light"/>
              </a:rPr>
            </a:br>
            <a:br>
              <a:rPr lang="en-US" b="0">
                <a:solidFill>
                  <a:srgbClr val="000000"/>
                </a:solidFill>
                <a:latin typeface="Source Sans Pro" panose="020B0503030403020204" pitchFamily="34" charset="0"/>
                <a:ea typeface="Source Sans Pro" panose="020B0503030403020204" pitchFamily="34" charset="0"/>
                <a:sym typeface="Source Sans Pro Light"/>
              </a:rPr>
            </a:br>
            <a:endParaRPr lang="en-US" b="0">
              <a:solidFill>
                <a:srgbClr val="000000"/>
              </a:solidFill>
              <a:latin typeface="Source Sans Pro" panose="020B0503030403020204" pitchFamily="34" charset="0"/>
              <a:ea typeface="Source Sans Pro" panose="020B0503030403020204" pitchFamily="34" charset="0"/>
            </a:endParaRPr>
          </a:p>
        </p:txBody>
      </p:sp>
      <p:pic>
        <p:nvPicPr>
          <p:cNvPr id="1251" name="Graphic 1250" descr="Ui Ux outline">
            <a:extLst>
              <a:ext uri="{FF2B5EF4-FFF2-40B4-BE49-F238E27FC236}">
                <a16:creationId xmlns:a16="http://schemas.microsoft.com/office/drawing/2014/main" id="{C52B7B86-ADBE-6D0B-5C47-FCDA44395AE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11889" y="5106014"/>
            <a:ext cx="914400" cy="914400"/>
          </a:xfrm>
          <a:prstGeom prst="rect">
            <a:avLst/>
          </a:prstGeom>
        </p:spPr>
      </p:pic>
      <p:sp>
        <p:nvSpPr>
          <p:cNvPr id="1252" name="Rectangle 1251">
            <a:extLst>
              <a:ext uri="{FF2B5EF4-FFF2-40B4-BE49-F238E27FC236}">
                <a16:creationId xmlns:a16="http://schemas.microsoft.com/office/drawing/2014/main" id="{2F53B0A6-B5C5-8857-6671-614852B5CE80}"/>
              </a:ext>
            </a:extLst>
          </p:cNvPr>
          <p:cNvSpPr/>
          <p:nvPr/>
        </p:nvSpPr>
        <p:spPr>
          <a:xfrm>
            <a:off x="1785919" y="5255550"/>
            <a:ext cx="644056" cy="615080"/>
          </a:xfrm>
          <a:prstGeom prst="rect">
            <a:avLst/>
          </a:prstGeom>
          <a:solidFill>
            <a:schemeClr val="bg2">
              <a:lumMod val="10000"/>
            </a:schemeClr>
          </a:solid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261" name="Oval 1260">
            <a:extLst>
              <a:ext uri="{FF2B5EF4-FFF2-40B4-BE49-F238E27FC236}">
                <a16:creationId xmlns:a16="http://schemas.microsoft.com/office/drawing/2014/main" id="{ED4267C4-2E83-47B6-D35B-C927E9EFF0E4}"/>
              </a:ext>
            </a:extLst>
          </p:cNvPr>
          <p:cNvSpPr/>
          <p:nvPr/>
        </p:nvSpPr>
        <p:spPr>
          <a:xfrm>
            <a:off x="2957122" y="5634379"/>
            <a:ext cx="150382" cy="135517"/>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262" name="Oval 1261">
            <a:extLst>
              <a:ext uri="{FF2B5EF4-FFF2-40B4-BE49-F238E27FC236}">
                <a16:creationId xmlns:a16="http://schemas.microsoft.com/office/drawing/2014/main" id="{3EB2BC9F-482E-9D02-AC29-0D4FC87BB415}"/>
              </a:ext>
            </a:extLst>
          </p:cNvPr>
          <p:cNvSpPr/>
          <p:nvPr/>
        </p:nvSpPr>
        <p:spPr>
          <a:xfrm>
            <a:off x="3387679" y="5702138"/>
            <a:ext cx="150382" cy="135517"/>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263" name="Oval 1262">
            <a:extLst>
              <a:ext uri="{FF2B5EF4-FFF2-40B4-BE49-F238E27FC236}">
                <a16:creationId xmlns:a16="http://schemas.microsoft.com/office/drawing/2014/main" id="{9264DC66-F2C2-11E2-A828-461CA376F31C}"/>
              </a:ext>
            </a:extLst>
          </p:cNvPr>
          <p:cNvSpPr/>
          <p:nvPr/>
        </p:nvSpPr>
        <p:spPr>
          <a:xfrm>
            <a:off x="3282557" y="5322675"/>
            <a:ext cx="150382" cy="135517"/>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264" name="Oval 1263">
            <a:extLst>
              <a:ext uri="{FF2B5EF4-FFF2-40B4-BE49-F238E27FC236}">
                <a16:creationId xmlns:a16="http://schemas.microsoft.com/office/drawing/2014/main" id="{F67071B3-F982-E2AC-E119-7B3FFB981AD7}"/>
              </a:ext>
            </a:extLst>
          </p:cNvPr>
          <p:cNvSpPr/>
          <p:nvPr/>
        </p:nvSpPr>
        <p:spPr>
          <a:xfrm>
            <a:off x="3690108" y="5282302"/>
            <a:ext cx="150382" cy="135517"/>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265" name="Oval 1264">
            <a:extLst>
              <a:ext uri="{FF2B5EF4-FFF2-40B4-BE49-F238E27FC236}">
                <a16:creationId xmlns:a16="http://schemas.microsoft.com/office/drawing/2014/main" id="{DDAE8D64-EA1D-67D8-820A-44193F7BECC0}"/>
              </a:ext>
            </a:extLst>
          </p:cNvPr>
          <p:cNvSpPr/>
          <p:nvPr/>
        </p:nvSpPr>
        <p:spPr>
          <a:xfrm>
            <a:off x="3569267" y="5530050"/>
            <a:ext cx="150382" cy="135517"/>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266" name="Straight Connector 1265">
            <a:extLst>
              <a:ext uri="{FF2B5EF4-FFF2-40B4-BE49-F238E27FC236}">
                <a16:creationId xmlns:a16="http://schemas.microsoft.com/office/drawing/2014/main" id="{0B7EE45E-7F62-CF01-BCC7-35FA2DFE8A31}"/>
              </a:ext>
            </a:extLst>
          </p:cNvPr>
          <p:cNvCxnSpPr>
            <a:cxnSpLocks/>
            <a:stCxn id="1261" idx="7"/>
            <a:endCxn id="1263" idx="3"/>
          </p:cNvCxnSpPr>
          <p:nvPr/>
        </p:nvCxnSpPr>
        <p:spPr>
          <a:xfrm flipV="1">
            <a:off x="3085481" y="5438346"/>
            <a:ext cx="219099" cy="21587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67" name="Straight Connector 1266">
            <a:extLst>
              <a:ext uri="{FF2B5EF4-FFF2-40B4-BE49-F238E27FC236}">
                <a16:creationId xmlns:a16="http://schemas.microsoft.com/office/drawing/2014/main" id="{36791E1C-1D27-1276-F263-5E71FB4FD5D2}"/>
              </a:ext>
            </a:extLst>
          </p:cNvPr>
          <p:cNvCxnSpPr>
            <a:cxnSpLocks/>
            <a:stCxn id="1262" idx="0"/>
            <a:endCxn id="1263" idx="4"/>
          </p:cNvCxnSpPr>
          <p:nvPr/>
        </p:nvCxnSpPr>
        <p:spPr>
          <a:xfrm flipH="1" flipV="1">
            <a:off x="3357748" y="5458192"/>
            <a:ext cx="105122" cy="24394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68" name="Straight Connector 1267">
            <a:extLst>
              <a:ext uri="{FF2B5EF4-FFF2-40B4-BE49-F238E27FC236}">
                <a16:creationId xmlns:a16="http://schemas.microsoft.com/office/drawing/2014/main" id="{75E37651-74F5-1ABF-2995-6A9C7E5D441B}"/>
              </a:ext>
            </a:extLst>
          </p:cNvPr>
          <p:cNvCxnSpPr>
            <a:cxnSpLocks/>
            <a:stCxn id="1264" idx="2"/>
            <a:endCxn id="1263" idx="6"/>
          </p:cNvCxnSpPr>
          <p:nvPr/>
        </p:nvCxnSpPr>
        <p:spPr>
          <a:xfrm flipH="1">
            <a:off x="3432939" y="5350061"/>
            <a:ext cx="257169" cy="4037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69" name="Straight Connector 1268">
            <a:extLst>
              <a:ext uri="{FF2B5EF4-FFF2-40B4-BE49-F238E27FC236}">
                <a16:creationId xmlns:a16="http://schemas.microsoft.com/office/drawing/2014/main" id="{9DDC3EFB-8095-C908-A3F5-4F0D9531A526}"/>
              </a:ext>
            </a:extLst>
          </p:cNvPr>
          <p:cNvCxnSpPr>
            <a:cxnSpLocks/>
            <a:stCxn id="1265" idx="0"/>
            <a:endCxn id="1264" idx="4"/>
          </p:cNvCxnSpPr>
          <p:nvPr/>
        </p:nvCxnSpPr>
        <p:spPr>
          <a:xfrm flipV="1">
            <a:off x="3644458" y="5417819"/>
            <a:ext cx="120841" cy="1122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75" name="Elbow Connector 284">
            <a:extLst>
              <a:ext uri="{FF2B5EF4-FFF2-40B4-BE49-F238E27FC236}">
                <a16:creationId xmlns:a16="http://schemas.microsoft.com/office/drawing/2014/main" id="{0ACDEC3A-8C56-A409-FB23-A61DF823EE39}"/>
              </a:ext>
            </a:extLst>
          </p:cNvPr>
          <p:cNvCxnSpPr>
            <a:cxnSpLocks/>
            <a:stCxn id="1251" idx="3"/>
            <a:endCxn id="1252" idx="1"/>
          </p:cNvCxnSpPr>
          <p:nvPr/>
        </p:nvCxnSpPr>
        <p:spPr>
          <a:xfrm flipV="1">
            <a:off x="1226289" y="5563090"/>
            <a:ext cx="559630" cy="12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85" name="Elbow Connector 284">
            <a:extLst>
              <a:ext uri="{FF2B5EF4-FFF2-40B4-BE49-F238E27FC236}">
                <a16:creationId xmlns:a16="http://schemas.microsoft.com/office/drawing/2014/main" id="{731D9880-E987-66E6-C8FE-0B9F8ECA594B}"/>
              </a:ext>
            </a:extLst>
          </p:cNvPr>
          <p:cNvCxnSpPr>
            <a:cxnSpLocks/>
          </p:cNvCxnSpPr>
          <p:nvPr/>
        </p:nvCxnSpPr>
        <p:spPr>
          <a:xfrm flipV="1">
            <a:off x="2429975" y="5562966"/>
            <a:ext cx="559630" cy="12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286" name="TextBox 1285">
            <a:extLst>
              <a:ext uri="{FF2B5EF4-FFF2-40B4-BE49-F238E27FC236}">
                <a16:creationId xmlns:a16="http://schemas.microsoft.com/office/drawing/2014/main" id="{466A049E-DDF3-B3A5-3ADB-0EBD271323F4}"/>
              </a:ext>
            </a:extLst>
          </p:cNvPr>
          <p:cNvSpPr txBox="1"/>
          <p:nvPr/>
        </p:nvSpPr>
        <p:spPr>
          <a:xfrm>
            <a:off x="4633217" y="4171042"/>
            <a:ext cx="961616"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Data Layer</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287" name="TextBox 1286">
            <a:extLst>
              <a:ext uri="{FF2B5EF4-FFF2-40B4-BE49-F238E27FC236}">
                <a16:creationId xmlns:a16="http://schemas.microsoft.com/office/drawing/2014/main" id="{709BE1DD-5788-7728-9D1C-1D0193AC4663}"/>
              </a:ext>
            </a:extLst>
          </p:cNvPr>
          <p:cNvSpPr txBox="1"/>
          <p:nvPr/>
        </p:nvSpPr>
        <p:spPr>
          <a:xfrm>
            <a:off x="2881276" y="4928769"/>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Graph</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288" name="TextBox 1287">
            <a:extLst>
              <a:ext uri="{FF2B5EF4-FFF2-40B4-BE49-F238E27FC236}">
                <a16:creationId xmlns:a16="http://schemas.microsoft.com/office/drawing/2014/main" id="{03B7BEE6-28A0-8E2E-1284-577892519B0E}"/>
              </a:ext>
            </a:extLst>
          </p:cNvPr>
          <p:cNvSpPr txBox="1"/>
          <p:nvPr/>
        </p:nvSpPr>
        <p:spPr>
          <a:xfrm>
            <a:off x="1658749" y="4928768"/>
            <a:ext cx="961616"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Data Layer</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289" name="Layout Suggestions">
            <a:extLst>
              <a:ext uri="{FF2B5EF4-FFF2-40B4-BE49-F238E27FC236}">
                <a16:creationId xmlns:a16="http://schemas.microsoft.com/office/drawing/2014/main" id="{88551532-324C-7DBA-C326-61DF02C5F69B}"/>
              </a:ext>
            </a:extLst>
          </p:cNvPr>
          <p:cNvSpPr txBox="1"/>
          <p:nvPr/>
        </p:nvSpPr>
        <p:spPr>
          <a:xfrm>
            <a:off x="292466" y="6290974"/>
            <a:ext cx="3245595"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b="0"/>
              <a:t>Unintended Complexity</a:t>
            </a:r>
            <a:endParaRPr lang="en-US"/>
          </a:p>
        </p:txBody>
      </p:sp>
      <p:sp>
        <p:nvSpPr>
          <p:cNvPr id="1290" name="Use headers, colors, and/or backgrounds to separate or group together sections.">
            <a:extLst>
              <a:ext uri="{FF2B5EF4-FFF2-40B4-BE49-F238E27FC236}">
                <a16:creationId xmlns:a16="http://schemas.microsoft.com/office/drawing/2014/main" id="{828B2229-7C18-0C0A-C854-738796B5CA32}"/>
              </a:ext>
            </a:extLst>
          </p:cNvPr>
          <p:cNvSpPr txBox="1"/>
          <p:nvPr/>
        </p:nvSpPr>
        <p:spPr>
          <a:xfrm>
            <a:off x="270984" y="6677668"/>
            <a:ext cx="3871127" cy="110740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When merges/joins don’t work, abstraction makes it much </a:t>
            </a:r>
            <a:r>
              <a:rPr lang="en-US">
                <a:latin typeface="Source Sans Pro" panose="020B0503030403020204" pitchFamily="34" charset="0"/>
                <a:ea typeface="Source Sans Pro" panose="020B0503030403020204" pitchFamily="34" charset="0"/>
                <a:sym typeface="Source Sans Pro Light"/>
              </a:rPr>
              <a:t>harder</a:t>
            </a:r>
            <a:r>
              <a:rPr lang="en-US" b="0">
                <a:latin typeface="Source Sans Pro" panose="020B0503030403020204" pitchFamily="34" charset="0"/>
                <a:ea typeface="Source Sans Pro" panose="020B0503030403020204" pitchFamily="34" charset="0"/>
                <a:sym typeface="Source Sans Pro Light"/>
              </a:rPr>
              <a:t> to trace where the error is due to the added complexity. Additionally, </a:t>
            </a:r>
            <a:r>
              <a:rPr lang="en-US">
                <a:latin typeface="Source Sans Pro" panose="020B0503030403020204" pitchFamily="34" charset="0"/>
                <a:ea typeface="Source Sans Pro" panose="020B0503030403020204" pitchFamily="34" charset="0"/>
                <a:sym typeface="Source Sans Pro Light"/>
              </a:rPr>
              <a:t>Kaiaulu's heavy abstraction</a:t>
            </a:r>
            <a:r>
              <a:rPr lang="en-US" b="0">
                <a:latin typeface="Source Sans Pro" panose="020B0503030403020204" pitchFamily="34" charset="0"/>
                <a:ea typeface="Source Sans Pro" panose="020B0503030403020204" pitchFamily="34" charset="0"/>
                <a:sym typeface="Source Sans Pro Light"/>
              </a:rPr>
              <a:t> has led to joins that are not </a:t>
            </a:r>
            <a:r>
              <a:rPr lang="en-US">
                <a:latin typeface="Source Sans Pro" panose="020B0503030403020204" pitchFamily="34" charset="0"/>
                <a:ea typeface="Source Sans Pro" panose="020B0503030403020204" pitchFamily="34" charset="0"/>
                <a:sym typeface="Source Sans Pro Light"/>
              </a:rPr>
              <a:t>even referenced</a:t>
            </a:r>
            <a:r>
              <a:rPr lang="en-US" b="0">
                <a:latin typeface="Source Sans Pro" panose="020B0503030403020204" pitchFamily="34" charset="0"/>
                <a:ea typeface="Source Sans Pro" panose="020B0503030403020204" pitchFamily="34" charset="0"/>
                <a:sym typeface="Source Sans Pro Light"/>
              </a:rPr>
              <a:t> in the code. </a:t>
            </a:r>
            <a:r>
              <a:rPr lang="en-US">
                <a:latin typeface="Source Sans Pro" panose="020B0503030403020204" pitchFamily="34" charset="0"/>
                <a:ea typeface="Source Sans Pro" panose="020B0503030403020204" pitchFamily="34" charset="0"/>
                <a:sym typeface="Source Sans Pro Light"/>
              </a:rPr>
              <a:t>The</a:t>
            </a:r>
            <a:r>
              <a:rPr lang="en-US" b="0">
                <a:latin typeface="Source Sans Pro" panose="020B0503030403020204" pitchFamily="34" charset="0"/>
                <a:ea typeface="Source Sans Pro" panose="020B0503030403020204" pitchFamily="34" charset="0"/>
                <a:sym typeface="Source Sans Pro Light"/>
              </a:rPr>
              <a:t> only way to figure out these joins is to run the </a:t>
            </a:r>
            <a:r>
              <a:rPr lang="en-US">
                <a:latin typeface="Source Sans Pro" panose="020B0503030403020204" pitchFamily="34" charset="0"/>
                <a:ea typeface="Source Sans Pro" panose="020B0503030403020204" pitchFamily="34" charset="0"/>
                <a:sym typeface="Source Sans Pro Light"/>
              </a:rPr>
              <a:t>module's</a:t>
            </a:r>
            <a:r>
              <a:rPr lang="en-US" b="0">
                <a:latin typeface="Source Sans Pro" panose="020B0503030403020204" pitchFamily="34" charset="0"/>
                <a:ea typeface="Source Sans Pro" panose="020B0503030403020204" pitchFamily="34" charset="0"/>
                <a:sym typeface="Source Sans Pro Light"/>
              </a:rPr>
              <a:t> showcase and </a:t>
            </a:r>
            <a:r>
              <a:rPr lang="en-US">
                <a:latin typeface="Source Sans Pro" panose="020B0503030403020204" pitchFamily="34" charset="0"/>
                <a:ea typeface="Source Sans Pro" panose="020B0503030403020204" pitchFamily="34" charset="0"/>
                <a:sym typeface="Source Sans Pro Light"/>
              </a:rPr>
              <a:t>analyze</a:t>
            </a:r>
            <a:r>
              <a:rPr lang="en-US" b="0">
                <a:latin typeface="Source Sans Pro" panose="020B0503030403020204" pitchFamily="34" charset="0"/>
                <a:ea typeface="Source Sans Pro" panose="020B0503030403020204" pitchFamily="34" charset="0"/>
                <a:sym typeface="Source Sans Pro Light"/>
              </a:rPr>
              <a:t> the </a:t>
            </a:r>
            <a:r>
              <a:rPr lang="en-US">
                <a:latin typeface="Source Sans Pro" panose="020B0503030403020204" pitchFamily="34" charset="0"/>
                <a:ea typeface="Source Sans Pro" panose="020B0503030403020204" pitchFamily="34" charset="0"/>
                <a:sym typeface="Source Sans Pro Light"/>
              </a:rPr>
              <a:t>table's</a:t>
            </a:r>
            <a:r>
              <a:rPr lang="en-US" b="0">
                <a:latin typeface="Source Sans Pro" panose="020B0503030403020204" pitchFamily="34" charset="0"/>
                <a:ea typeface="Source Sans Pro" panose="020B0503030403020204" pitchFamily="34" charset="0"/>
                <a:sym typeface="Source Sans Pro Light"/>
              </a:rPr>
              <a:t> output.</a:t>
            </a:r>
            <a:endParaRPr lang="en-US" b="0">
              <a:solidFill>
                <a:srgbClr val="000000"/>
              </a:solidFill>
              <a:latin typeface="Source Sans Pro" panose="020B0503030403020204" pitchFamily="34" charset="0"/>
              <a:ea typeface="Source Sans Pro" panose="020B0503030403020204" pitchFamily="34" charset="0"/>
            </a:endParaRPr>
          </a:p>
        </p:txBody>
      </p:sp>
      <p:pic>
        <p:nvPicPr>
          <p:cNvPr id="1308" name="Graphic 1307" descr="Blind with solid fill">
            <a:extLst>
              <a:ext uri="{FF2B5EF4-FFF2-40B4-BE49-F238E27FC236}">
                <a16:creationId xmlns:a16="http://schemas.microsoft.com/office/drawing/2014/main" id="{D4CA38F3-7FDE-E6E5-CF3D-3DAA8CBEC10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770578" y="5235793"/>
            <a:ext cx="659397" cy="659397"/>
          </a:xfrm>
          <a:prstGeom prst="rect">
            <a:avLst/>
          </a:prstGeom>
        </p:spPr>
      </p:pic>
      <p:sp>
        <p:nvSpPr>
          <p:cNvPr id="1343" name="TextBox 1342">
            <a:extLst>
              <a:ext uri="{FF2B5EF4-FFF2-40B4-BE49-F238E27FC236}">
                <a16:creationId xmlns:a16="http://schemas.microsoft.com/office/drawing/2014/main" id="{776C63B5-58CC-FE95-14E1-01EC66A9FDFD}"/>
              </a:ext>
            </a:extLst>
          </p:cNvPr>
          <p:cNvSpPr txBox="1"/>
          <p:nvPr/>
        </p:nvSpPr>
        <p:spPr>
          <a:xfrm>
            <a:off x="292466" y="8103836"/>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User</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344" name="Graphic 1343" descr="Ui Ux outline">
            <a:extLst>
              <a:ext uri="{FF2B5EF4-FFF2-40B4-BE49-F238E27FC236}">
                <a16:creationId xmlns:a16="http://schemas.microsoft.com/office/drawing/2014/main" id="{EED64F86-0247-870E-FFA9-102E29AA456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22626" y="8281081"/>
            <a:ext cx="914400" cy="914400"/>
          </a:xfrm>
          <a:prstGeom prst="rect">
            <a:avLst/>
          </a:prstGeom>
        </p:spPr>
      </p:pic>
      <p:sp>
        <p:nvSpPr>
          <p:cNvPr id="1345" name="Rectangle 1344">
            <a:extLst>
              <a:ext uri="{FF2B5EF4-FFF2-40B4-BE49-F238E27FC236}">
                <a16:creationId xmlns:a16="http://schemas.microsoft.com/office/drawing/2014/main" id="{69415BCC-20D3-25D3-CB02-AE0196004127}"/>
              </a:ext>
            </a:extLst>
          </p:cNvPr>
          <p:cNvSpPr/>
          <p:nvPr/>
        </p:nvSpPr>
        <p:spPr>
          <a:xfrm>
            <a:off x="1796656" y="8430617"/>
            <a:ext cx="644056" cy="615080"/>
          </a:xfrm>
          <a:prstGeom prst="rect">
            <a:avLst/>
          </a:prstGeom>
          <a:solidFill>
            <a:schemeClr val="bg2">
              <a:lumMod val="10000"/>
            </a:schemeClr>
          </a:solid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55" name="Elbow Connector 284">
            <a:extLst>
              <a:ext uri="{FF2B5EF4-FFF2-40B4-BE49-F238E27FC236}">
                <a16:creationId xmlns:a16="http://schemas.microsoft.com/office/drawing/2014/main" id="{E08F454E-8FA8-090B-A109-DAC2BAD9417D}"/>
              </a:ext>
            </a:extLst>
          </p:cNvPr>
          <p:cNvCxnSpPr>
            <a:cxnSpLocks/>
            <a:stCxn id="1344" idx="3"/>
            <a:endCxn id="1345" idx="1"/>
          </p:cNvCxnSpPr>
          <p:nvPr/>
        </p:nvCxnSpPr>
        <p:spPr>
          <a:xfrm flipV="1">
            <a:off x="1237026" y="8738157"/>
            <a:ext cx="559630" cy="12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6" name="Elbow Connector 284">
            <a:extLst>
              <a:ext uri="{FF2B5EF4-FFF2-40B4-BE49-F238E27FC236}">
                <a16:creationId xmlns:a16="http://schemas.microsoft.com/office/drawing/2014/main" id="{0AF89C44-00ED-5713-1D27-77F421E8A284}"/>
              </a:ext>
            </a:extLst>
          </p:cNvPr>
          <p:cNvCxnSpPr>
            <a:cxnSpLocks/>
          </p:cNvCxnSpPr>
          <p:nvPr/>
        </p:nvCxnSpPr>
        <p:spPr>
          <a:xfrm>
            <a:off x="2440712" y="8738157"/>
            <a:ext cx="714211" cy="12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357" name="TextBox 1356">
            <a:extLst>
              <a:ext uri="{FF2B5EF4-FFF2-40B4-BE49-F238E27FC236}">
                <a16:creationId xmlns:a16="http://schemas.microsoft.com/office/drawing/2014/main" id="{29D6124A-CE16-6E5E-796B-587DA26EA522}"/>
              </a:ext>
            </a:extLst>
          </p:cNvPr>
          <p:cNvSpPr txBox="1"/>
          <p:nvPr/>
        </p:nvSpPr>
        <p:spPr>
          <a:xfrm>
            <a:off x="2416538" y="8153618"/>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Graph</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358" name="TextBox 1357">
            <a:extLst>
              <a:ext uri="{FF2B5EF4-FFF2-40B4-BE49-F238E27FC236}">
                <a16:creationId xmlns:a16="http://schemas.microsoft.com/office/drawing/2014/main" id="{3F167768-8898-868C-FD56-5A91BBA386CE}"/>
              </a:ext>
            </a:extLst>
          </p:cNvPr>
          <p:cNvSpPr txBox="1"/>
          <p:nvPr/>
        </p:nvSpPr>
        <p:spPr>
          <a:xfrm>
            <a:off x="1669486" y="8103835"/>
            <a:ext cx="961616"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Data Layer</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359" name="Graphic 1358" descr="Blind with solid fill">
            <a:extLst>
              <a:ext uri="{FF2B5EF4-FFF2-40B4-BE49-F238E27FC236}">
                <a16:creationId xmlns:a16="http://schemas.microsoft.com/office/drawing/2014/main" id="{A23740BC-99C5-ACB6-1AD8-DCF107CE539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781315" y="8410860"/>
            <a:ext cx="659397" cy="659397"/>
          </a:xfrm>
          <a:prstGeom prst="rect">
            <a:avLst/>
          </a:prstGeom>
        </p:spPr>
      </p:pic>
      <p:sp>
        <p:nvSpPr>
          <p:cNvPr id="1360" name="Multiplication Sign 1359">
            <a:extLst>
              <a:ext uri="{FF2B5EF4-FFF2-40B4-BE49-F238E27FC236}">
                <a16:creationId xmlns:a16="http://schemas.microsoft.com/office/drawing/2014/main" id="{D22DE550-BA22-40F6-2BFF-678363C5ADF7}"/>
              </a:ext>
            </a:extLst>
          </p:cNvPr>
          <p:cNvSpPr/>
          <p:nvPr/>
        </p:nvSpPr>
        <p:spPr>
          <a:xfrm>
            <a:off x="2631102" y="8536251"/>
            <a:ext cx="319978" cy="403812"/>
          </a:xfrm>
          <a:prstGeom prst="mathMultiply">
            <a:avLst/>
          </a:prstGeom>
          <a:solidFill>
            <a:srgbClr val="C00000"/>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362" name="Graphic 1361" descr="Question mark with solid fill">
            <a:extLst>
              <a:ext uri="{FF2B5EF4-FFF2-40B4-BE49-F238E27FC236}">
                <a16:creationId xmlns:a16="http://schemas.microsoft.com/office/drawing/2014/main" id="{0A7ADA85-19B0-C282-F77D-D3271F2215B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239671" y="8395501"/>
            <a:ext cx="685063" cy="685063"/>
          </a:xfrm>
          <a:prstGeom prst="rect">
            <a:avLst/>
          </a:prstGeom>
        </p:spPr>
      </p:pic>
      <p:grpSp>
        <p:nvGrpSpPr>
          <p:cNvPr id="1374" name="Group 1373">
            <a:extLst>
              <a:ext uri="{FF2B5EF4-FFF2-40B4-BE49-F238E27FC236}">
                <a16:creationId xmlns:a16="http://schemas.microsoft.com/office/drawing/2014/main" id="{4A487166-EF8A-823C-2C5C-FD5662FB4468}"/>
              </a:ext>
            </a:extLst>
          </p:cNvPr>
          <p:cNvGrpSpPr/>
          <p:nvPr/>
        </p:nvGrpSpPr>
        <p:grpSpPr>
          <a:xfrm>
            <a:off x="9210417" y="1890226"/>
            <a:ext cx="3893386" cy="1105672"/>
            <a:chOff x="9086041" y="2058548"/>
            <a:chExt cx="3893386" cy="1105672"/>
          </a:xfrm>
        </p:grpSpPr>
        <p:sp>
          <p:nvSpPr>
            <p:cNvPr id="1375" name="Use headers, colors, and/or backgrounds to separate or group together sections.">
              <a:extLst>
                <a:ext uri="{FF2B5EF4-FFF2-40B4-BE49-F238E27FC236}">
                  <a16:creationId xmlns:a16="http://schemas.microsoft.com/office/drawing/2014/main" id="{554DB9C6-BDCC-BA60-0AA2-C5529E389AED}"/>
                </a:ext>
              </a:extLst>
            </p:cNvPr>
            <p:cNvSpPr txBox="1"/>
            <p:nvPr/>
          </p:nvSpPr>
          <p:spPr>
            <a:xfrm>
              <a:off x="9099803" y="2555416"/>
              <a:ext cx="3871127" cy="60880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Instead of running the </a:t>
              </a:r>
              <a:r>
                <a:rPr lang="en-US">
                  <a:latin typeface="Source Sans Pro" panose="020B0503030403020204" pitchFamily="34" charset="0"/>
                  <a:ea typeface="Source Sans Pro" panose="020B0503030403020204" pitchFamily="34" charset="0"/>
                  <a:sym typeface="Source Sans Pro Light"/>
                </a:rPr>
                <a:t>module showcases</a:t>
              </a:r>
              <a:r>
                <a:rPr lang="en-US" b="0">
                  <a:latin typeface="Source Sans Pro" panose="020B0503030403020204" pitchFamily="34" charset="0"/>
                  <a:ea typeface="Source Sans Pro" panose="020B0503030403020204" pitchFamily="34" charset="0"/>
                  <a:sym typeface="Source Sans Pro Light"/>
                </a:rPr>
                <a:t>, </a:t>
              </a:r>
              <a:r>
                <a:rPr lang="en-US">
                  <a:latin typeface="Source Sans Pro" panose="020B0503030403020204" pitchFamily="34" charset="0"/>
                  <a:ea typeface="Source Sans Pro" panose="020B0503030403020204" pitchFamily="34" charset="0"/>
                  <a:sym typeface="Source Sans Pro Light"/>
                </a:rPr>
                <a:t>users</a:t>
              </a:r>
              <a:r>
                <a:rPr lang="en-US" b="0">
                  <a:latin typeface="Source Sans Pro" panose="020B0503030403020204" pitchFamily="34" charset="0"/>
                  <a:ea typeface="Source Sans Pro" panose="020B0503030403020204" pitchFamily="34" charset="0"/>
                  <a:sym typeface="Source Sans Pro Light"/>
                </a:rPr>
                <a:t> can read the MySQL Workbench to have a better understand the data layer.</a:t>
              </a:r>
              <a:endParaRPr lang="en-US">
                <a:latin typeface="Source Sans Pro" panose="020B0503030403020204" pitchFamily="34" charset="0"/>
                <a:ea typeface="Source Sans Pro" panose="020B0503030403020204" pitchFamily="34" charset="0"/>
                <a:sym typeface="Source Sans Pro"/>
              </a:endParaRPr>
            </a:p>
          </p:txBody>
        </p:sp>
        <p:sp>
          <p:nvSpPr>
            <p:cNvPr id="1376" name="Layout Suggestions">
              <a:extLst>
                <a:ext uri="{FF2B5EF4-FFF2-40B4-BE49-F238E27FC236}">
                  <a16:creationId xmlns:a16="http://schemas.microsoft.com/office/drawing/2014/main" id="{D32FE525-D789-A4AA-7003-37CBD6735758}"/>
                </a:ext>
              </a:extLst>
            </p:cNvPr>
            <p:cNvSpPr txBox="1"/>
            <p:nvPr/>
          </p:nvSpPr>
          <p:spPr>
            <a:xfrm>
              <a:off x="9086041" y="2058548"/>
              <a:ext cx="2562620"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Solution</a:t>
              </a:r>
            </a:p>
          </p:txBody>
        </p:sp>
        <p:sp>
          <p:nvSpPr>
            <p:cNvPr id="1377" name="Line">
              <a:extLst>
                <a:ext uri="{FF2B5EF4-FFF2-40B4-BE49-F238E27FC236}">
                  <a16:creationId xmlns:a16="http://schemas.microsoft.com/office/drawing/2014/main" id="{291542CC-E425-3EF2-D4A0-5F65DBC21E94}"/>
                </a:ext>
              </a:extLst>
            </p:cNvPr>
            <p:cNvSpPr/>
            <p:nvPr/>
          </p:nvSpPr>
          <p:spPr>
            <a:xfrm flipV="1">
              <a:off x="9108299" y="2502631"/>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sp>
        <p:nvSpPr>
          <p:cNvPr id="1378" name="Rectangle 1377">
            <a:extLst>
              <a:ext uri="{FF2B5EF4-FFF2-40B4-BE49-F238E27FC236}">
                <a16:creationId xmlns:a16="http://schemas.microsoft.com/office/drawing/2014/main" id="{791851A1-99C5-5005-7D6C-F98592982EF5}"/>
              </a:ext>
            </a:extLst>
          </p:cNvPr>
          <p:cNvSpPr/>
          <p:nvPr/>
        </p:nvSpPr>
        <p:spPr>
          <a:xfrm>
            <a:off x="10815461" y="4396214"/>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79" name="Rectangle 1378">
            <a:extLst>
              <a:ext uri="{FF2B5EF4-FFF2-40B4-BE49-F238E27FC236}">
                <a16:creationId xmlns:a16="http://schemas.microsoft.com/office/drawing/2014/main" id="{8656F387-EA27-BB75-F62E-CF67051DA30D}"/>
              </a:ext>
            </a:extLst>
          </p:cNvPr>
          <p:cNvSpPr/>
          <p:nvPr/>
        </p:nvSpPr>
        <p:spPr>
          <a:xfrm>
            <a:off x="10982948" y="4396214"/>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0" name="Rectangle 1379">
            <a:extLst>
              <a:ext uri="{FF2B5EF4-FFF2-40B4-BE49-F238E27FC236}">
                <a16:creationId xmlns:a16="http://schemas.microsoft.com/office/drawing/2014/main" id="{4FF1E003-6569-08C7-11A1-366F3B0DC4C6}"/>
              </a:ext>
            </a:extLst>
          </p:cNvPr>
          <p:cNvSpPr/>
          <p:nvPr/>
        </p:nvSpPr>
        <p:spPr>
          <a:xfrm>
            <a:off x="11151444" y="4396214"/>
            <a:ext cx="165983" cy="371792"/>
          </a:xfrm>
          <a:prstGeom prst="rect">
            <a:avLst/>
          </a:prstGeom>
          <a:noFill/>
          <a:ln w="12700" cap="flat">
            <a:solidFill>
              <a:schemeClr val="accent6">
                <a:lumMod val="60000"/>
                <a:lumOff val="4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1" name="Rectangle 1380">
            <a:extLst>
              <a:ext uri="{FF2B5EF4-FFF2-40B4-BE49-F238E27FC236}">
                <a16:creationId xmlns:a16="http://schemas.microsoft.com/office/drawing/2014/main" id="{4C950C91-E7F9-9BC3-A828-C1C2CF7738BB}"/>
              </a:ext>
            </a:extLst>
          </p:cNvPr>
          <p:cNvSpPr/>
          <p:nvPr/>
        </p:nvSpPr>
        <p:spPr>
          <a:xfrm>
            <a:off x="10622107" y="3933898"/>
            <a:ext cx="905733" cy="1528239"/>
          </a:xfrm>
          <a:prstGeom prst="rect">
            <a:avLst/>
          </a:prstGeom>
          <a:noFill/>
          <a:ln w="12700" cap="flat">
            <a:solidFill>
              <a:srgbClr val="C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3" name="Rectangle 1382">
            <a:extLst>
              <a:ext uri="{FF2B5EF4-FFF2-40B4-BE49-F238E27FC236}">
                <a16:creationId xmlns:a16="http://schemas.microsoft.com/office/drawing/2014/main" id="{681869A6-FC17-DE57-AE2F-957FCD06EC28}"/>
              </a:ext>
            </a:extLst>
          </p:cNvPr>
          <p:cNvSpPr/>
          <p:nvPr/>
        </p:nvSpPr>
        <p:spPr>
          <a:xfrm>
            <a:off x="10812948" y="4941460"/>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4" name="Rectangle 1383">
            <a:extLst>
              <a:ext uri="{FF2B5EF4-FFF2-40B4-BE49-F238E27FC236}">
                <a16:creationId xmlns:a16="http://schemas.microsoft.com/office/drawing/2014/main" id="{52A0D7CA-C891-F2CC-B72B-62EB43C91B31}"/>
              </a:ext>
            </a:extLst>
          </p:cNvPr>
          <p:cNvSpPr/>
          <p:nvPr/>
        </p:nvSpPr>
        <p:spPr>
          <a:xfrm>
            <a:off x="10980435" y="4941460"/>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5" name="Rectangle 1384">
            <a:extLst>
              <a:ext uri="{FF2B5EF4-FFF2-40B4-BE49-F238E27FC236}">
                <a16:creationId xmlns:a16="http://schemas.microsoft.com/office/drawing/2014/main" id="{6303DA99-8560-0BE1-7FF0-E95C6D5AABAF}"/>
              </a:ext>
            </a:extLst>
          </p:cNvPr>
          <p:cNvSpPr/>
          <p:nvPr/>
        </p:nvSpPr>
        <p:spPr>
          <a:xfrm>
            <a:off x="11148931" y="4941460"/>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6" name="Rectangle 1385">
            <a:extLst>
              <a:ext uri="{FF2B5EF4-FFF2-40B4-BE49-F238E27FC236}">
                <a16:creationId xmlns:a16="http://schemas.microsoft.com/office/drawing/2014/main" id="{EAFAD546-3811-1143-3292-E0B978927780}"/>
              </a:ext>
            </a:extLst>
          </p:cNvPr>
          <p:cNvSpPr/>
          <p:nvPr/>
        </p:nvSpPr>
        <p:spPr>
          <a:xfrm>
            <a:off x="12364377" y="4403843"/>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7" name="Rectangle 1386">
            <a:extLst>
              <a:ext uri="{FF2B5EF4-FFF2-40B4-BE49-F238E27FC236}">
                <a16:creationId xmlns:a16="http://schemas.microsoft.com/office/drawing/2014/main" id="{89FEBF8B-8F44-6B04-8C28-1CC066C3FD6D}"/>
              </a:ext>
            </a:extLst>
          </p:cNvPr>
          <p:cNvSpPr/>
          <p:nvPr/>
        </p:nvSpPr>
        <p:spPr>
          <a:xfrm>
            <a:off x="12531864" y="4403843"/>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8" name="Rectangle 1387">
            <a:extLst>
              <a:ext uri="{FF2B5EF4-FFF2-40B4-BE49-F238E27FC236}">
                <a16:creationId xmlns:a16="http://schemas.microsoft.com/office/drawing/2014/main" id="{18F01A3D-4748-6B52-5E48-674BDEF4C9C9}"/>
              </a:ext>
            </a:extLst>
          </p:cNvPr>
          <p:cNvSpPr/>
          <p:nvPr/>
        </p:nvSpPr>
        <p:spPr>
          <a:xfrm>
            <a:off x="12700360" y="4403843"/>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9" name="Rectangle 1388">
            <a:extLst>
              <a:ext uri="{FF2B5EF4-FFF2-40B4-BE49-F238E27FC236}">
                <a16:creationId xmlns:a16="http://schemas.microsoft.com/office/drawing/2014/main" id="{3FE66FD0-4755-DA88-6572-C1748ED28F50}"/>
              </a:ext>
            </a:extLst>
          </p:cNvPr>
          <p:cNvSpPr/>
          <p:nvPr/>
        </p:nvSpPr>
        <p:spPr>
          <a:xfrm>
            <a:off x="12171023" y="3933899"/>
            <a:ext cx="905733" cy="2115082"/>
          </a:xfrm>
          <a:prstGeom prst="rect">
            <a:avLst/>
          </a:prstGeom>
          <a:noFill/>
          <a:ln w="12700" cap="flat">
            <a:solidFill>
              <a:srgbClr val="00B05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0" name="Rectangle 1389">
            <a:extLst>
              <a:ext uri="{FF2B5EF4-FFF2-40B4-BE49-F238E27FC236}">
                <a16:creationId xmlns:a16="http://schemas.microsoft.com/office/drawing/2014/main" id="{4FC6A94F-E1E2-2591-A995-B784EA6E0F1D}"/>
              </a:ext>
            </a:extLst>
          </p:cNvPr>
          <p:cNvSpPr/>
          <p:nvPr/>
        </p:nvSpPr>
        <p:spPr>
          <a:xfrm>
            <a:off x="12361864" y="4949089"/>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1" name="Rectangle 1390">
            <a:extLst>
              <a:ext uri="{FF2B5EF4-FFF2-40B4-BE49-F238E27FC236}">
                <a16:creationId xmlns:a16="http://schemas.microsoft.com/office/drawing/2014/main" id="{EFF7C1B4-50D4-8587-8E50-EC6AB07A3811}"/>
              </a:ext>
            </a:extLst>
          </p:cNvPr>
          <p:cNvSpPr/>
          <p:nvPr/>
        </p:nvSpPr>
        <p:spPr>
          <a:xfrm>
            <a:off x="12529351" y="4949089"/>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2" name="Rectangle 1391">
            <a:extLst>
              <a:ext uri="{FF2B5EF4-FFF2-40B4-BE49-F238E27FC236}">
                <a16:creationId xmlns:a16="http://schemas.microsoft.com/office/drawing/2014/main" id="{BB7ED467-87D9-BD36-3E1E-F36680B5F103}"/>
              </a:ext>
            </a:extLst>
          </p:cNvPr>
          <p:cNvSpPr/>
          <p:nvPr/>
        </p:nvSpPr>
        <p:spPr>
          <a:xfrm>
            <a:off x="12697847" y="4949089"/>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3" name="Rectangle 1392">
            <a:extLst>
              <a:ext uri="{FF2B5EF4-FFF2-40B4-BE49-F238E27FC236}">
                <a16:creationId xmlns:a16="http://schemas.microsoft.com/office/drawing/2014/main" id="{C2226ECE-C136-55CF-1C5D-A3D7CACDE616}"/>
              </a:ext>
            </a:extLst>
          </p:cNvPr>
          <p:cNvSpPr/>
          <p:nvPr/>
        </p:nvSpPr>
        <p:spPr>
          <a:xfrm>
            <a:off x="12364377" y="5463776"/>
            <a:ext cx="165983" cy="371792"/>
          </a:xfrm>
          <a:prstGeom prst="rect">
            <a:avLst/>
          </a:prstGeom>
          <a:noFill/>
          <a:ln w="12700" cap="flat">
            <a:solidFill>
              <a:schemeClr val="accent6">
                <a:lumMod val="60000"/>
                <a:lumOff val="4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4" name="Rectangle 1393">
            <a:extLst>
              <a:ext uri="{FF2B5EF4-FFF2-40B4-BE49-F238E27FC236}">
                <a16:creationId xmlns:a16="http://schemas.microsoft.com/office/drawing/2014/main" id="{4EE790C8-A701-6967-F912-C11CF6AA749E}"/>
              </a:ext>
            </a:extLst>
          </p:cNvPr>
          <p:cNvSpPr/>
          <p:nvPr/>
        </p:nvSpPr>
        <p:spPr>
          <a:xfrm>
            <a:off x="12531864" y="5463776"/>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5" name="Rectangle 1394">
            <a:extLst>
              <a:ext uri="{FF2B5EF4-FFF2-40B4-BE49-F238E27FC236}">
                <a16:creationId xmlns:a16="http://schemas.microsoft.com/office/drawing/2014/main" id="{03A7B258-6F8B-219E-A566-72979A617DCF}"/>
              </a:ext>
            </a:extLst>
          </p:cNvPr>
          <p:cNvSpPr/>
          <p:nvPr/>
        </p:nvSpPr>
        <p:spPr>
          <a:xfrm>
            <a:off x="12700360" y="5463776"/>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6" name="Rectangle 1395">
            <a:extLst>
              <a:ext uri="{FF2B5EF4-FFF2-40B4-BE49-F238E27FC236}">
                <a16:creationId xmlns:a16="http://schemas.microsoft.com/office/drawing/2014/main" id="{1F30F0DD-C0BC-9D01-643B-C4978C29CC61}"/>
              </a:ext>
            </a:extLst>
          </p:cNvPr>
          <p:cNvSpPr/>
          <p:nvPr/>
        </p:nvSpPr>
        <p:spPr>
          <a:xfrm>
            <a:off x="10466036" y="3489588"/>
            <a:ext cx="2776743" cy="2731917"/>
          </a:xfrm>
          <a:prstGeom prst="rect">
            <a:avLst/>
          </a:prstGeom>
          <a:noFill/>
          <a:ln w="12700" cap="flat">
            <a:solidFill>
              <a:schemeClr val="tx1"/>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397" name="Graphic 1396" descr="Ui Ux outline">
            <a:extLst>
              <a:ext uri="{FF2B5EF4-FFF2-40B4-BE49-F238E27FC236}">
                <a16:creationId xmlns:a16="http://schemas.microsoft.com/office/drawing/2014/main" id="{718891D1-942A-5785-3AA2-4F80BE8F60E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334485" y="4134878"/>
            <a:ext cx="914400" cy="914400"/>
          </a:xfrm>
          <a:prstGeom prst="rect">
            <a:avLst/>
          </a:prstGeom>
        </p:spPr>
      </p:pic>
      <p:cxnSp>
        <p:nvCxnSpPr>
          <p:cNvPr id="1399" name="Straight Connector 1398">
            <a:extLst>
              <a:ext uri="{FF2B5EF4-FFF2-40B4-BE49-F238E27FC236}">
                <a16:creationId xmlns:a16="http://schemas.microsoft.com/office/drawing/2014/main" id="{ABDE26A0-B9C5-80A5-37AA-840E7D735E79}"/>
              </a:ext>
            </a:extLst>
          </p:cNvPr>
          <p:cNvCxnSpPr>
            <a:cxnSpLocks/>
            <a:stCxn id="1380" idx="3"/>
            <a:endCxn id="1393" idx="1"/>
          </p:cNvCxnSpPr>
          <p:nvPr/>
        </p:nvCxnSpPr>
        <p:spPr>
          <a:xfrm>
            <a:off x="11317427" y="4582110"/>
            <a:ext cx="1046950" cy="1067562"/>
          </a:xfrm>
          <a:prstGeom prst="line">
            <a:avLst/>
          </a:prstGeom>
          <a:noFill/>
          <a:ln w="25400" cap="flat">
            <a:solidFill>
              <a:schemeClr val="accent6">
                <a:lumMod val="60000"/>
                <a:lumOff val="4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1401" name="Elbow Connector 284">
            <a:extLst>
              <a:ext uri="{FF2B5EF4-FFF2-40B4-BE49-F238E27FC236}">
                <a16:creationId xmlns:a16="http://schemas.microsoft.com/office/drawing/2014/main" id="{3B2F59F7-C0C6-7C54-89AF-44DC459DD714}"/>
              </a:ext>
            </a:extLst>
          </p:cNvPr>
          <p:cNvCxnSpPr>
            <a:cxnSpLocks/>
          </p:cNvCxnSpPr>
          <p:nvPr/>
        </p:nvCxnSpPr>
        <p:spPr>
          <a:xfrm flipV="1">
            <a:off x="10275418" y="4627051"/>
            <a:ext cx="151671" cy="3168"/>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411" name="TextBox 1410">
            <a:extLst>
              <a:ext uri="{FF2B5EF4-FFF2-40B4-BE49-F238E27FC236}">
                <a16:creationId xmlns:a16="http://schemas.microsoft.com/office/drawing/2014/main" id="{319D5867-9E3A-A32F-2C18-B3589F832635}"/>
              </a:ext>
            </a:extLst>
          </p:cNvPr>
          <p:cNvSpPr txBox="1"/>
          <p:nvPr/>
        </p:nvSpPr>
        <p:spPr>
          <a:xfrm>
            <a:off x="10743861" y="4036771"/>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Tables</a:t>
            </a:r>
          </a:p>
        </p:txBody>
      </p:sp>
      <p:sp>
        <p:nvSpPr>
          <p:cNvPr id="1412" name="TextBox 1411">
            <a:extLst>
              <a:ext uri="{FF2B5EF4-FFF2-40B4-BE49-F238E27FC236}">
                <a16:creationId xmlns:a16="http://schemas.microsoft.com/office/drawing/2014/main" id="{A969FF15-A48C-5509-DF64-827E0B09DFE2}"/>
              </a:ext>
            </a:extLst>
          </p:cNvPr>
          <p:cNvSpPr txBox="1"/>
          <p:nvPr/>
        </p:nvSpPr>
        <p:spPr>
          <a:xfrm>
            <a:off x="12051056" y="3578493"/>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Module B</a:t>
            </a:r>
          </a:p>
        </p:txBody>
      </p:sp>
      <p:sp>
        <p:nvSpPr>
          <p:cNvPr id="1418" name="TextBox 1417">
            <a:extLst>
              <a:ext uri="{FF2B5EF4-FFF2-40B4-BE49-F238E27FC236}">
                <a16:creationId xmlns:a16="http://schemas.microsoft.com/office/drawing/2014/main" id="{8301FEE7-96D6-77C2-D34A-9A1F186844F1}"/>
              </a:ext>
            </a:extLst>
          </p:cNvPr>
          <p:cNvSpPr txBox="1"/>
          <p:nvPr/>
        </p:nvSpPr>
        <p:spPr>
          <a:xfrm>
            <a:off x="9287269" y="3955360"/>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User</a:t>
            </a:r>
          </a:p>
        </p:txBody>
      </p:sp>
      <p:sp>
        <p:nvSpPr>
          <p:cNvPr id="1419" name="TextBox 1418">
            <a:extLst>
              <a:ext uri="{FF2B5EF4-FFF2-40B4-BE49-F238E27FC236}">
                <a16:creationId xmlns:a16="http://schemas.microsoft.com/office/drawing/2014/main" id="{05F63F3C-D55F-6B68-BDE0-A3636804914E}"/>
              </a:ext>
            </a:extLst>
          </p:cNvPr>
          <p:cNvSpPr txBox="1"/>
          <p:nvPr/>
        </p:nvSpPr>
        <p:spPr>
          <a:xfrm>
            <a:off x="11494092" y="5350849"/>
            <a:ext cx="961616"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accent6">
                    <a:lumMod val="60000"/>
                    <a:lumOff val="40000"/>
                  </a:schemeClr>
                </a:solidFill>
                <a:effectLst/>
                <a:uFillTx/>
                <a:latin typeface="Source Sans Pro"/>
                <a:ea typeface="Source Sans Pro"/>
                <a:cs typeface="Source Sans Pro"/>
                <a:sym typeface="Source Sans Pro"/>
              </a:rPr>
              <a:t>Implicit Join</a:t>
            </a:r>
          </a:p>
        </p:txBody>
      </p:sp>
      <p:pic>
        <p:nvPicPr>
          <p:cNvPr id="1424" name="Graphic 1423" descr="Key with solid fill">
            <a:extLst>
              <a:ext uri="{FF2B5EF4-FFF2-40B4-BE49-F238E27FC236}">
                <a16:creationId xmlns:a16="http://schemas.microsoft.com/office/drawing/2014/main" id="{B5856A0F-89B4-FC02-40C0-50677EF85EC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173850" y="4396214"/>
            <a:ext cx="132332" cy="132332"/>
          </a:xfrm>
          <a:prstGeom prst="rect">
            <a:avLst/>
          </a:prstGeom>
        </p:spPr>
      </p:pic>
      <p:pic>
        <p:nvPicPr>
          <p:cNvPr id="1425" name="Graphic 1424" descr="Key with solid fill">
            <a:extLst>
              <a:ext uri="{FF2B5EF4-FFF2-40B4-BE49-F238E27FC236}">
                <a16:creationId xmlns:a16="http://schemas.microsoft.com/office/drawing/2014/main" id="{E96EB65C-C643-BD07-9999-04608D4281E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2376873" y="5467500"/>
            <a:ext cx="132332" cy="132332"/>
          </a:xfrm>
          <a:prstGeom prst="rect">
            <a:avLst/>
          </a:prstGeom>
        </p:spPr>
      </p:pic>
      <p:sp>
        <p:nvSpPr>
          <p:cNvPr id="1426" name="TextBox 1425">
            <a:extLst>
              <a:ext uri="{FF2B5EF4-FFF2-40B4-BE49-F238E27FC236}">
                <a16:creationId xmlns:a16="http://schemas.microsoft.com/office/drawing/2014/main" id="{547D353F-36BA-657A-2701-E724889A7784}"/>
              </a:ext>
            </a:extLst>
          </p:cNvPr>
          <p:cNvSpPr txBox="1"/>
          <p:nvPr/>
        </p:nvSpPr>
        <p:spPr>
          <a:xfrm>
            <a:off x="10375079" y="3200284"/>
            <a:ext cx="146564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latin typeface="Source Sans Pro" panose="020B0503030403020204" pitchFamily="34" charset="0"/>
                <a:ea typeface="Source Sans Pro" panose="020B0503030403020204" pitchFamily="34" charset="0"/>
                <a:sym typeface="Source Sans Pro Light"/>
              </a:rPr>
              <a:t>MySQL Workbench</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427" name="TextBox 1426">
            <a:extLst>
              <a:ext uri="{FF2B5EF4-FFF2-40B4-BE49-F238E27FC236}">
                <a16:creationId xmlns:a16="http://schemas.microsoft.com/office/drawing/2014/main" id="{7F33E23C-32FE-C722-5339-295727680CC3}"/>
              </a:ext>
            </a:extLst>
          </p:cNvPr>
          <p:cNvSpPr txBox="1"/>
          <p:nvPr/>
        </p:nvSpPr>
        <p:spPr>
          <a:xfrm>
            <a:off x="10543327" y="3583596"/>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Module A</a:t>
            </a:r>
          </a:p>
        </p:txBody>
      </p:sp>
      <p:sp>
        <p:nvSpPr>
          <p:cNvPr id="1428" name="TextBox 1427">
            <a:extLst>
              <a:ext uri="{FF2B5EF4-FFF2-40B4-BE49-F238E27FC236}">
                <a16:creationId xmlns:a16="http://schemas.microsoft.com/office/drawing/2014/main" id="{F22A8C40-877F-9B3C-AF86-381FA623D053}"/>
              </a:ext>
            </a:extLst>
          </p:cNvPr>
          <p:cNvSpPr txBox="1"/>
          <p:nvPr/>
        </p:nvSpPr>
        <p:spPr>
          <a:xfrm>
            <a:off x="12285490" y="4034042"/>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Tables</a:t>
            </a:r>
          </a:p>
        </p:txBody>
      </p:sp>
      <p:sp>
        <p:nvSpPr>
          <p:cNvPr id="1429" name="TextBox 1428">
            <a:extLst>
              <a:ext uri="{FF2B5EF4-FFF2-40B4-BE49-F238E27FC236}">
                <a16:creationId xmlns:a16="http://schemas.microsoft.com/office/drawing/2014/main" id="{4FF1FD2A-3E8D-B531-9DA4-FD27F6ED17CE}"/>
              </a:ext>
            </a:extLst>
          </p:cNvPr>
          <p:cNvSpPr txBox="1"/>
          <p:nvPr/>
        </p:nvSpPr>
        <p:spPr>
          <a:xfrm>
            <a:off x="5498013" y="5360773"/>
            <a:ext cx="597174"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R/.</a:t>
            </a:r>
          </a:p>
        </p:txBody>
      </p:sp>
      <p:sp>
        <p:nvSpPr>
          <p:cNvPr id="1430" name="TextBox 1429">
            <a:extLst>
              <a:ext uri="{FF2B5EF4-FFF2-40B4-BE49-F238E27FC236}">
                <a16:creationId xmlns:a16="http://schemas.microsoft.com/office/drawing/2014/main" id="{E2973A55-7CBB-3055-79EB-6F4A56E66FEA}"/>
              </a:ext>
            </a:extLst>
          </p:cNvPr>
          <p:cNvSpPr txBox="1"/>
          <p:nvPr/>
        </p:nvSpPr>
        <p:spPr>
          <a:xfrm>
            <a:off x="7459573" y="5355166"/>
            <a:ext cx="597174"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R/.</a:t>
            </a:r>
          </a:p>
        </p:txBody>
      </p:sp>
      <p:sp>
        <p:nvSpPr>
          <p:cNvPr id="1490" name="TextBox 1489">
            <a:extLst>
              <a:ext uri="{FF2B5EF4-FFF2-40B4-BE49-F238E27FC236}">
                <a16:creationId xmlns:a16="http://schemas.microsoft.com/office/drawing/2014/main" id="{71C6F0A7-23C7-9D7E-78E2-DEE5C745261D}"/>
              </a:ext>
            </a:extLst>
          </p:cNvPr>
          <p:cNvSpPr txBox="1"/>
          <p:nvPr/>
        </p:nvSpPr>
        <p:spPr>
          <a:xfrm>
            <a:off x="4671233" y="8320807"/>
            <a:ext cx="856926"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sz="800" b="0" i="0" u="none" strike="noStrike" cap="none" spc="0" normalizeH="0" baseline="0" err="1">
                <a:ln>
                  <a:noFill/>
                </a:ln>
                <a:solidFill>
                  <a:schemeClr val="tx1"/>
                </a:solidFill>
                <a:effectLst/>
                <a:uFillTx/>
                <a:latin typeface="Source Sans Pro"/>
                <a:ea typeface="Source Sans Pro"/>
                <a:cs typeface="Source Sans Pro"/>
                <a:sym typeface="Source Sans Pro"/>
              </a:rPr>
              <a:t>Github</a:t>
            </a: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 </a:t>
            </a:r>
            <a:r>
              <a:rPr lang="en-US" sz="800" b="0">
                <a:solidFill>
                  <a:schemeClr val="tx1"/>
                </a:solidFill>
              </a:rPr>
              <a:t>Module</a:t>
            </a:r>
          </a:p>
        </p:txBody>
      </p:sp>
      <p:sp>
        <p:nvSpPr>
          <p:cNvPr id="1491" name="Rectangle 1490">
            <a:extLst>
              <a:ext uri="{FF2B5EF4-FFF2-40B4-BE49-F238E27FC236}">
                <a16:creationId xmlns:a16="http://schemas.microsoft.com/office/drawing/2014/main" id="{C5E9D40C-730C-E730-63C0-991195EC7596}"/>
              </a:ext>
            </a:extLst>
          </p:cNvPr>
          <p:cNvSpPr/>
          <p:nvPr/>
        </p:nvSpPr>
        <p:spPr>
          <a:xfrm>
            <a:off x="4771937" y="8544472"/>
            <a:ext cx="574664" cy="268078"/>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92" name="Oval 1491">
            <a:extLst>
              <a:ext uri="{FF2B5EF4-FFF2-40B4-BE49-F238E27FC236}">
                <a16:creationId xmlns:a16="http://schemas.microsoft.com/office/drawing/2014/main" id="{E43EEC9B-F5D9-6A55-134C-226C502F14B4}"/>
              </a:ext>
            </a:extLst>
          </p:cNvPr>
          <p:cNvSpPr/>
          <p:nvPr/>
        </p:nvSpPr>
        <p:spPr>
          <a:xfrm flipH="1" flipV="1">
            <a:off x="5143421" y="8644467"/>
            <a:ext cx="45719" cy="48698"/>
          </a:xfrm>
          <a:prstGeom prst="ellipse">
            <a:avLst/>
          </a:prstGeom>
          <a:solidFill>
            <a:srgbClr val="499FB8"/>
          </a:solid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93" name="Oval 1492">
            <a:extLst>
              <a:ext uri="{FF2B5EF4-FFF2-40B4-BE49-F238E27FC236}">
                <a16:creationId xmlns:a16="http://schemas.microsoft.com/office/drawing/2014/main" id="{61CB8A47-D9E9-9A55-7065-16AA2CD51B3D}"/>
              </a:ext>
            </a:extLst>
          </p:cNvPr>
          <p:cNvSpPr/>
          <p:nvPr/>
        </p:nvSpPr>
        <p:spPr>
          <a:xfrm flipH="1" flipV="1">
            <a:off x="5166281" y="8731462"/>
            <a:ext cx="45719" cy="48698"/>
          </a:xfrm>
          <a:prstGeom prst="ellipse">
            <a:avLst/>
          </a:prstGeom>
          <a:solidFill>
            <a:schemeClr val="accent3">
              <a:lumMod val="50000"/>
            </a:schemeClr>
          </a:solid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94" name="Oval 1493">
            <a:extLst>
              <a:ext uri="{FF2B5EF4-FFF2-40B4-BE49-F238E27FC236}">
                <a16:creationId xmlns:a16="http://schemas.microsoft.com/office/drawing/2014/main" id="{795FDFA1-3017-7EA3-70B6-AC34B0BB259A}"/>
              </a:ext>
            </a:extLst>
          </p:cNvPr>
          <p:cNvSpPr/>
          <p:nvPr/>
        </p:nvSpPr>
        <p:spPr>
          <a:xfrm flipH="1" flipV="1">
            <a:off x="5234818" y="8658923"/>
            <a:ext cx="45719" cy="48698"/>
          </a:xfrm>
          <a:prstGeom prst="ellipse">
            <a:avLst/>
          </a:prstGeom>
          <a:solidFill>
            <a:schemeClr val="accent3">
              <a:lumMod val="50000"/>
            </a:schemeClr>
          </a:solid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95" name="Oval 1494">
            <a:extLst>
              <a:ext uri="{FF2B5EF4-FFF2-40B4-BE49-F238E27FC236}">
                <a16:creationId xmlns:a16="http://schemas.microsoft.com/office/drawing/2014/main" id="{B5C686D6-4842-F986-2997-9015EAD40654}"/>
              </a:ext>
            </a:extLst>
          </p:cNvPr>
          <p:cNvSpPr/>
          <p:nvPr/>
        </p:nvSpPr>
        <p:spPr>
          <a:xfrm flipH="1" flipV="1">
            <a:off x="5273559" y="8736688"/>
            <a:ext cx="45719" cy="48698"/>
          </a:xfrm>
          <a:prstGeom prst="ellipse">
            <a:avLst/>
          </a:prstGeom>
          <a:solidFill>
            <a:srgbClr val="499FB8"/>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496" name="Straight Connector 1495">
            <a:extLst>
              <a:ext uri="{FF2B5EF4-FFF2-40B4-BE49-F238E27FC236}">
                <a16:creationId xmlns:a16="http://schemas.microsoft.com/office/drawing/2014/main" id="{26DF6B09-EBAA-EAF6-B032-0F96DC9BEF04}"/>
              </a:ext>
            </a:extLst>
          </p:cNvPr>
          <p:cNvCxnSpPr>
            <a:cxnSpLocks/>
            <a:stCxn id="1492" idx="0"/>
          </p:cNvCxnSpPr>
          <p:nvPr/>
        </p:nvCxnSpPr>
        <p:spPr>
          <a:xfrm>
            <a:off x="5166280" y="8693165"/>
            <a:ext cx="19883" cy="4980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97" name="Straight Connector 1496">
            <a:extLst>
              <a:ext uri="{FF2B5EF4-FFF2-40B4-BE49-F238E27FC236}">
                <a16:creationId xmlns:a16="http://schemas.microsoft.com/office/drawing/2014/main" id="{5B7582B9-0A89-136D-FC4A-8D2878BED58F}"/>
              </a:ext>
            </a:extLst>
          </p:cNvPr>
          <p:cNvCxnSpPr>
            <a:cxnSpLocks/>
            <a:stCxn id="1494" idx="6"/>
            <a:endCxn id="1492" idx="2"/>
          </p:cNvCxnSpPr>
          <p:nvPr/>
        </p:nvCxnSpPr>
        <p:spPr>
          <a:xfrm flipH="1" flipV="1">
            <a:off x="5189140" y="8668816"/>
            <a:ext cx="45678" cy="1445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98" name="Straight Connector 1497">
            <a:extLst>
              <a:ext uri="{FF2B5EF4-FFF2-40B4-BE49-F238E27FC236}">
                <a16:creationId xmlns:a16="http://schemas.microsoft.com/office/drawing/2014/main" id="{C567BD1F-2F86-0C41-B363-0B941720A7B7}"/>
              </a:ext>
            </a:extLst>
          </p:cNvPr>
          <p:cNvCxnSpPr>
            <a:cxnSpLocks/>
            <a:stCxn id="1494" idx="7"/>
            <a:endCxn id="1493" idx="3"/>
          </p:cNvCxnSpPr>
          <p:nvPr/>
        </p:nvCxnSpPr>
        <p:spPr>
          <a:xfrm flipH="1">
            <a:off x="5205305" y="8700489"/>
            <a:ext cx="36208" cy="38105"/>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99" name="Straight Connector 1498">
            <a:extLst>
              <a:ext uri="{FF2B5EF4-FFF2-40B4-BE49-F238E27FC236}">
                <a16:creationId xmlns:a16="http://schemas.microsoft.com/office/drawing/2014/main" id="{930F7707-2DDB-2F92-F8A3-B414CFFE2198}"/>
              </a:ext>
            </a:extLst>
          </p:cNvPr>
          <p:cNvCxnSpPr>
            <a:cxnSpLocks/>
          </p:cNvCxnSpPr>
          <p:nvPr/>
        </p:nvCxnSpPr>
        <p:spPr>
          <a:xfrm flipH="1" flipV="1">
            <a:off x="5273559" y="8705124"/>
            <a:ext cx="16427" cy="4086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500" name="Rectangle 1499">
            <a:extLst>
              <a:ext uri="{FF2B5EF4-FFF2-40B4-BE49-F238E27FC236}">
                <a16:creationId xmlns:a16="http://schemas.microsoft.com/office/drawing/2014/main" id="{C985E3E5-5E34-79C0-8C0E-50EECF4D41FD}"/>
              </a:ext>
            </a:extLst>
          </p:cNvPr>
          <p:cNvSpPr/>
          <p:nvPr/>
        </p:nvSpPr>
        <p:spPr>
          <a:xfrm>
            <a:off x="5002834" y="8644467"/>
            <a:ext cx="49223" cy="135693"/>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501" name="Rectangle 1500">
            <a:extLst>
              <a:ext uri="{FF2B5EF4-FFF2-40B4-BE49-F238E27FC236}">
                <a16:creationId xmlns:a16="http://schemas.microsoft.com/office/drawing/2014/main" id="{6A3EBEB6-9BF1-5174-7631-871D82686209}"/>
              </a:ext>
            </a:extLst>
          </p:cNvPr>
          <p:cNvSpPr/>
          <p:nvPr/>
        </p:nvSpPr>
        <p:spPr>
          <a:xfrm>
            <a:off x="5052057" y="8644599"/>
            <a:ext cx="49223" cy="135693"/>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02" name="Graphic 1501" descr="Paper outline">
            <a:extLst>
              <a:ext uri="{FF2B5EF4-FFF2-40B4-BE49-F238E27FC236}">
                <a16:creationId xmlns:a16="http://schemas.microsoft.com/office/drawing/2014/main" id="{D47CD23F-8746-6421-45C2-CA617B0F9E5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00818" y="8630114"/>
            <a:ext cx="166273" cy="156791"/>
          </a:xfrm>
          <a:prstGeom prst="rect">
            <a:avLst/>
          </a:prstGeom>
        </p:spPr>
      </p:pic>
      <p:sp>
        <p:nvSpPr>
          <p:cNvPr id="1516" name="TextBox 1515">
            <a:extLst>
              <a:ext uri="{FF2B5EF4-FFF2-40B4-BE49-F238E27FC236}">
                <a16:creationId xmlns:a16="http://schemas.microsoft.com/office/drawing/2014/main" id="{23F1226B-ECD5-012B-FCE5-B02DDE510349}"/>
              </a:ext>
            </a:extLst>
          </p:cNvPr>
          <p:cNvSpPr txBox="1"/>
          <p:nvPr/>
        </p:nvSpPr>
        <p:spPr>
          <a:xfrm>
            <a:off x="4687374" y="8818038"/>
            <a:ext cx="856926"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sz="800" b="0" i="0" u="none" strike="noStrike" cap="none" spc="0" normalizeH="0" baseline="0" err="1">
                <a:ln>
                  <a:noFill/>
                </a:ln>
                <a:solidFill>
                  <a:schemeClr val="tx1"/>
                </a:solidFill>
                <a:effectLst/>
                <a:uFillTx/>
                <a:latin typeface="Source Sans Pro"/>
                <a:ea typeface="Source Sans Pro"/>
                <a:cs typeface="Source Sans Pro"/>
                <a:sym typeface="Source Sans Pro"/>
              </a:rPr>
              <a:t>Src</a:t>
            </a: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 </a:t>
            </a:r>
            <a:r>
              <a:rPr lang="en-US" sz="800" b="0">
                <a:solidFill>
                  <a:schemeClr val="tx1"/>
                </a:solidFill>
              </a:rPr>
              <a:t>Module</a:t>
            </a:r>
          </a:p>
        </p:txBody>
      </p:sp>
      <p:sp>
        <p:nvSpPr>
          <p:cNvPr id="1517" name="Rectangle 1516">
            <a:extLst>
              <a:ext uri="{FF2B5EF4-FFF2-40B4-BE49-F238E27FC236}">
                <a16:creationId xmlns:a16="http://schemas.microsoft.com/office/drawing/2014/main" id="{771A6080-83FB-9166-CC46-0743454313F7}"/>
              </a:ext>
            </a:extLst>
          </p:cNvPr>
          <p:cNvSpPr/>
          <p:nvPr/>
        </p:nvSpPr>
        <p:spPr>
          <a:xfrm>
            <a:off x="4788078" y="9041703"/>
            <a:ext cx="574664" cy="268078"/>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518" name="Oval 1517">
            <a:extLst>
              <a:ext uri="{FF2B5EF4-FFF2-40B4-BE49-F238E27FC236}">
                <a16:creationId xmlns:a16="http://schemas.microsoft.com/office/drawing/2014/main" id="{6E1FD65E-3AF5-16E7-2BE0-A54226E022A4}"/>
              </a:ext>
            </a:extLst>
          </p:cNvPr>
          <p:cNvSpPr/>
          <p:nvPr/>
        </p:nvSpPr>
        <p:spPr>
          <a:xfrm flipH="1" flipV="1">
            <a:off x="5159562" y="9141698"/>
            <a:ext cx="45719" cy="48698"/>
          </a:xfrm>
          <a:prstGeom prst="ellipse">
            <a:avLst/>
          </a:prstGeom>
          <a:solidFill>
            <a:srgbClr val="499FB8"/>
          </a:solid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519" name="Oval 1518">
            <a:extLst>
              <a:ext uri="{FF2B5EF4-FFF2-40B4-BE49-F238E27FC236}">
                <a16:creationId xmlns:a16="http://schemas.microsoft.com/office/drawing/2014/main" id="{72669A07-7FE9-2DF0-DB0D-670872EEAB10}"/>
              </a:ext>
            </a:extLst>
          </p:cNvPr>
          <p:cNvSpPr/>
          <p:nvPr/>
        </p:nvSpPr>
        <p:spPr>
          <a:xfrm flipH="1" flipV="1">
            <a:off x="5182422" y="9228693"/>
            <a:ext cx="45719" cy="48698"/>
          </a:xfrm>
          <a:prstGeom prst="ellipse">
            <a:avLst/>
          </a:prstGeom>
          <a:solidFill>
            <a:schemeClr val="accent3">
              <a:lumMod val="50000"/>
            </a:schemeClr>
          </a:solid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520" name="Oval 1519">
            <a:extLst>
              <a:ext uri="{FF2B5EF4-FFF2-40B4-BE49-F238E27FC236}">
                <a16:creationId xmlns:a16="http://schemas.microsoft.com/office/drawing/2014/main" id="{AB60B255-0A75-A578-99DD-AE954FED7728}"/>
              </a:ext>
            </a:extLst>
          </p:cNvPr>
          <p:cNvSpPr/>
          <p:nvPr/>
        </p:nvSpPr>
        <p:spPr>
          <a:xfrm flipH="1" flipV="1">
            <a:off x="5250959" y="9156154"/>
            <a:ext cx="45719" cy="48698"/>
          </a:xfrm>
          <a:prstGeom prst="ellipse">
            <a:avLst/>
          </a:prstGeom>
          <a:solidFill>
            <a:schemeClr val="accent3">
              <a:lumMod val="50000"/>
            </a:schemeClr>
          </a:solid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521" name="Oval 1520">
            <a:extLst>
              <a:ext uri="{FF2B5EF4-FFF2-40B4-BE49-F238E27FC236}">
                <a16:creationId xmlns:a16="http://schemas.microsoft.com/office/drawing/2014/main" id="{D688CD02-B1F6-0B9C-12DF-4869B3E5EF00}"/>
              </a:ext>
            </a:extLst>
          </p:cNvPr>
          <p:cNvSpPr/>
          <p:nvPr/>
        </p:nvSpPr>
        <p:spPr>
          <a:xfrm flipH="1" flipV="1">
            <a:off x="5289700" y="9233919"/>
            <a:ext cx="45719" cy="48698"/>
          </a:xfrm>
          <a:prstGeom prst="ellipse">
            <a:avLst/>
          </a:prstGeom>
          <a:solidFill>
            <a:srgbClr val="499FB8"/>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522" name="Straight Connector 1521">
            <a:extLst>
              <a:ext uri="{FF2B5EF4-FFF2-40B4-BE49-F238E27FC236}">
                <a16:creationId xmlns:a16="http://schemas.microsoft.com/office/drawing/2014/main" id="{64AE8588-7901-3A16-0D17-2E7DFC80A5CF}"/>
              </a:ext>
            </a:extLst>
          </p:cNvPr>
          <p:cNvCxnSpPr>
            <a:cxnSpLocks/>
            <a:stCxn id="1518" idx="0"/>
          </p:cNvCxnSpPr>
          <p:nvPr/>
        </p:nvCxnSpPr>
        <p:spPr>
          <a:xfrm>
            <a:off x="5182421" y="9190396"/>
            <a:ext cx="19883" cy="4980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523" name="Straight Connector 1522">
            <a:extLst>
              <a:ext uri="{FF2B5EF4-FFF2-40B4-BE49-F238E27FC236}">
                <a16:creationId xmlns:a16="http://schemas.microsoft.com/office/drawing/2014/main" id="{248D00E2-5FA3-D125-6888-BAB4C98ADFC2}"/>
              </a:ext>
            </a:extLst>
          </p:cNvPr>
          <p:cNvCxnSpPr>
            <a:cxnSpLocks/>
            <a:stCxn id="1520" idx="6"/>
            <a:endCxn id="1518" idx="2"/>
          </p:cNvCxnSpPr>
          <p:nvPr/>
        </p:nvCxnSpPr>
        <p:spPr>
          <a:xfrm flipH="1" flipV="1">
            <a:off x="5205281" y="9166047"/>
            <a:ext cx="45678" cy="1445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524" name="Straight Connector 1523">
            <a:extLst>
              <a:ext uri="{FF2B5EF4-FFF2-40B4-BE49-F238E27FC236}">
                <a16:creationId xmlns:a16="http://schemas.microsoft.com/office/drawing/2014/main" id="{5DD33E55-436E-A959-2252-FD544F99F8D4}"/>
              </a:ext>
            </a:extLst>
          </p:cNvPr>
          <p:cNvCxnSpPr>
            <a:cxnSpLocks/>
            <a:stCxn id="1520" idx="7"/>
            <a:endCxn id="1519" idx="3"/>
          </p:cNvCxnSpPr>
          <p:nvPr/>
        </p:nvCxnSpPr>
        <p:spPr>
          <a:xfrm flipH="1">
            <a:off x="5221446" y="9197720"/>
            <a:ext cx="36208" cy="38105"/>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525" name="Straight Connector 1524">
            <a:extLst>
              <a:ext uri="{FF2B5EF4-FFF2-40B4-BE49-F238E27FC236}">
                <a16:creationId xmlns:a16="http://schemas.microsoft.com/office/drawing/2014/main" id="{95AC8175-4D77-14E2-4691-2AE0B4B721E5}"/>
              </a:ext>
            </a:extLst>
          </p:cNvPr>
          <p:cNvCxnSpPr>
            <a:cxnSpLocks/>
          </p:cNvCxnSpPr>
          <p:nvPr/>
        </p:nvCxnSpPr>
        <p:spPr>
          <a:xfrm flipH="1" flipV="1">
            <a:off x="5289700" y="9202355"/>
            <a:ext cx="16427" cy="4086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526" name="Rectangle 1525">
            <a:extLst>
              <a:ext uri="{FF2B5EF4-FFF2-40B4-BE49-F238E27FC236}">
                <a16:creationId xmlns:a16="http://schemas.microsoft.com/office/drawing/2014/main" id="{CC465D0C-6BD0-B929-FA6E-B87D353E2F0E}"/>
              </a:ext>
            </a:extLst>
          </p:cNvPr>
          <p:cNvSpPr/>
          <p:nvPr/>
        </p:nvSpPr>
        <p:spPr>
          <a:xfrm>
            <a:off x="5018975" y="9141698"/>
            <a:ext cx="49223" cy="135693"/>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527" name="Rectangle 1526">
            <a:extLst>
              <a:ext uri="{FF2B5EF4-FFF2-40B4-BE49-F238E27FC236}">
                <a16:creationId xmlns:a16="http://schemas.microsoft.com/office/drawing/2014/main" id="{93FC9D2D-E2B9-F156-BC8B-815E07919F7E}"/>
              </a:ext>
            </a:extLst>
          </p:cNvPr>
          <p:cNvSpPr/>
          <p:nvPr/>
        </p:nvSpPr>
        <p:spPr>
          <a:xfrm>
            <a:off x="5068198" y="9141830"/>
            <a:ext cx="49223" cy="135693"/>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28" name="Graphic 1527" descr="Paper outline">
            <a:extLst>
              <a:ext uri="{FF2B5EF4-FFF2-40B4-BE49-F238E27FC236}">
                <a16:creationId xmlns:a16="http://schemas.microsoft.com/office/drawing/2014/main" id="{F1EAB324-C4E4-222F-0FD8-67003C34E7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16959" y="9127345"/>
            <a:ext cx="166273" cy="156791"/>
          </a:xfrm>
          <a:prstGeom prst="rect">
            <a:avLst/>
          </a:prstGeom>
        </p:spPr>
      </p:pic>
      <p:pic>
        <p:nvPicPr>
          <p:cNvPr id="1530" name="Graphic 1529" descr="Database outline">
            <a:extLst>
              <a:ext uri="{FF2B5EF4-FFF2-40B4-BE49-F238E27FC236}">
                <a16:creationId xmlns:a16="http://schemas.microsoft.com/office/drawing/2014/main" id="{B2799BD2-07C6-C5A4-34A4-AA1FA8D7426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430416" y="4188099"/>
            <a:ext cx="256018" cy="256018"/>
          </a:xfrm>
          <a:prstGeom prst="rect">
            <a:avLst/>
          </a:prstGeom>
        </p:spPr>
      </p:pic>
      <p:pic>
        <p:nvPicPr>
          <p:cNvPr id="1532" name="Graphic 1531" descr="Cmd Terminal outline">
            <a:extLst>
              <a:ext uri="{FF2B5EF4-FFF2-40B4-BE49-F238E27FC236}">
                <a16:creationId xmlns:a16="http://schemas.microsoft.com/office/drawing/2014/main" id="{9BE57017-D6CA-61B1-A022-5A1A170CC76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204094" y="2958033"/>
            <a:ext cx="994743" cy="994743"/>
          </a:xfrm>
          <a:prstGeom prst="rect">
            <a:avLst/>
          </a:prstGeom>
        </p:spPr>
      </p:pic>
    </p:spTree>
    <p:extLst>
      <p:ext uri="{BB962C8B-B14F-4D97-AF65-F5344CB8AC3E}">
        <p14:creationId xmlns:p14="http://schemas.microsoft.com/office/powerpoint/2010/main" val="288183346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CCDE7-6AAC-B865-7626-4EC6C5AD7527}"/>
            </a:ext>
          </a:extLst>
        </p:cNvPr>
        <p:cNvGrpSpPr/>
        <p:nvPr/>
      </p:nvGrpSpPr>
      <p:grpSpPr>
        <a:xfrm>
          <a:off x="0" y="0"/>
          <a:ext cx="0" cy="0"/>
          <a:chOff x="0" y="0"/>
          <a:chExt cx="0" cy="0"/>
        </a:xfrm>
      </p:grpSpPr>
      <p:sp>
        <p:nvSpPr>
          <p:cNvPr id="447" name="TextBox 446">
            <a:extLst>
              <a:ext uri="{FF2B5EF4-FFF2-40B4-BE49-F238E27FC236}">
                <a16:creationId xmlns:a16="http://schemas.microsoft.com/office/drawing/2014/main" id="{768E2AAD-9B51-299D-FAAD-A086D198E0E1}"/>
              </a:ext>
            </a:extLst>
          </p:cNvPr>
          <p:cNvSpPr txBox="1"/>
          <p:nvPr/>
        </p:nvSpPr>
        <p:spPr>
          <a:xfrm>
            <a:off x="4896952" y="3652985"/>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Tables</a:t>
            </a:r>
          </a:p>
        </p:txBody>
      </p:sp>
      <p:sp>
        <p:nvSpPr>
          <p:cNvPr id="516" name="TextBox 515">
            <a:extLst>
              <a:ext uri="{FF2B5EF4-FFF2-40B4-BE49-F238E27FC236}">
                <a16:creationId xmlns:a16="http://schemas.microsoft.com/office/drawing/2014/main" id="{77BEE63A-B4B6-C5C6-58D4-F007422A8AD2}"/>
              </a:ext>
            </a:extLst>
          </p:cNvPr>
          <p:cNvSpPr txBox="1"/>
          <p:nvPr/>
        </p:nvSpPr>
        <p:spPr>
          <a:xfrm>
            <a:off x="7065143" y="9426883"/>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vig</a:t>
            </a:r>
            <a:r>
              <a:rPr lang="en-US" sz="1000" b="0"/>
              <a:t>/ .</a:t>
            </a:r>
            <a:r>
              <a:rPr lang="en-US" sz="1000" b="0" err="1"/>
              <a:t>Rmd</a:t>
            </a:r>
            <a:endParaRPr kumimoji="0" lang="en-US" sz="1000" b="0" i="0" u="none" strike="noStrike" cap="none" spc="0" normalizeH="0" baseline="0">
              <a:ln>
                <a:noFill/>
              </a:ln>
              <a:solidFill>
                <a:srgbClr val="4C4C4C"/>
              </a:solidFill>
              <a:effectLst/>
              <a:uFillTx/>
              <a:sym typeface="Source Sans Pro"/>
            </a:endParaRPr>
          </a:p>
        </p:txBody>
      </p:sp>
      <p:pic>
        <p:nvPicPr>
          <p:cNvPr id="292" name="Image" descr="Image">
            <a:extLst>
              <a:ext uri="{FF2B5EF4-FFF2-40B4-BE49-F238E27FC236}">
                <a16:creationId xmlns:a16="http://schemas.microsoft.com/office/drawing/2014/main" id="{CAA82A4B-DB2E-0ABD-B112-100A3474C65A}"/>
              </a:ext>
            </a:extLst>
          </p:cNvPr>
          <p:cNvPicPr>
            <a:picLocks noChangeAspect="1"/>
          </p:cNvPicPr>
          <p:nvPr/>
        </p:nvPicPr>
        <p:blipFill>
          <a:blip r:embed="rId3"/>
          <a:stretch>
            <a:fillRect/>
          </a:stretch>
        </p:blipFill>
        <p:spPr>
          <a:xfrm>
            <a:off x="9293201" y="-872888"/>
            <a:ext cx="5121226" cy="2990088"/>
          </a:xfrm>
          <a:prstGeom prst="rect">
            <a:avLst/>
          </a:prstGeom>
          <a:ln w="12700">
            <a:miter lim="400000"/>
          </a:ln>
        </p:spPr>
      </p:pic>
      <p:sp>
        <p:nvSpPr>
          <p:cNvPr id="312" name="Line">
            <a:extLst>
              <a:ext uri="{FF2B5EF4-FFF2-40B4-BE49-F238E27FC236}">
                <a16:creationId xmlns:a16="http://schemas.microsoft.com/office/drawing/2014/main" id="{DFC4898C-D397-BECD-AEE0-B9109D16A07B}"/>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6B045671-737D-ACD6-FE51-BC2B6703245E}"/>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EFB21EDD-27F4-A1EE-BCBF-D75C100637C7}"/>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Pipeline</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80CA9BAB-35C9-8DFA-F3CC-5E2B003CB62B}"/>
              </a:ext>
            </a:extLst>
          </p:cNvPr>
          <p:cNvSpPr txBox="1"/>
          <p:nvPr/>
        </p:nvSpPr>
        <p:spPr>
          <a:xfrm>
            <a:off x="338024" y="1579427"/>
            <a:ext cx="13497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pic>
        <p:nvPicPr>
          <p:cNvPr id="8" name="Picture 7" descr="A picture containing text&#10;&#10;Description automatically generated">
            <a:extLst>
              <a:ext uri="{FF2B5EF4-FFF2-40B4-BE49-F238E27FC236}">
                <a16:creationId xmlns:a16="http://schemas.microsoft.com/office/drawing/2014/main" id="{2B29D042-D507-92C4-45E9-185F09F919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4935C3E5-52AC-AA82-C21B-DCD1D865E843}"/>
              </a:ext>
            </a:extLst>
          </p:cNvPr>
          <p:cNvSpPr txBox="1"/>
          <p:nvPr/>
        </p:nvSpPr>
        <p:spPr>
          <a:xfrm>
            <a:off x="274320" y="1970578"/>
            <a:ext cx="2952178" cy="8134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err="1">
                <a:solidFill>
                  <a:srgbClr val="000000"/>
                </a:solidFill>
                <a:latin typeface="Source Sans Pro" panose="020B0503030403020204" pitchFamily="34" charset="0"/>
                <a:ea typeface="Source Sans Pro" panose="020B0503030403020204" pitchFamily="34" charset="0"/>
                <a:sym typeface="Source Sans Pro Light"/>
              </a:rPr>
              <a:t>Kaiaulu</a:t>
            </a:r>
            <a:r>
              <a:rPr lang="en-US" b="0">
                <a:solidFill>
                  <a:srgbClr val="000000"/>
                </a:solidFill>
                <a:latin typeface="Source Sans Pro" panose="020B0503030403020204" pitchFamily="34" charset="0"/>
                <a:ea typeface="Source Sans Pro" panose="020B0503030403020204" pitchFamily="34" charset="0"/>
                <a:sym typeface="Source Sans Pro Light"/>
              </a:rPr>
              <a:t> supports the download and analysis of multiple sources, such as Git, Jira, and </a:t>
            </a:r>
            <a:r>
              <a:rPr lang="en-US" b="0" err="1">
                <a:solidFill>
                  <a:srgbClr val="000000"/>
                </a:solidFill>
                <a:latin typeface="Source Sans Pro" panose="020B0503030403020204" pitchFamily="34" charset="0"/>
                <a:ea typeface="Source Sans Pro" panose="020B0503030403020204" pitchFamily="34" charset="0"/>
                <a:sym typeface="Source Sans Pro Light"/>
              </a:rPr>
              <a:t>Github</a:t>
            </a:r>
            <a:r>
              <a:rPr lang="en-US" b="0">
                <a:solidFill>
                  <a:srgbClr val="000000"/>
                </a:solidFill>
                <a:latin typeface="Source Sans Pro" panose="020B0503030403020204" pitchFamily="34" charset="0"/>
                <a:ea typeface="Source Sans Pro" panose="020B0503030403020204" pitchFamily="34" charset="0"/>
                <a:sym typeface="Source Sans Pro Light"/>
              </a:rPr>
              <a:t> using tables that are controlled by modules.</a:t>
            </a:r>
            <a:endParaRPr lang="en-US" b="0">
              <a:solidFill>
                <a:srgbClr val="000000"/>
              </a:solidFill>
              <a:latin typeface="Source Sans Pro" panose="020B0503030403020204" pitchFamily="34" charset="0"/>
              <a:ea typeface="Source Sans Pro" panose="020B0503030403020204" pitchFamily="34" charset="0"/>
            </a:endParaRPr>
          </a:p>
        </p:txBody>
      </p:sp>
      <p:sp>
        <p:nvSpPr>
          <p:cNvPr id="424" name="Layout Suggestions">
            <a:extLst>
              <a:ext uri="{FF2B5EF4-FFF2-40B4-BE49-F238E27FC236}">
                <a16:creationId xmlns:a16="http://schemas.microsoft.com/office/drawing/2014/main" id="{7E7149B6-7FAD-7D0A-B4D2-D99CE3E149D3}"/>
              </a:ext>
            </a:extLst>
          </p:cNvPr>
          <p:cNvSpPr txBox="1"/>
          <p:nvPr/>
        </p:nvSpPr>
        <p:spPr>
          <a:xfrm>
            <a:off x="4697781" y="1601280"/>
            <a:ext cx="3892248"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sp>
        <p:nvSpPr>
          <p:cNvPr id="326" name="Manipulate Variables">
            <a:extLst>
              <a:ext uri="{FF2B5EF4-FFF2-40B4-BE49-F238E27FC236}">
                <a16:creationId xmlns:a16="http://schemas.microsoft.com/office/drawing/2014/main" id="{C6A4BC3E-FCF7-9C39-B38C-2EF03F010BD9}"/>
              </a:ext>
            </a:extLst>
          </p:cNvPr>
          <p:cNvSpPr txBox="1"/>
          <p:nvPr/>
        </p:nvSpPr>
        <p:spPr>
          <a:xfrm>
            <a:off x="10462612" y="3942727"/>
            <a:ext cx="1490793"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Notebooks</a:t>
            </a:r>
            <a:endParaRPr/>
          </a:p>
        </p:txBody>
      </p:sp>
      <p:sp>
        <p:nvSpPr>
          <p:cNvPr id="342" name="Create a visual hierarchy. Help users navigate the page with titles, subtitles, and subsubtitles">
            <a:extLst>
              <a:ext uri="{FF2B5EF4-FFF2-40B4-BE49-F238E27FC236}">
                <a16:creationId xmlns:a16="http://schemas.microsoft.com/office/drawing/2014/main" id="{2CC57722-986A-1F95-54CD-BF94EC12F0F3}"/>
              </a:ext>
            </a:extLst>
          </p:cNvPr>
          <p:cNvSpPr txBox="1"/>
          <p:nvPr/>
        </p:nvSpPr>
        <p:spPr>
          <a:xfrm>
            <a:off x="10442280" y="4266011"/>
            <a:ext cx="2974015" cy="44260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Grant’s users' access to the </a:t>
            </a:r>
            <a:r>
              <a:rPr lang="en-US">
                <a:latin typeface="Source Sans Pro" panose="020B0503030403020204" pitchFamily="34" charset="0"/>
                <a:ea typeface="Source Sans Pro" panose="020B0503030403020204" pitchFamily="34" charset="0"/>
              </a:rPr>
              <a:t>modules and the ability to export the analysis preformed</a:t>
            </a:r>
            <a:endParaRPr lang="en-US">
              <a:latin typeface="Source Sans Pro" panose="020B0503030403020204" pitchFamily="34" charset="0"/>
              <a:ea typeface="Source Sans Pro" panose="020B0503030403020204" pitchFamily="34" charset="0"/>
              <a:sym typeface="Source Sans Pro"/>
            </a:endParaRPr>
          </a:p>
        </p:txBody>
      </p:sp>
      <p:sp>
        <p:nvSpPr>
          <p:cNvPr id="513" name="TextBox 512">
            <a:extLst>
              <a:ext uri="{FF2B5EF4-FFF2-40B4-BE49-F238E27FC236}">
                <a16:creationId xmlns:a16="http://schemas.microsoft.com/office/drawing/2014/main" id="{91FA0246-BDF2-8724-39CD-47FB2AC4CC7B}"/>
              </a:ext>
            </a:extLst>
          </p:cNvPr>
          <p:cNvSpPr txBox="1"/>
          <p:nvPr/>
        </p:nvSpPr>
        <p:spPr>
          <a:xfrm>
            <a:off x="4035523" y="5574943"/>
            <a:ext cx="65467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Container</a:t>
            </a:r>
          </a:p>
        </p:txBody>
      </p:sp>
      <p:sp>
        <p:nvSpPr>
          <p:cNvPr id="529" name="Manipulate Variables">
            <a:extLst>
              <a:ext uri="{FF2B5EF4-FFF2-40B4-BE49-F238E27FC236}">
                <a16:creationId xmlns:a16="http://schemas.microsoft.com/office/drawing/2014/main" id="{15E28BF5-8EF9-1784-0790-2B6206D03B1F}"/>
              </a:ext>
            </a:extLst>
          </p:cNvPr>
          <p:cNvSpPr txBox="1"/>
          <p:nvPr/>
        </p:nvSpPr>
        <p:spPr>
          <a:xfrm>
            <a:off x="321610" y="3072080"/>
            <a:ext cx="160620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sz="2500"/>
              <a:t>Data Tables</a:t>
            </a:r>
            <a:endParaRPr sz="2500">
              <a:solidFill>
                <a:schemeClr val="tx2"/>
              </a:solidFill>
            </a:endParaRPr>
          </a:p>
        </p:txBody>
      </p:sp>
      <p:sp>
        <p:nvSpPr>
          <p:cNvPr id="530" name="Create a visual hierarchy. Help users navigate the page with titles, subtitles, and subsubtitles">
            <a:extLst>
              <a:ext uri="{FF2B5EF4-FFF2-40B4-BE49-F238E27FC236}">
                <a16:creationId xmlns:a16="http://schemas.microsoft.com/office/drawing/2014/main" id="{6471AD59-C5BA-73B1-6D37-8EAEBAD63CAF}"/>
              </a:ext>
            </a:extLst>
          </p:cNvPr>
          <p:cNvSpPr txBox="1"/>
          <p:nvPr/>
        </p:nvSpPr>
        <p:spPr>
          <a:xfrm>
            <a:off x="275721" y="3414874"/>
            <a:ext cx="2952178" cy="775003"/>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Tables can be used to connect modules based on </a:t>
            </a:r>
            <a:r>
              <a:rPr lang="en-US">
                <a:solidFill>
                  <a:schemeClr val="accent2"/>
                </a:solidFill>
                <a:latin typeface="Source Sans Pro" panose="020B0503030403020204" pitchFamily="34" charset="0"/>
                <a:ea typeface="Source Sans Pro" panose="020B0503030403020204" pitchFamily="34" charset="0"/>
              </a:rPr>
              <a:t>columns</a:t>
            </a:r>
            <a:r>
              <a:rPr lang="en-US">
                <a:latin typeface="Source Sans Pro" panose="020B0503030403020204" pitchFamily="34" charset="0"/>
                <a:ea typeface="Source Sans Pro" panose="020B0503030403020204" pitchFamily="34" charset="0"/>
              </a:rPr>
              <a:t> seen with the </a:t>
            </a:r>
            <a:r>
              <a:rPr lang="en-US">
                <a:solidFill>
                  <a:schemeClr val="accent1">
                    <a:lumMod val="50000"/>
                  </a:schemeClr>
                </a:solidFill>
                <a:latin typeface="Source Sans Pro" panose="020B0503030403020204" pitchFamily="34" charset="0"/>
                <a:ea typeface="Source Sans Pro" panose="020B0503030403020204" pitchFamily="34" charset="0"/>
              </a:rPr>
              <a:t>dark blue row</a:t>
            </a:r>
            <a:r>
              <a:rPr lang="en-US">
                <a:latin typeface="Source Sans Pro" panose="020B0503030403020204" pitchFamily="34" charset="0"/>
                <a:ea typeface="Source Sans Pro" panose="020B0503030403020204" pitchFamily="34" charset="0"/>
              </a:rPr>
              <a:t>.</a:t>
            </a:r>
            <a:r>
              <a:rPr lang="en-US" b="0">
                <a:solidFill>
                  <a:srgbClr val="000000"/>
                </a:solidFill>
                <a:latin typeface="Source Sans Pro" panose="020B0503030403020204" pitchFamily="34" charset="0"/>
                <a:ea typeface="Source Sans Pro" panose="020B0503030403020204" pitchFamily="34" charset="0"/>
                <a:sym typeface="Source Sans Pro Light"/>
              </a:rPr>
              <a:t> Kaiaulu uses .csv format for the tables with plans to expand other formats later.</a:t>
            </a:r>
            <a:endParaRPr>
              <a:latin typeface="Source Sans Pro" panose="020B0503030403020204" pitchFamily="34" charset="0"/>
              <a:ea typeface="Source Sans Pro" panose="020B0503030403020204" pitchFamily="34" charset="0"/>
              <a:sym typeface="Source Sans Pro"/>
            </a:endParaRPr>
          </a:p>
        </p:txBody>
      </p:sp>
      <p:sp>
        <p:nvSpPr>
          <p:cNvPr id="5" name="TextBox 4">
            <a:extLst>
              <a:ext uri="{FF2B5EF4-FFF2-40B4-BE49-F238E27FC236}">
                <a16:creationId xmlns:a16="http://schemas.microsoft.com/office/drawing/2014/main" id="{6D3D3664-1882-A763-853A-6264479C1412}"/>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5">
                  <a:extLst>
                    <a:ext uri="{A12FA001-AC4F-418D-AE19-62706E023703}">
                      <ahyp:hlinkClr xmlns:ahyp="http://schemas.microsoft.com/office/drawing/2018/hyperlinkcolor" val="tx"/>
                    </a:ext>
                  </a:extLst>
                </a:hlinkClick>
              </a:rPr>
              <a:t>CC BY SA</a:t>
            </a:r>
            <a:r>
              <a:rPr lang="en-US" sz="1000" b="0">
                <a:solidFill>
                  <a:schemeClr val="tx1"/>
                </a:solidFill>
              </a:rPr>
              <a:t> John Flinn</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547" name="Connector: Elbow 546">
            <a:extLst>
              <a:ext uri="{FF2B5EF4-FFF2-40B4-BE49-F238E27FC236}">
                <a16:creationId xmlns:a16="http://schemas.microsoft.com/office/drawing/2014/main" id="{47D7ABBF-17FF-BC0C-0216-2EB387822EDA}"/>
              </a:ext>
            </a:extLst>
          </p:cNvPr>
          <p:cNvCxnSpPr>
            <a:cxnSpLocks/>
            <a:endCxn id="447" idx="1"/>
          </p:cNvCxnSpPr>
          <p:nvPr/>
        </p:nvCxnSpPr>
        <p:spPr>
          <a:xfrm flipV="1">
            <a:off x="3227899" y="3797856"/>
            <a:ext cx="1669053" cy="4520"/>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Connector: Elbow 555">
            <a:extLst>
              <a:ext uri="{FF2B5EF4-FFF2-40B4-BE49-F238E27FC236}">
                <a16:creationId xmlns:a16="http://schemas.microsoft.com/office/drawing/2014/main" id="{1F4CDEF0-EEAB-2AD8-C460-CAF0F34A38EE}"/>
              </a:ext>
            </a:extLst>
          </p:cNvPr>
          <p:cNvCxnSpPr>
            <a:cxnSpLocks/>
            <a:endCxn id="827" idx="1"/>
          </p:cNvCxnSpPr>
          <p:nvPr/>
        </p:nvCxnSpPr>
        <p:spPr>
          <a:xfrm flipV="1">
            <a:off x="3211360" y="4217038"/>
            <a:ext cx="1116152" cy="2084180"/>
          </a:xfrm>
          <a:prstGeom prst="bentConnector3">
            <a:avLst>
              <a:gd name="adj1" fmla="val 2536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3" name="Graphic 2" descr="Paper outline">
            <a:extLst>
              <a:ext uri="{FF2B5EF4-FFF2-40B4-BE49-F238E27FC236}">
                <a16:creationId xmlns:a16="http://schemas.microsoft.com/office/drawing/2014/main" id="{705CA852-4E7C-E114-3B9F-5D7DCD7A8DE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75664" y="8605791"/>
            <a:ext cx="1596664" cy="1596664"/>
          </a:xfrm>
          <a:prstGeom prst="rect">
            <a:avLst/>
          </a:prstGeom>
        </p:spPr>
      </p:pic>
      <p:sp>
        <p:nvSpPr>
          <p:cNvPr id="4" name="TextBox 3">
            <a:extLst>
              <a:ext uri="{FF2B5EF4-FFF2-40B4-BE49-F238E27FC236}">
                <a16:creationId xmlns:a16="http://schemas.microsoft.com/office/drawing/2014/main" id="{8C126365-A905-EE41-B681-640D6599E36C}"/>
              </a:ext>
            </a:extLst>
          </p:cNvPr>
          <p:cNvSpPr txBox="1"/>
          <p:nvPr/>
        </p:nvSpPr>
        <p:spPr>
          <a:xfrm>
            <a:off x="6035592" y="9418923"/>
            <a:ext cx="108813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b</a:t>
            </a:r>
            <a:r>
              <a:rPr kumimoji="0" lang="en-US" sz="1000" b="0" i="0" u="none" strike="noStrike" cap="none" spc="0" normalizeH="0" baseline="0" err="1">
                <a:ln>
                  <a:noFill/>
                </a:ln>
                <a:solidFill>
                  <a:srgbClr val="4C4C4C"/>
                </a:solidFill>
                <a:effectLst/>
                <a:uFillTx/>
                <a:sym typeface="Source Sans Pro"/>
              </a:rPr>
              <a:t>ug_count.Rmd</a:t>
            </a:r>
            <a:endParaRPr kumimoji="0" lang="en-US" sz="1000" b="0" i="0" u="none" strike="noStrike" cap="none" spc="0" normalizeH="0" baseline="0">
              <a:ln>
                <a:noFill/>
              </a:ln>
              <a:solidFill>
                <a:srgbClr val="4C4C4C"/>
              </a:solidFill>
              <a:effectLst/>
              <a:uFillTx/>
              <a:sym typeface="Source Sans Pro"/>
            </a:endParaRPr>
          </a:p>
        </p:txBody>
      </p:sp>
      <p:graphicFrame>
        <p:nvGraphicFramePr>
          <p:cNvPr id="14" name="Table">
            <a:extLst>
              <a:ext uri="{FF2B5EF4-FFF2-40B4-BE49-F238E27FC236}">
                <a16:creationId xmlns:a16="http://schemas.microsoft.com/office/drawing/2014/main" id="{3FFAA621-0EB2-5D71-3911-634AE65EBF79}"/>
              </a:ext>
            </a:extLst>
          </p:cNvPr>
          <p:cNvGraphicFramePr/>
          <p:nvPr>
            <p:extLst>
              <p:ext uri="{D42A27DB-BD31-4B8C-83A1-F6EECF244321}">
                <p14:modId xmlns:p14="http://schemas.microsoft.com/office/powerpoint/2010/main" val="3228109707"/>
              </p:ext>
            </p:extLst>
          </p:nvPr>
        </p:nvGraphicFramePr>
        <p:xfrm>
          <a:off x="5594402" y="3671507"/>
          <a:ext cx="269392" cy="42672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8534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graphicFrame>
        <p:nvGraphicFramePr>
          <p:cNvPr id="23" name="Table">
            <a:extLst>
              <a:ext uri="{FF2B5EF4-FFF2-40B4-BE49-F238E27FC236}">
                <a16:creationId xmlns:a16="http://schemas.microsoft.com/office/drawing/2014/main" id="{ABBDE390-5E9C-E22B-4014-A431478BBB45}"/>
              </a:ext>
            </a:extLst>
          </p:cNvPr>
          <p:cNvGraphicFramePr/>
          <p:nvPr>
            <p:extLst>
              <p:ext uri="{D42A27DB-BD31-4B8C-83A1-F6EECF244321}">
                <p14:modId xmlns:p14="http://schemas.microsoft.com/office/powerpoint/2010/main" val="2495835044"/>
              </p:ext>
            </p:extLst>
          </p:nvPr>
        </p:nvGraphicFramePr>
        <p:xfrm>
          <a:off x="5952039" y="3660511"/>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34" name="Rectangle 33">
            <a:extLst>
              <a:ext uri="{FF2B5EF4-FFF2-40B4-BE49-F238E27FC236}">
                <a16:creationId xmlns:a16="http://schemas.microsoft.com/office/drawing/2014/main" id="{9290EF30-A561-98F4-F39E-A869AF5F835F}"/>
              </a:ext>
            </a:extLst>
          </p:cNvPr>
          <p:cNvSpPr/>
          <p:nvPr/>
        </p:nvSpPr>
        <p:spPr>
          <a:xfrm>
            <a:off x="5550649" y="3609106"/>
            <a:ext cx="911592" cy="540616"/>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56" name="Straight Arrow Connector 55">
            <a:extLst>
              <a:ext uri="{FF2B5EF4-FFF2-40B4-BE49-F238E27FC236}">
                <a16:creationId xmlns:a16="http://schemas.microsoft.com/office/drawing/2014/main" id="{5B084411-CA35-D187-3932-F352E26C5B5A}"/>
              </a:ext>
            </a:extLst>
          </p:cNvPr>
          <p:cNvCxnSpPr>
            <a:cxnSpLocks/>
          </p:cNvCxnSpPr>
          <p:nvPr/>
        </p:nvCxnSpPr>
        <p:spPr>
          <a:xfrm>
            <a:off x="6393765" y="3704264"/>
            <a:ext cx="1699802" cy="0"/>
          </a:xfrm>
          <a:prstGeom prst="straightConnector1">
            <a:avLst/>
          </a:prstGeom>
          <a:noFill/>
          <a:ln w="25400" cap="flat">
            <a:solidFill>
              <a:schemeClr val="accent2"/>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pic>
        <p:nvPicPr>
          <p:cNvPr id="462" name="Graphic 461" descr="Paper outline">
            <a:extLst>
              <a:ext uri="{FF2B5EF4-FFF2-40B4-BE49-F238E27FC236}">
                <a16:creationId xmlns:a16="http://schemas.microsoft.com/office/drawing/2014/main" id="{6804D20D-5F9F-3807-B7C7-1CA5F59FB2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38798" y="5012945"/>
            <a:ext cx="703352" cy="663244"/>
          </a:xfrm>
          <a:prstGeom prst="rect">
            <a:avLst/>
          </a:prstGeom>
        </p:spPr>
      </p:pic>
      <p:pic>
        <p:nvPicPr>
          <p:cNvPr id="463" name="Graphic 462" descr="Paper outline">
            <a:extLst>
              <a:ext uri="{FF2B5EF4-FFF2-40B4-BE49-F238E27FC236}">
                <a16:creationId xmlns:a16="http://schemas.microsoft.com/office/drawing/2014/main" id="{C05F9918-D7F4-A2BB-4EC9-831DEC24ACE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57838" y="5016940"/>
            <a:ext cx="703352" cy="663244"/>
          </a:xfrm>
          <a:prstGeom prst="rect">
            <a:avLst/>
          </a:prstGeom>
        </p:spPr>
      </p:pic>
      <p:pic>
        <p:nvPicPr>
          <p:cNvPr id="464" name="Graphic 463" descr="Paper outline">
            <a:extLst>
              <a:ext uri="{FF2B5EF4-FFF2-40B4-BE49-F238E27FC236}">
                <a16:creationId xmlns:a16="http://schemas.microsoft.com/office/drawing/2014/main" id="{1F7DA3FE-D92E-5081-A765-BCBE99D815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11344" y="5023555"/>
            <a:ext cx="703352" cy="663244"/>
          </a:xfrm>
          <a:prstGeom prst="rect">
            <a:avLst/>
          </a:prstGeom>
        </p:spPr>
      </p:pic>
      <p:sp>
        <p:nvSpPr>
          <p:cNvPr id="467" name="TextBox 466">
            <a:extLst>
              <a:ext uri="{FF2B5EF4-FFF2-40B4-BE49-F238E27FC236}">
                <a16:creationId xmlns:a16="http://schemas.microsoft.com/office/drawing/2014/main" id="{0D188AB4-BF8A-845B-E259-280FBCFC16F4}"/>
              </a:ext>
            </a:extLst>
          </p:cNvPr>
          <p:cNvSpPr txBox="1"/>
          <p:nvPr/>
        </p:nvSpPr>
        <p:spPr>
          <a:xfrm>
            <a:off x="4833707" y="5237632"/>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exec</a:t>
            </a:r>
          </a:p>
        </p:txBody>
      </p:sp>
      <p:sp>
        <p:nvSpPr>
          <p:cNvPr id="469" name="TextBox 468">
            <a:extLst>
              <a:ext uri="{FF2B5EF4-FFF2-40B4-BE49-F238E27FC236}">
                <a16:creationId xmlns:a16="http://schemas.microsoft.com/office/drawing/2014/main" id="{769CF823-5B3D-CBBC-4CCB-FC5590D2DAEE}"/>
              </a:ext>
            </a:extLst>
          </p:cNvPr>
          <p:cNvSpPr txBox="1"/>
          <p:nvPr/>
        </p:nvSpPr>
        <p:spPr>
          <a:xfrm>
            <a:off x="5352106" y="5237632"/>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test</a:t>
            </a:r>
            <a:endParaRPr kumimoji="0" lang="en-US" sz="1000" b="0" i="0" u="none" strike="noStrike" cap="none" spc="0" normalizeH="0" baseline="0">
              <a:ln>
                <a:noFill/>
              </a:ln>
              <a:solidFill>
                <a:srgbClr val="4C4C4C"/>
              </a:solidFill>
              <a:effectLst/>
              <a:uFillTx/>
              <a:sym typeface="Source Sans Pro"/>
            </a:endParaRPr>
          </a:p>
        </p:txBody>
      </p:sp>
      <p:sp>
        <p:nvSpPr>
          <p:cNvPr id="474" name="TextBox 473">
            <a:extLst>
              <a:ext uri="{FF2B5EF4-FFF2-40B4-BE49-F238E27FC236}">
                <a16:creationId xmlns:a16="http://schemas.microsoft.com/office/drawing/2014/main" id="{EA2619DC-B146-B7F9-E31F-CBA854A09CB1}"/>
              </a:ext>
            </a:extLst>
          </p:cNvPr>
          <p:cNvSpPr txBox="1"/>
          <p:nvPr/>
        </p:nvSpPr>
        <p:spPr>
          <a:xfrm>
            <a:off x="5873155" y="524157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cxnSp>
        <p:nvCxnSpPr>
          <p:cNvPr id="487" name="Straight Connector 486">
            <a:extLst>
              <a:ext uri="{FF2B5EF4-FFF2-40B4-BE49-F238E27FC236}">
                <a16:creationId xmlns:a16="http://schemas.microsoft.com/office/drawing/2014/main" id="{41B649E9-ED14-61D5-8C9B-FE997C18B99F}"/>
              </a:ext>
            </a:extLst>
          </p:cNvPr>
          <p:cNvCxnSpPr>
            <a:cxnSpLocks/>
          </p:cNvCxnSpPr>
          <p:nvPr/>
        </p:nvCxnSpPr>
        <p:spPr>
          <a:xfrm flipH="1">
            <a:off x="4692548" y="4149722"/>
            <a:ext cx="850390" cy="466983"/>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98" name="Straight Connector 497">
            <a:extLst>
              <a:ext uri="{FF2B5EF4-FFF2-40B4-BE49-F238E27FC236}">
                <a16:creationId xmlns:a16="http://schemas.microsoft.com/office/drawing/2014/main" id="{D4218448-DB7E-FEF2-2A1D-8679D9B420F3}"/>
              </a:ext>
            </a:extLst>
          </p:cNvPr>
          <p:cNvCxnSpPr>
            <a:cxnSpLocks/>
          </p:cNvCxnSpPr>
          <p:nvPr/>
        </p:nvCxnSpPr>
        <p:spPr>
          <a:xfrm>
            <a:off x="6469952" y="4135186"/>
            <a:ext cx="0" cy="488134"/>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2" name="Straight Connector 501">
            <a:extLst>
              <a:ext uri="{FF2B5EF4-FFF2-40B4-BE49-F238E27FC236}">
                <a16:creationId xmlns:a16="http://schemas.microsoft.com/office/drawing/2014/main" id="{54401979-D2EA-1DDA-80BB-85601C7792FF}"/>
              </a:ext>
            </a:extLst>
          </p:cNvPr>
          <p:cNvCxnSpPr>
            <a:cxnSpLocks/>
          </p:cNvCxnSpPr>
          <p:nvPr/>
        </p:nvCxnSpPr>
        <p:spPr>
          <a:xfrm>
            <a:off x="8892750" y="4112741"/>
            <a:ext cx="4211" cy="503964"/>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4" name="Straight Connector 503">
            <a:extLst>
              <a:ext uri="{FF2B5EF4-FFF2-40B4-BE49-F238E27FC236}">
                <a16:creationId xmlns:a16="http://schemas.microsoft.com/office/drawing/2014/main" id="{0906D28F-30DE-11DB-7F6B-F5B4C6F3A4E4}"/>
              </a:ext>
            </a:extLst>
          </p:cNvPr>
          <p:cNvCxnSpPr>
            <a:cxnSpLocks/>
          </p:cNvCxnSpPr>
          <p:nvPr/>
        </p:nvCxnSpPr>
        <p:spPr>
          <a:xfrm flipH="1">
            <a:off x="7119557" y="4103828"/>
            <a:ext cx="917232" cy="540568"/>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36" name="Connector: Elbow 535">
            <a:extLst>
              <a:ext uri="{FF2B5EF4-FFF2-40B4-BE49-F238E27FC236}">
                <a16:creationId xmlns:a16="http://schemas.microsoft.com/office/drawing/2014/main" id="{5D46B594-BE0D-9891-822E-123710ACF3BB}"/>
              </a:ext>
            </a:extLst>
          </p:cNvPr>
          <p:cNvCxnSpPr>
            <a:cxnSpLocks/>
            <a:endCxn id="516" idx="3"/>
          </p:cNvCxnSpPr>
          <p:nvPr/>
        </p:nvCxnSpPr>
        <p:spPr>
          <a:xfrm rot="10800000" flipV="1">
            <a:off x="7736020" y="4487314"/>
            <a:ext cx="2706261" cy="5084440"/>
          </a:xfrm>
          <a:prstGeom prst="bentConnector3">
            <a:avLst>
              <a:gd name="adj1" fmla="val 40504"/>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aphicFrame>
        <p:nvGraphicFramePr>
          <p:cNvPr id="601" name="Table">
            <a:extLst>
              <a:ext uri="{FF2B5EF4-FFF2-40B4-BE49-F238E27FC236}">
                <a16:creationId xmlns:a16="http://schemas.microsoft.com/office/drawing/2014/main" id="{0EFEB2D5-CB1A-251C-BB26-2D5D6AF49CE2}"/>
              </a:ext>
            </a:extLst>
          </p:cNvPr>
          <p:cNvGraphicFramePr/>
          <p:nvPr>
            <p:extLst>
              <p:ext uri="{D42A27DB-BD31-4B8C-83A1-F6EECF244321}">
                <p14:modId xmlns:p14="http://schemas.microsoft.com/office/powerpoint/2010/main" val="1734587169"/>
              </p:ext>
            </p:extLst>
          </p:nvPr>
        </p:nvGraphicFramePr>
        <p:xfrm>
          <a:off x="8105413" y="3630945"/>
          <a:ext cx="306944" cy="44586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sp>
        <p:nvSpPr>
          <p:cNvPr id="609" name="Manipulate Variables">
            <a:extLst>
              <a:ext uri="{FF2B5EF4-FFF2-40B4-BE49-F238E27FC236}">
                <a16:creationId xmlns:a16="http://schemas.microsoft.com/office/drawing/2014/main" id="{DCFDA244-905D-78CF-70BA-6C3F49304074}"/>
              </a:ext>
            </a:extLst>
          </p:cNvPr>
          <p:cNvSpPr txBox="1"/>
          <p:nvPr/>
        </p:nvSpPr>
        <p:spPr>
          <a:xfrm>
            <a:off x="305458" y="5656787"/>
            <a:ext cx="1455527"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Data Layer</a:t>
            </a:r>
            <a:endParaRPr/>
          </a:p>
        </p:txBody>
      </p:sp>
      <p:sp>
        <p:nvSpPr>
          <p:cNvPr id="610" name="Create a visual hierarchy. Help users navigate the page with titles, subtitles, and subsubtitles">
            <a:extLst>
              <a:ext uri="{FF2B5EF4-FFF2-40B4-BE49-F238E27FC236}">
                <a16:creationId xmlns:a16="http://schemas.microsoft.com/office/drawing/2014/main" id="{500A587B-EB9C-7149-3B9C-9630CC7DD5F2}"/>
              </a:ext>
            </a:extLst>
          </p:cNvPr>
          <p:cNvSpPr txBox="1"/>
          <p:nvPr/>
        </p:nvSpPr>
        <p:spPr>
          <a:xfrm>
            <a:off x="259182" y="5996816"/>
            <a:ext cx="2952178" cy="608804"/>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Tables live separate from the modules to prevent users from directly changing the tables.</a:t>
            </a:r>
            <a:endParaRPr>
              <a:latin typeface="Source Sans Pro" panose="020B0503030403020204" pitchFamily="34" charset="0"/>
              <a:ea typeface="Source Sans Pro" panose="020B0503030403020204" pitchFamily="34" charset="0"/>
              <a:sym typeface="Source Sans Pro"/>
            </a:endParaRPr>
          </a:p>
        </p:txBody>
      </p:sp>
      <p:sp>
        <p:nvSpPr>
          <p:cNvPr id="623" name="Oval 622">
            <a:extLst>
              <a:ext uri="{FF2B5EF4-FFF2-40B4-BE49-F238E27FC236}">
                <a16:creationId xmlns:a16="http://schemas.microsoft.com/office/drawing/2014/main" id="{9D0BC7D7-9944-7D30-FD51-5BB6A79FF830}"/>
              </a:ext>
            </a:extLst>
          </p:cNvPr>
          <p:cNvSpPr/>
          <p:nvPr/>
        </p:nvSpPr>
        <p:spPr>
          <a:xfrm>
            <a:off x="4983572" y="6414016"/>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24" name="Oval 623">
            <a:extLst>
              <a:ext uri="{FF2B5EF4-FFF2-40B4-BE49-F238E27FC236}">
                <a16:creationId xmlns:a16="http://schemas.microsoft.com/office/drawing/2014/main" id="{ED506544-6CD1-F07D-6DC5-FA604492D631}"/>
              </a:ext>
            </a:extLst>
          </p:cNvPr>
          <p:cNvSpPr/>
          <p:nvPr/>
        </p:nvSpPr>
        <p:spPr>
          <a:xfrm>
            <a:off x="5489320" y="6424705"/>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25" name="Oval 624">
            <a:extLst>
              <a:ext uri="{FF2B5EF4-FFF2-40B4-BE49-F238E27FC236}">
                <a16:creationId xmlns:a16="http://schemas.microsoft.com/office/drawing/2014/main" id="{1A29E8D9-00FE-EBC8-453E-433E3B7DEE6C}"/>
              </a:ext>
            </a:extLst>
          </p:cNvPr>
          <p:cNvSpPr/>
          <p:nvPr/>
        </p:nvSpPr>
        <p:spPr>
          <a:xfrm>
            <a:off x="5384198" y="6045242"/>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26" name="Oval 625">
            <a:extLst>
              <a:ext uri="{FF2B5EF4-FFF2-40B4-BE49-F238E27FC236}">
                <a16:creationId xmlns:a16="http://schemas.microsoft.com/office/drawing/2014/main" id="{8C5B2E0F-5082-77A9-834A-741F84949C2B}"/>
              </a:ext>
            </a:extLst>
          </p:cNvPr>
          <p:cNvSpPr/>
          <p:nvPr/>
        </p:nvSpPr>
        <p:spPr>
          <a:xfrm>
            <a:off x="6036890" y="5969909"/>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27" name="Oval 626">
            <a:extLst>
              <a:ext uri="{FF2B5EF4-FFF2-40B4-BE49-F238E27FC236}">
                <a16:creationId xmlns:a16="http://schemas.microsoft.com/office/drawing/2014/main" id="{69B2889B-2758-7444-713C-D9C4D2B867C2}"/>
              </a:ext>
            </a:extLst>
          </p:cNvPr>
          <p:cNvSpPr/>
          <p:nvPr/>
        </p:nvSpPr>
        <p:spPr>
          <a:xfrm>
            <a:off x="5893573" y="6515929"/>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628" name="Straight Connector 627">
            <a:extLst>
              <a:ext uri="{FF2B5EF4-FFF2-40B4-BE49-F238E27FC236}">
                <a16:creationId xmlns:a16="http://schemas.microsoft.com/office/drawing/2014/main" id="{65134D26-2121-7291-2A9F-C1A4D1F2CD2B}"/>
              </a:ext>
            </a:extLst>
          </p:cNvPr>
          <p:cNvCxnSpPr>
            <a:cxnSpLocks/>
            <a:stCxn id="623" idx="7"/>
            <a:endCxn id="625" idx="3"/>
          </p:cNvCxnSpPr>
          <p:nvPr/>
        </p:nvCxnSpPr>
        <p:spPr>
          <a:xfrm flipV="1">
            <a:off x="5104793" y="6174365"/>
            <a:ext cx="300203" cy="261805"/>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29" name="Straight Connector 628">
            <a:extLst>
              <a:ext uri="{FF2B5EF4-FFF2-40B4-BE49-F238E27FC236}">
                <a16:creationId xmlns:a16="http://schemas.microsoft.com/office/drawing/2014/main" id="{A981C98F-4EC8-FA7F-A7EC-68351617C9A4}"/>
              </a:ext>
            </a:extLst>
          </p:cNvPr>
          <p:cNvCxnSpPr>
            <a:cxnSpLocks/>
            <a:stCxn id="624" idx="0"/>
            <a:endCxn id="625" idx="4"/>
          </p:cNvCxnSpPr>
          <p:nvPr/>
        </p:nvCxnSpPr>
        <p:spPr>
          <a:xfrm flipH="1" flipV="1">
            <a:off x="5455208" y="6196519"/>
            <a:ext cx="105122" cy="22818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0" name="Straight Connector 629">
            <a:extLst>
              <a:ext uri="{FF2B5EF4-FFF2-40B4-BE49-F238E27FC236}">
                <a16:creationId xmlns:a16="http://schemas.microsoft.com/office/drawing/2014/main" id="{E1BFC277-D913-E9FC-0006-CBFA0AC000C6}"/>
              </a:ext>
            </a:extLst>
          </p:cNvPr>
          <p:cNvCxnSpPr>
            <a:cxnSpLocks/>
            <a:stCxn id="626" idx="2"/>
            <a:endCxn id="625" idx="6"/>
          </p:cNvCxnSpPr>
          <p:nvPr/>
        </p:nvCxnSpPr>
        <p:spPr>
          <a:xfrm flipH="1">
            <a:off x="5526217" y="6045548"/>
            <a:ext cx="510673" cy="7533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1" name="Straight Connector 630">
            <a:extLst>
              <a:ext uri="{FF2B5EF4-FFF2-40B4-BE49-F238E27FC236}">
                <a16:creationId xmlns:a16="http://schemas.microsoft.com/office/drawing/2014/main" id="{5E917863-0ED1-C905-ABD4-088B880FB0B3}"/>
              </a:ext>
            </a:extLst>
          </p:cNvPr>
          <p:cNvCxnSpPr>
            <a:cxnSpLocks/>
            <a:stCxn id="627" idx="0"/>
            <a:endCxn id="626" idx="4"/>
          </p:cNvCxnSpPr>
          <p:nvPr/>
        </p:nvCxnSpPr>
        <p:spPr>
          <a:xfrm flipV="1">
            <a:off x="5964583" y="6121186"/>
            <a:ext cx="143317" cy="39474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32" name="TextBox 631">
            <a:extLst>
              <a:ext uri="{FF2B5EF4-FFF2-40B4-BE49-F238E27FC236}">
                <a16:creationId xmlns:a16="http://schemas.microsoft.com/office/drawing/2014/main" id="{2A37A7B8-B332-137C-8918-41BBE150BB1D}"/>
              </a:ext>
            </a:extLst>
          </p:cNvPr>
          <p:cNvSpPr txBox="1"/>
          <p:nvPr/>
        </p:nvSpPr>
        <p:spPr>
          <a:xfrm>
            <a:off x="4887315" y="5880742"/>
            <a:ext cx="68201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827" name="TextBox 826">
            <a:extLst>
              <a:ext uri="{FF2B5EF4-FFF2-40B4-BE49-F238E27FC236}">
                <a16:creationId xmlns:a16="http://schemas.microsoft.com/office/drawing/2014/main" id="{5A30899E-6172-3EC7-5ECA-099DC8DE6561}"/>
              </a:ext>
            </a:extLst>
          </p:cNvPr>
          <p:cNvSpPr txBox="1"/>
          <p:nvPr/>
        </p:nvSpPr>
        <p:spPr>
          <a:xfrm>
            <a:off x="4327512" y="4072167"/>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Layer</a:t>
            </a:r>
            <a:endParaRPr kumimoji="0" lang="en-US" sz="1000" b="0" i="0" u="none" strike="noStrike" cap="none" spc="0" normalizeH="0" baseline="0">
              <a:ln>
                <a:noFill/>
              </a:ln>
              <a:solidFill>
                <a:srgbClr val="4C4C4C"/>
              </a:solidFill>
              <a:effectLst/>
              <a:uFillTx/>
              <a:sym typeface="Source Sans Pro"/>
            </a:endParaRPr>
          </a:p>
        </p:txBody>
      </p:sp>
      <p:cxnSp>
        <p:nvCxnSpPr>
          <p:cNvPr id="836" name="Connector: Elbow 835">
            <a:extLst>
              <a:ext uri="{FF2B5EF4-FFF2-40B4-BE49-F238E27FC236}">
                <a16:creationId xmlns:a16="http://schemas.microsoft.com/office/drawing/2014/main" id="{FCB9678F-9697-FCC2-D015-82FECAB20FD4}"/>
              </a:ext>
            </a:extLst>
          </p:cNvPr>
          <p:cNvCxnSpPr>
            <a:cxnSpLocks/>
            <a:endCxn id="513" idx="1"/>
          </p:cNvCxnSpPr>
          <p:nvPr/>
        </p:nvCxnSpPr>
        <p:spPr>
          <a:xfrm flipV="1">
            <a:off x="3414239" y="5719814"/>
            <a:ext cx="621284" cy="1655008"/>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852" name="TextBox 851">
            <a:extLst>
              <a:ext uri="{FF2B5EF4-FFF2-40B4-BE49-F238E27FC236}">
                <a16:creationId xmlns:a16="http://schemas.microsoft.com/office/drawing/2014/main" id="{F3540439-A4F5-FD64-5C7C-F7760437F6D9}"/>
              </a:ext>
            </a:extLst>
          </p:cNvPr>
          <p:cNvSpPr txBox="1"/>
          <p:nvPr/>
        </p:nvSpPr>
        <p:spPr>
          <a:xfrm>
            <a:off x="8027586" y="2615210"/>
            <a:ext cx="75086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Raw Data</a:t>
            </a:r>
            <a:endParaRPr kumimoji="0" lang="en-US" sz="1000" b="0" i="0" u="none" strike="noStrike" cap="none" spc="0" normalizeH="0" baseline="0">
              <a:ln>
                <a:noFill/>
              </a:ln>
              <a:solidFill>
                <a:srgbClr val="4C4C4C"/>
              </a:solidFill>
              <a:effectLst/>
              <a:uFillTx/>
              <a:sym typeface="Source Sans Pro"/>
            </a:endParaRPr>
          </a:p>
        </p:txBody>
      </p:sp>
      <p:sp>
        <p:nvSpPr>
          <p:cNvPr id="861" name="TextBox 860">
            <a:extLst>
              <a:ext uri="{FF2B5EF4-FFF2-40B4-BE49-F238E27FC236}">
                <a16:creationId xmlns:a16="http://schemas.microsoft.com/office/drawing/2014/main" id="{55906D50-6CB0-C15A-C67A-C02051CEAA70}"/>
              </a:ext>
            </a:extLst>
          </p:cNvPr>
          <p:cNvSpPr txBox="1"/>
          <p:nvPr/>
        </p:nvSpPr>
        <p:spPr>
          <a:xfrm>
            <a:off x="6856055" y="3365127"/>
            <a:ext cx="8085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accent2"/>
                </a:solidFill>
                <a:effectLst/>
                <a:uFillTx/>
                <a:sym typeface="Source Sans Pro"/>
              </a:rPr>
              <a:t>Connection</a:t>
            </a:r>
          </a:p>
        </p:txBody>
      </p:sp>
      <p:sp>
        <p:nvSpPr>
          <p:cNvPr id="42" name="Rectangle 41">
            <a:extLst>
              <a:ext uri="{FF2B5EF4-FFF2-40B4-BE49-F238E27FC236}">
                <a16:creationId xmlns:a16="http://schemas.microsoft.com/office/drawing/2014/main" id="{576F96E7-BE44-30E7-305D-D1A0F6225255}"/>
              </a:ext>
            </a:extLst>
          </p:cNvPr>
          <p:cNvSpPr/>
          <p:nvPr/>
        </p:nvSpPr>
        <p:spPr>
          <a:xfrm>
            <a:off x="4687402" y="4644396"/>
            <a:ext cx="1782550" cy="20796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 name="TextBox 44">
            <a:extLst>
              <a:ext uri="{FF2B5EF4-FFF2-40B4-BE49-F238E27FC236}">
                <a16:creationId xmlns:a16="http://schemas.microsoft.com/office/drawing/2014/main" id="{D904621F-933A-A31B-C7CD-FB1C4E85CF38}"/>
              </a:ext>
            </a:extLst>
          </p:cNvPr>
          <p:cNvSpPr txBox="1"/>
          <p:nvPr/>
        </p:nvSpPr>
        <p:spPr>
          <a:xfrm>
            <a:off x="4692548" y="4622313"/>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pic>
        <p:nvPicPr>
          <p:cNvPr id="48" name="Graphic 47" descr="Paper outline">
            <a:extLst>
              <a:ext uri="{FF2B5EF4-FFF2-40B4-BE49-F238E27FC236}">
                <a16:creationId xmlns:a16="http://schemas.microsoft.com/office/drawing/2014/main" id="{1CDBABAB-322D-C251-0B93-E5922392A0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165807" y="5008523"/>
            <a:ext cx="703352" cy="663244"/>
          </a:xfrm>
          <a:prstGeom prst="rect">
            <a:avLst/>
          </a:prstGeom>
        </p:spPr>
      </p:pic>
      <p:pic>
        <p:nvPicPr>
          <p:cNvPr id="49" name="Graphic 48" descr="Paper outline">
            <a:extLst>
              <a:ext uri="{FF2B5EF4-FFF2-40B4-BE49-F238E27FC236}">
                <a16:creationId xmlns:a16="http://schemas.microsoft.com/office/drawing/2014/main" id="{DB4805CD-461F-210B-AE65-1FCB2D8B93F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684847" y="5012518"/>
            <a:ext cx="703352" cy="663244"/>
          </a:xfrm>
          <a:prstGeom prst="rect">
            <a:avLst/>
          </a:prstGeom>
        </p:spPr>
      </p:pic>
      <p:pic>
        <p:nvPicPr>
          <p:cNvPr id="50" name="Graphic 49" descr="Paper outline">
            <a:extLst>
              <a:ext uri="{FF2B5EF4-FFF2-40B4-BE49-F238E27FC236}">
                <a16:creationId xmlns:a16="http://schemas.microsoft.com/office/drawing/2014/main" id="{F0C89B33-91F9-B820-48EA-0B0CEC5A379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238353" y="5019133"/>
            <a:ext cx="703352" cy="663244"/>
          </a:xfrm>
          <a:prstGeom prst="rect">
            <a:avLst/>
          </a:prstGeom>
        </p:spPr>
      </p:pic>
      <p:sp>
        <p:nvSpPr>
          <p:cNvPr id="51" name="TextBox 50">
            <a:extLst>
              <a:ext uri="{FF2B5EF4-FFF2-40B4-BE49-F238E27FC236}">
                <a16:creationId xmlns:a16="http://schemas.microsoft.com/office/drawing/2014/main" id="{1CB497B9-0B22-69B1-DE9E-7DC11AC8B1ED}"/>
              </a:ext>
            </a:extLst>
          </p:cNvPr>
          <p:cNvSpPr txBox="1"/>
          <p:nvPr/>
        </p:nvSpPr>
        <p:spPr>
          <a:xfrm>
            <a:off x="7260716" y="5233210"/>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exec</a:t>
            </a:r>
          </a:p>
        </p:txBody>
      </p:sp>
      <p:sp>
        <p:nvSpPr>
          <p:cNvPr id="52" name="TextBox 51">
            <a:extLst>
              <a:ext uri="{FF2B5EF4-FFF2-40B4-BE49-F238E27FC236}">
                <a16:creationId xmlns:a16="http://schemas.microsoft.com/office/drawing/2014/main" id="{954119CA-B4BD-6764-E0E8-E57C3CDA761D}"/>
              </a:ext>
            </a:extLst>
          </p:cNvPr>
          <p:cNvSpPr txBox="1"/>
          <p:nvPr/>
        </p:nvSpPr>
        <p:spPr>
          <a:xfrm>
            <a:off x="7779115" y="5233210"/>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test</a:t>
            </a:r>
            <a:endParaRPr kumimoji="0" lang="en-US" sz="1000" b="0" i="0" u="none" strike="noStrike" cap="none" spc="0" normalizeH="0" baseline="0">
              <a:ln>
                <a:noFill/>
              </a:ln>
              <a:solidFill>
                <a:srgbClr val="4C4C4C"/>
              </a:solidFill>
              <a:effectLst/>
              <a:uFillTx/>
              <a:sym typeface="Source Sans Pro"/>
            </a:endParaRPr>
          </a:p>
        </p:txBody>
      </p:sp>
      <p:sp>
        <p:nvSpPr>
          <p:cNvPr id="53" name="TextBox 52">
            <a:extLst>
              <a:ext uri="{FF2B5EF4-FFF2-40B4-BE49-F238E27FC236}">
                <a16:creationId xmlns:a16="http://schemas.microsoft.com/office/drawing/2014/main" id="{0931DD2C-7DC0-C36A-3699-2944EBDA4A29}"/>
              </a:ext>
            </a:extLst>
          </p:cNvPr>
          <p:cNvSpPr txBox="1"/>
          <p:nvPr/>
        </p:nvSpPr>
        <p:spPr>
          <a:xfrm>
            <a:off x="8300164" y="5237154"/>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54" name="Oval 53">
            <a:extLst>
              <a:ext uri="{FF2B5EF4-FFF2-40B4-BE49-F238E27FC236}">
                <a16:creationId xmlns:a16="http://schemas.microsoft.com/office/drawing/2014/main" id="{CC5F8463-488D-3312-78DB-1D7E0B4CE797}"/>
              </a:ext>
            </a:extLst>
          </p:cNvPr>
          <p:cNvSpPr/>
          <p:nvPr/>
        </p:nvSpPr>
        <p:spPr>
          <a:xfrm>
            <a:off x="7410581" y="6409594"/>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5" name="Oval 54">
            <a:extLst>
              <a:ext uri="{FF2B5EF4-FFF2-40B4-BE49-F238E27FC236}">
                <a16:creationId xmlns:a16="http://schemas.microsoft.com/office/drawing/2014/main" id="{F89520B2-1F4E-5845-1382-D238393E1645}"/>
              </a:ext>
            </a:extLst>
          </p:cNvPr>
          <p:cNvSpPr/>
          <p:nvPr/>
        </p:nvSpPr>
        <p:spPr>
          <a:xfrm>
            <a:off x="7916329" y="6420283"/>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7" name="Oval 56">
            <a:extLst>
              <a:ext uri="{FF2B5EF4-FFF2-40B4-BE49-F238E27FC236}">
                <a16:creationId xmlns:a16="http://schemas.microsoft.com/office/drawing/2014/main" id="{583A8790-F37E-4316-5DE4-1D8FA958D88C}"/>
              </a:ext>
            </a:extLst>
          </p:cNvPr>
          <p:cNvSpPr/>
          <p:nvPr/>
        </p:nvSpPr>
        <p:spPr>
          <a:xfrm>
            <a:off x="7811207" y="6040820"/>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 name="Oval 57">
            <a:extLst>
              <a:ext uri="{FF2B5EF4-FFF2-40B4-BE49-F238E27FC236}">
                <a16:creationId xmlns:a16="http://schemas.microsoft.com/office/drawing/2014/main" id="{0BA38ABE-3126-503E-A0F0-9B9AB4EEB863}"/>
              </a:ext>
            </a:extLst>
          </p:cNvPr>
          <p:cNvSpPr/>
          <p:nvPr/>
        </p:nvSpPr>
        <p:spPr>
          <a:xfrm>
            <a:off x="8463899" y="5965487"/>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9" name="Oval 58">
            <a:extLst>
              <a:ext uri="{FF2B5EF4-FFF2-40B4-BE49-F238E27FC236}">
                <a16:creationId xmlns:a16="http://schemas.microsoft.com/office/drawing/2014/main" id="{F3A4F617-FBEE-0E96-124F-6DE27A44F21D}"/>
              </a:ext>
            </a:extLst>
          </p:cNvPr>
          <p:cNvSpPr/>
          <p:nvPr/>
        </p:nvSpPr>
        <p:spPr>
          <a:xfrm>
            <a:off x="8320582" y="6511507"/>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60" name="Straight Connector 59">
            <a:extLst>
              <a:ext uri="{FF2B5EF4-FFF2-40B4-BE49-F238E27FC236}">
                <a16:creationId xmlns:a16="http://schemas.microsoft.com/office/drawing/2014/main" id="{E4D0CFDD-5967-3EE3-F397-8B135ED774DA}"/>
              </a:ext>
            </a:extLst>
          </p:cNvPr>
          <p:cNvCxnSpPr>
            <a:cxnSpLocks/>
            <a:stCxn id="54" idx="7"/>
            <a:endCxn id="57" idx="3"/>
          </p:cNvCxnSpPr>
          <p:nvPr/>
        </p:nvCxnSpPr>
        <p:spPr>
          <a:xfrm flipV="1">
            <a:off x="7531802" y="6169943"/>
            <a:ext cx="300203" cy="261805"/>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1" name="Straight Connector 60">
            <a:extLst>
              <a:ext uri="{FF2B5EF4-FFF2-40B4-BE49-F238E27FC236}">
                <a16:creationId xmlns:a16="http://schemas.microsoft.com/office/drawing/2014/main" id="{143091AF-C1F1-67DD-0A2D-734702869A59}"/>
              </a:ext>
            </a:extLst>
          </p:cNvPr>
          <p:cNvCxnSpPr>
            <a:cxnSpLocks/>
            <a:stCxn id="55" idx="0"/>
            <a:endCxn id="57" idx="4"/>
          </p:cNvCxnSpPr>
          <p:nvPr/>
        </p:nvCxnSpPr>
        <p:spPr>
          <a:xfrm flipH="1" flipV="1">
            <a:off x="7882217" y="6192097"/>
            <a:ext cx="105122" cy="22818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2" name="Straight Connector 61">
            <a:extLst>
              <a:ext uri="{FF2B5EF4-FFF2-40B4-BE49-F238E27FC236}">
                <a16:creationId xmlns:a16="http://schemas.microsoft.com/office/drawing/2014/main" id="{1781D377-A624-C0F9-4EF7-EA08F4AB3E19}"/>
              </a:ext>
            </a:extLst>
          </p:cNvPr>
          <p:cNvCxnSpPr>
            <a:cxnSpLocks/>
            <a:stCxn id="58" idx="2"/>
            <a:endCxn id="57" idx="6"/>
          </p:cNvCxnSpPr>
          <p:nvPr/>
        </p:nvCxnSpPr>
        <p:spPr>
          <a:xfrm flipH="1">
            <a:off x="7953226" y="6041126"/>
            <a:ext cx="510673" cy="7533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 name="Straight Connector 62">
            <a:extLst>
              <a:ext uri="{FF2B5EF4-FFF2-40B4-BE49-F238E27FC236}">
                <a16:creationId xmlns:a16="http://schemas.microsoft.com/office/drawing/2014/main" id="{52B2FD2F-6D8E-143B-9ABF-3EFD77D5C3BB}"/>
              </a:ext>
            </a:extLst>
          </p:cNvPr>
          <p:cNvCxnSpPr>
            <a:cxnSpLocks/>
            <a:stCxn id="59" idx="0"/>
            <a:endCxn id="58" idx="4"/>
          </p:cNvCxnSpPr>
          <p:nvPr/>
        </p:nvCxnSpPr>
        <p:spPr>
          <a:xfrm flipV="1">
            <a:off x="8391592" y="6116764"/>
            <a:ext cx="143317" cy="39474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48" name="TextBox 447">
            <a:extLst>
              <a:ext uri="{FF2B5EF4-FFF2-40B4-BE49-F238E27FC236}">
                <a16:creationId xmlns:a16="http://schemas.microsoft.com/office/drawing/2014/main" id="{856EE70B-DDD1-E594-F693-8576DE8DFA89}"/>
              </a:ext>
            </a:extLst>
          </p:cNvPr>
          <p:cNvSpPr txBox="1"/>
          <p:nvPr/>
        </p:nvSpPr>
        <p:spPr>
          <a:xfrm>
            <a:off x="7314324" y="5876320"/>
            <a:ext cx="68201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449" name="Rectangle 448">
            <a:extLst>
              <a:ext uri="{FF2B5EF4-FFF2-40B4-BE49-F238E27FC236}">
                <a16:creationId xmlns:a16="http://schemas.microsoft.com/office/drawing/2014/main" id="{8FE6B1C3-8268-CE3C-BE45-F85E1DF04C63}"/>
              </a:ext>
            </a:extLst>
          </p:cNvPr>
          <p:cNvSpPr/>
          <p:nvPr/>
        </p:nvSpPr>
        <p:spPr>
          <a:xfrm>
            <a:off x="7114411" y="4639974"/>
            <a:ext cx="1782550" cy="20796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0" name="TextBox 449">
            <a:extLst>
              <a:ext uri="{FF2B5EF4-FFF2-40B4-BE49-F238E27FC236}">
                <a16:creationId xmlns:a16="http://schemas.microsoft.com/office/drawing/2014/main" id="{4B3E7DB1-71FC-8047-06A2-7FDE6AC09345}"/>
              </a:ext>
            </a:extLst>
          </p:cNvPr>
          <p:cNvSpPr txBox="1"/>
          <p:nvPr/>
        </p:nvSpPr>
        <p:spPr>
          <a:xfrm>
            <a:off x="7119557" y="4623320"/>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Module</a:t>
            </a:r>
            <a:endParaRPr kumimoji="0" lang="en-US" sz="1000" b="0" i="0" u="none" strike="noStrike" cap="none" spc="0" normalizeH="0" baseline="0">
              <a:ln>
                <a:noFill/>
              </a:ln>
              <a:solidFill>
                <a:srgbClr val="4C4C4C"/>
              </a:solidFill>
              <a:effectLst/>
              <a:uFillTx/>
              <a:sym typeface="Source Sans Pro"/>
            </a:endParaRPr>
          </a:p>
        </p:txBody>
      </p:sp>
      <p:sp>
        <p:nvSpPr>
          <p:cNvPr id="461" name="Rectangle 460">
            <a:extLst>
              <a:ext uri="{FF2B5EF4-FFF2-40B4-BE49-F238E27FC236}">
                <a16:creationId xmlns:a16="http://schemas.microsoft.com/office/drawing/2014/main" id="{E9156D46-B358-6CFC-9EF8-E74EE7BD5C81}"/>
              </a:ext>
            </a:extLst>
          </p:cNvPr>
          <p:cNvSpPr/>
          <p:nvPr/>
        </p:nvSpPr>
        <p:spPr>
          <a:xfrm>
            <a:off x="5144242" y="2714485"/>
            <a:ext cx="212287" cy="245090"/>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465" name="Table">
            <a:extLst>
              <a:ext uri="{FF2B5EF4-FFF2-40B4-BE49-F238E27FC236}">
                <a16:creationId xmlns:a16="http://schemas.microsoft.com/office/drawing/2014/main" id="{DE6FF734-C461-54B0-478E-F8A3BAF18AC5}"/>
              </a:ext>
            </a:extLst>
          </p:cNvPr>
          <p:cNvGraphicFramePr/>
          <p:nvPr>
            <p:extLst>
              <p:ext uri="{D42A27DB-BD31-4B8C-83A1-F6EECF244321}">
                <p14:modId xmlns:p14="http://schemas.microsoft.com/office/powerpoint/2010/main" val="3139571218"/>
              </p:ext>
            </p:extLst>
          </p:nvPr>
        </p:nvGraphicFramePr>
        <p:xfrm>
          <a:off x="8509058" y="3642469"/>
          <a:ext cx="269392" cy="42672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8534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468" name="Rectangle 467">
            <a:extLst>
              <a:ext uri="{FF2B5EF4-FFF2-40B4-BE49-F238E27FC236}">
                <a16:creationId xmlns:a16="http://schemas.microsoft.com/office/drawing/2014/main" id="{ED9F3B5D-868C-A6B6-50E6-0ACFD5C79149}"/>
              </a:ext>
            </a:extLst>
          </p:cNvPr>
          <p:cNvSpPr/>
          <p:nvPr/>
        </p:nvSpPr>
        <p:spPr>
          <a:xfrm>
            <a:off x="8032452" y="3578854"/>
            <a:ext cx="860298" cy="540616"/>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77" name="Oval 476">
            <a:extLst>
              <a:ext uri="{FF2B5EF4-FFF2-40B4-BE49-F238E27FC236}">
                <a16:creationId xmlns:a16="http://schemas.microsoft.com/office/drawing/2014/main" id="{75DA2D22-E227-2D6A-4FFC-7EB23F29CF84}"/>
              </a:ext>
            </a:extLst>
          </p:cNvPr>
          <p:cNvSpPr/>
          <p:nvPr/>
        </p:nvSpPr>
        <p:spPr>
          <a:xfrm>
            <a:off x="5211994" y="2740453"/>
            <a:ext cx="71659" cy="45719"/>
          </a:xfrm>
          <a:prstGeom prst="ellipse">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78" name="Oval 477">
            <a:extLst>
              <a:ext uri="{FF2B5EF4-FFF2-40B4-BE49-F238E27FC236}">
                <a16:creationId xmlns:a16="http://schemas.microsoft.com/office/drawing/2014/main" id="{9C0FEE56-6928-3C4A-2593-A827FAFD31E1}"/>
              </a:ext>
            </a:extLst>
          </p:cNvPr>
          <p:cNvSpPr/>
          <p:nvPr/>
        </p:nvSpPr>
        <p:spPr>
          <a:xfrm>
            <a:off x="5211345" y="2885213"/>
            <a:ext cx="71659" cy="45719"/>
          </a:xfrm>
          <a:prstGeom prst="ellipse">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80" name="Straight Connector 479">
            <a:extLst>
              <a:ext uri="{FF2B5EF4-FFF2-40B4-BE49-F238E27FC236}">
                <a16:creationId xmlns:a16="http://schemas.microsoft.com/office/drawing/2014/main" id="{F389D327-3ABD-46AA-909A-E9B708DE29E9}"/>
              </a:ext>
            </a:extLst>
          </p:cNvPr>
          <p:cNvCxnSpPr>
            <a:cxnSpLocks/>
            <a:stCxn id="477" idx="2"/>
            <a:endCxn id="478" idx="2"/>
          </p:cNvCxnSpPr>
          <p:nvPr/>
        </p:nvCxnSpPr>
        <p:spPr>
          <a:xfrm flipH="1">
            <a:off x="5211345" y="2763313"/>
            <a:ext cx="649" cy="14476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2D83613B-2915-BA1E-8F68-117AF6F823A9}"/>
              </a:ext>
            </a:extLst>
          </p:cNvPr>
          <p:cNvCxnSpPr>
            <a:cxnSpLocks/>
            <a:stCxn id="477" idx="6"/>
            <a:endCxn id="478" idx="6"/>
          </p:cNvCxnSpPr>
          <p:nvPr/>
        </p:nvCxnSpPr>
        <p:spPr>
          <a:xfrm flipH="1">
            <a:off x="5283004" y="2763313"/>
            <a:ext cx="649" cy="14476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08" name="Rectangle 507">
            <a:extLst>
              <a:ext uri="{FF2B5EF4-FFF2-40B4-BE49-F238E27FC236}">
                <a16:creationId xmlns:a16="http://schemas.microsoft.com/office/drawing/2014/main" id="{B56889AC-739B-D97C-677B-CBC7B858717F}"/>
              </a:ext>
            </a:extLst>
          </p:cNvPr>
          <p:cNvSpPr/>
          <p:nvPr/>
        </p:nvSpPr>
        <p:spPr>
          <a:xfrm>
            <a:off x="7578703" y="2686844"/>
            <a:ext cx="212287" cy="245090"/>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9" name="Oval 508">
            <a:extLst>
              <a:ext uri="{FF2B5EF4-FFF2-40B4-BE49-F238E27FC236}">
                <a16:creationId xmlns:a16="http://schemas.microsoft.com/office/drawing/2014/main" id="{75802084-AC4D-3E82-F2B1-EDDE198C8114}"/>
              </a:ext>
            </a:extLst>
          </p:cNvPr>
          <p:cNvSpPr/>
          <p:nvPr/>
        </p:nvSpPr>
        <p:spPr>
          <a:xfrm>
            <a:off x="7646455" y="2712812"/>
            <a:ext cx="71659" cy="45719"/>
          </a:xfrm>
          <a:prstGeom prst="ellipse">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0" name="Oval 509">
            <a:extLst>
              <a:ext uri="{FF2B5EF4-FFF2-40B4-BE49-F238E27FC236}">
                <a16:creationId xmlns:a16="http://schemas.microsoft.com/office/drawing/2014/main" id="{6A6E2E26-663C-1570-C27D-06917B8D17D5}"/>
              </a:ext>
            </a:extLst>
          </p:cNvPr>
          <p:cNvSpPr/>
          <p:nvPr/>
        </p:nvSpPr>
        <p:spPr>
          <a:xfrm>
            <a:off x="7645806" y="2857572"/>
            <a:ext cx="71659" cy="45719"/>
          </a:xfrm>
          <a:prstGeom prst="ellipse">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511" name="Straight Connector 510">
            <a:extLst>
              <a:ext uri="{FF2B5EF4-FFF2-40B4-BE49-F238E27FC236}">
                <a16:creationId xmlns:a16="http://schemas.microsoft.com/office/drawing/2014/main" id="{F04399ED-0DC3-C290-F213-C142F3DA170F}"/>
              </a:ext>
            </a:extLst>
          </p:cNvPr>
          <p:cNvCxnSpPr>
            <a:cxnSpLocks/>
            <a:stCxn id="509" idx="2"/>
            <a:endCxn id="510" idx="2"/>
          </p:cNvCxnSpPr>
          <p:nvPr/>
        </p:nvCxnSpPr>
        <p:spPr>
          <a:xfrm flipH="1">
            <a:off x="7645806" y="2735672"/>
            <a:ext cx="649" cy="14476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12" name="Straight Connector 511">
            <a:extLst>
              <a:ext uri="{FF2B5EF4-FFF2-40B4-BE49-F238E27FC236}">
                <a16:creationId xmlns:a16="http://schemas.microsoft.com/office/drawing/2014/main" id="{AFBDD916-06B7-FFBD-0B31-ACC635248578}"/>
              </a:ext>
            </a:extLst>
          </p:cNvPr>
          <p:cNvCxnSpPr>
            <a:cxnSpLocks/>
            <a:stCxn id="509" idx="6"/>
            <a:endCxn id="510" idx="6"/>
          </p:cNvCxnSpPr>
          <p:nvPr/>
        </p:nvCxnSpPr>
        <p:spPr>
          <a:xfrm flipH="1">
            <a:off x="7717465" y="2735672"/>
            <a:ext cx="649" cy="14476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22" name="Straight Connector 521">
            <a:extLst>
              <a:ext uri="{FF2B5EF4-FFF2-40B4-BE49-F238E27FC236}">
                <a16:creationId xmlns:a16="http://schemas.microsoft.com/office/drawing/2014/main" id="{30CD14B0-447D-07A3-E470-66668AC0888E}"/>
              </a:ext>
            </a:extLst>
          </p:cNvPr>
          <p:cNvCxnSpPr>
            <a:cxnSpLocks/>
          </p:cNvCxnSpPr>
          <p:nvPr/>
        </p:nvCxnSpPr>
        <p:spPr>
          <a:xfrm>
            <a:off x="5125591" y="2703530"/>
            <a:ext cx="434738" cy="885187"/>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524" name="Straight Connector 523">
            <a:extLst>
              <a:ext uri="{FF2B5EF4-FFF2-40B4-BE49-F238E27FC236}">
                <a16:creationId xmlns:a16="http://schemas.microsoft.com/office/drawing/2014/main" id="{F2BC7D11-96F1-1E8A-8183-5DB8E688506C}"/>
              </a:ext>
            </a:extLst>
          </p:cNvPr>
          <p:cNvCxnSpPr>
            <a:cxnSpLocks/>
          </p:cNvCxnSpPr>
          <p:nvPr/>
        </p:nvCxnSpPr>
        <p:spPr>
          <a:xfrm>
            <a:off x="5356529" y="2697871"/>
            <a:ext cx="1131714" cy="914496"/>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543" name="Connector: Elbow 542">
            <a:extLst>
              <a:ext uri="{FF2B5EF4-FFF2-40B4-BE49-F238E27FC236}">
                <a16:creationId xmlns:a16="http://schemas.microsoft.com/office/drawing/2014/main" id="{3C155773-06EE-6E28-3C6F-DCD613000E31}"/>
              </a:ext>
            </a:extLst>
          </p:cNvPr>
          <p:cNvCxnSpPr>
            <a:cxnSpLocks/>
            <a:endCxn id="852" idx="3"/>
          </p:cNvCxnSpPr>
          <p:nvPr/>
        </p:nvCxnSpPr>
        <p:spPr>
          <a:xfrm rot="10800000" flipV="1">
            <a:off x="8778450" y="2085251"/>
            <a:ext cx="1675936" cy="674829"/>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97" name="Connector: Elbow 596">
            <a:extLst>
              <a:ext uri="{FF2B5EF4-FFF2-40B4-BE49-F238E27FC236}">
                <a16:creationId xmlns:a16="http://schemas.microsoft.com/office/drawing/2014/main" id="{2FA708DB-6C6D-9993-D94E-8059C7781482}"/>
              </a:ext>
            </a:extLst>
          </p:cNvPr>
          <p:cNvCxnSpPr>
            <a:cxnSpLocks/>
            <a:stCxn id="3" idx="0"/>
            <a:endCxn id="42" idx="2"/>
          </p:cNvCxnSpPr>
          <p:nvPr/>
        </p:nvCxnSpPr>
        <p:spPr>
          <a:xfrm rot="16200000" flipV="1">
            <a:off x="5135440" y="7167234"/>
            <a:ext cx="1881795" cy="995319"/>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00" name="Connector: Elbow 599">
            <a:extLst>
              <a:ext uri="{FF2B5EF4-FFF2-40B4-BE49-F238E27FC236}">
                <a16:creationId xmlns:a16="http://schemas.microsoft.com/office/drawing/2014/main" id="{17A568E9-F037-E9E2-4F9E-B6E71FBFE9E6}"/>
              </a:ext>
            </a:extLst>
          </p:cNvPr>
          <p:cNvCxnSpPr>
            <a:cxnSpLocks/>
            <a:endCxn id="449" idx="2"/>
          </p:cNvCxnSpPr>
          <p:nvPr/>
        </p:nvCxnSpPr>
        <p:spPr>
          <a:xfrm rot="5400000" flipH="1" flipV="1">
            <a:off x="6346733" y="6946839"/>
            <a:ext cx="1886217" cy="1431689"/>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606" name="Manipulate Variables">
            <a:extLst>
              <a:ext uri="{FF2B5EF4-FFF2-40B4-BE49-F238E27FC236}">
                <a16:creationId xmlns:a16="http://schemas.microsoft.com/office/drawing/2014/main" id="{C4875117-FB27-D5CA-1FD5-2091794572F1}"/>
              </a:ext>
            </a:extLst>
          </p:cNvPr>
          <p:cNvSpPr txBox="1"/>
          <p:nvPr/>
        </p:nvSpPr>
        <p:spPr>
          <a:xfrm>
            <a:off x="289204" y="6822108"/>
            <a:ext cx="115897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Modules</a:t>
            </a:r>
            <a:endParaRPr/>
          </a:p>
        </p:txBody>
      </p:sp>
      <p:sp>
        <p:nvSpPr>
          <p:cNvPr id="607" name="Create a visual hierarchy. Help users navigate the page with titles, subtitles, and subsubtitles">
            <a:extLst>
              <a:ext uri="{FF2B5EF4-FFF2-40B4-BE49-F238E27FC236}">
                <a16:creationId xmlns:a16="http://schemas.microsoft.com/office/drawing/2014/main" id="{534F89C5-DAE3-3D7F-5EE6-0203343DB2F4}"/>
              </a:ext>
            </a:extLst>
          </p:cNvPr>
          <p:cNvSpPr txBox="1"/>
          <p:nvPr/>
        </p:nvSpPr>
        <p:spPr>
          <a:xfrm>
            <a:off x="272790" y="6946796"/>
            <a:ext cx="3141449" cy="856051"/>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a:latin typeface="Source Sans Pro" panose="020B0503030403020204" pitchFamily="34" charset="0"/>
              <a:ea typeface="Source Sans Pro" panose="020B0503030403020204" pitchFamily="34" charset="0"/>
              <a:sym typeface="Source Sans Pro"/>
            </a:endParaRPr>
          </a:p>
          <a:p>
            <a:r>
              <a:rPr lang="en-US" b="0"/>
              <a:t>Are like bins that hold files that use the same source. These range from executables, data testing, and notebooks. </a:t>
            </a:r>
          </a:p>
        </p:txBody>
      </p:sp>
      <p:sp>
        <p:nvSpPr>
          <p:cNvPr id="614" name="Manipulate Variables">
            <a:extLst>
              <a:ext uri="{FF2B5EF4-FFF2-40B4-BE49-F238E27FC236}">
                <a16:creationId xmlns:a16="http://schemas.microsoft.com/office/drawing/2014/main" id="{55FAE4C4-A203-36D0-9F85-E65C64BDD907}"/>
              </a:ext>
            </a:extLst>
          </p:cNvPr>
          <p:cNvSpPr txBox="1"/>
          <p:nvPr/>
        </p:nvSpPr>
        <p:spPr>
          <a:xfrm>
            <a:off x="338023" y="8873743"/>
            <a:ext cx="1422961" cy="25199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External Files</a:t>
            </a:r>
          </a:p>
        </p:txBody>
      </p:sp>
      <p:sp>
        <p:nvSpPr>
          <p:cNvPr id="616" name="Create a visual hierarchy. Help users navigate the page with titles, subtitles, and subsubtitles">
            <a:extLst>
              <a:ext uri="{FF2B5EF4-FFF2-40B4-BE49-F238E27FC236}">
                <a16:creationId xmlns:a16="http://schemas.microsoft.com/office/drawing/2014/main" id="{A22B34B5-2D40-9F31-DB4E-64112AF65D70}"/>
              </a:ext>
            </a:extLst>
          </p:cNvPr>
          <p:cNvSpPr txBox="1"/>
          <p:nvPr/>
        </p:nvSpPr>
        <p:spPr>
          <a:xfrm>
            <a:off x="322677" y="9163121"/>
            <a:ext cx="2952178" cy="664204"/>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latin typeface="Source Sans Pro" panose="020B0503030403020204" pitchFamily="34" charset="0"/>
                <a:ea typeface="Source Sans Pro" panose="020B0503030403020204" pitchFamily="34" charset="0"/>
                <a:sym typeface="Source Sans Pro"/>
              </a:rPr>
              <a:t>File can exist outside modules which multiple modules can use. Examples being th</a:t>
            </a:r>
            <a:r>
              <a:rPr lang="en-US" sz="1000">
                <a:latin typeface="Source Sans Pro" panose="020B0503030403020204" pitchFamily="34" charset="0"/>
                <a:ea typeface="Source Sans Pro" panose="020B0503030403020204" pitchFamily="34" charset="0"/>
              </a:rPr>
              <a:t>e functions that turn CSVs to </a:t>
            </a:r>
            <a:r>
              <a:rPr lang="en-US" sz="1000">
                <a:solidFill>
                  <a:srgbClr val="0265BF"/>
                </a:solidFill>
                <a:latin typeface="Source Sans Pro" panose="020B0503030403020204" pitchFamily="34" charset="0"/>
                <a:ea typeface="Source Sans Pro" panose="020B0503030403020204" pitchFamily="34" charset="0"/>
              </a:rPr>
              <a:t>graphs</a:t>
            </a:r>
            <a:r>
              <a:rPr lang="en-US" sz="1000">
                <a:solidFill>
                  <a:schemeClr val="bg2">
                    <a:lumMod val="10000"/>
                  </a:schemeClr>
                </a:solidFill>
                <a:latin typeface="Source Sans Pro" panose="020B0503030403020204" pitchFamily="34" charset="0"/>
                <a:ea typeface="Source Sans Pro" panose="020B0503030403020204" pitchFamily="34" charset="0"/>
              </a:rPr>
              <a:t> and </a:t>
            </a:r>
            <a:r>
              <a:rPr lang="en-US" sz="1000" err="1">
                <a:solidFill>
                  <a:srgbClr val="00872B"/>
                </a:solidFill>
                <a:latin typeface="Source Sans Pro" panose="020B0503030403020204" pitchFamily="34" charset="0"/>
                <a:ea typeface="Source Sans Pro" panose="020B0503030403020204" pitchFamily="34" charset="0"/>
              </a:rPr>
              <a:t>identity_match</a:t>
            </a:r>
            <a:r>
              <a:rPr lang="en-US" sz="1000">
                <a:solidFill>
                  <a:srgbClr val="00872B"/>
                </a:solidFill>
                <a:latin typeface="Source Sans Pro" panose="020B0503030403020204" pitchFamily="34" charset="0"/>
                <a:ea typeface="Source Sans Pro" panose="020B0503030403020204" pitchFamily="34" charset="0"/>
              </a:rPr>
              <a:t> </a:t>
            </a:r>
            <a:r>
              <a:rPr lang="en-US" sz="1000">
                <a:solidFill>
                  <a:schemeClr val="bg2">
                    <a:lumMod val="10000"/>
                  </a:schemeClr>
                </a:solidFill>
                <a:latin typeface="Source Sans Pro" panose="020B0503030403020204" pitchFamily="34" charset="0"/>
                <a:ea typeface="Source Sans Pro" panose="020B0503030403020204" pitchFamily="34" charset="0"/>
              </a:rPr>
              <a:t>to match columns from the same or different module.</a:t>
            </a: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636" name="Manipulate Variables">
            <a:extLst>
              <a:ext uri="{FF2B5EF4-FFF2-40B4-BE49-F238E27FC236}">
                <a16:creationId xmlns:a16="http://schemas.microsoft.com/office/drawing/2014/main" id="{2DE6A559-32DE-A3F0-2D49-B86F34476A05}"/>
              </a:ext>
            </a:extLst>
          </p:cNvPr>
          <p:cNvSpPr txBox="1"/>
          <p:nvPr/>
        </p:nvSpPr>
        <p:spPr>
          <a:xfrm>
            <a:off x="10454386" y="1915237"/>
            <a:ext cx="1295226"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Raw Data</a:t>
            </a:r>
            <a:endParaRPr/>
          </a:p>
        </p:txBody>
      </p:sp>
      <p:sp>
        <p:nvSpPr>
          <p:cNvPr id="637" name="Create a visual hierarchy. Help users navigate the page with titles, subtitles, and subsubtitles">
            <a:extLst>
              <a:ext uri="{FF2B5EF4-FFF2-40B4-BE49-F238E27FC236}">
                <a16:creationId xmlns:a16="http://schemas.microsoft.com/office/drawing/2014/main" id="{66E4A966-7EE1-BAEB-D75F-B293A08AFE56}"/>
              </a:ext>
            </a:extLst>
          </p:cNvPr>
          <p:cNvSpPr txBox="1"/>
          <p:nvPr/>
        </p:nvSpPr>
        <p:spPr>
          <a:xfrm>
            <a:off x="10455891" y="2255266"/>
            <a:ext cx="2952178" cy="442605"/>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Lowest level where all the tables store their data.</a:t>
            </a:r>
            <a:endParaRPr>
              <a:latin typeface="Source Sans Pro" panose="020B0503030403020204" pitchFamily="34" charset="0"/>
              <a:ea typeface="Source Sans Pro" panose="020B0503030403020204" pitchFamily="34" charset="0"/>
              <a:sym typeface="Source Sans Pro"/>
            </a:endParaRPr>
          </a:p>
        </p:txBody>
      </p:sp>
      <p:sp>
        <p:nvSpPr>
          <p:cNvPr id="645" name="Rectangle 644">
            <a:extLst>
              <a:ext uri="{FF2B5EF4-FFF2-40B4-BE49-F238E27FC236}">
                <a16:creationId xmlns:a16="http://schemas.microsoft.com/office/drawing/2014/main" id="{6961F795-2020-2101-41AF-3867D33B6CDA}"/>
              </a:ext>
            </a:extLst>
          </p:cNvPr>
          <p:cNvSpPr/>
          <p:nvPr/>
        </p:nvSpPr>
        <p:spPr>
          <a:xfrm>
            <a:off x="4691537" y="4647797"/>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46" name="Rectangle 645">
            <a:extLst>
              <a:ext uri="{FF2B5EF4-FFF2-40B4-BE49-F238E27FC236}">
                <a16:creationId xmlns:a16="http://schemas.microsoft.com/office/drawing/2014/main" id="{F2E71C2E-B46F-311B-3157-7AD1E3C27DE5}"/>
              </a:ext>
            </a:extLst>
          </p:cNvPr>
          <p:cNvSpPr/>
          <p:nvPr/>
        </p:nvSpPr>
        <p:spPr>
          <a:xfrm>
            <a:off x="7112888" y="4642239"/>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656" name="Group 655">
            <a:extLst>
              <a:ext uri="{FF2B5EF4-FFF2-40B4-BE49-F238E27FC236}">
                <a16:creationId xmlns:a16="http://schemas.microsoft.com/office/drawing/2014/main" id="{AC21035B-2FD7-95DE-6AC7-577D442E4DED}"/>
              </a:ext>
            </a:extLst>
          </p:cNvPr>
          <p:cNvGrpSpPr/>
          <p:nvPr/>
        </p:nvGrpSpPr>
        <p:grpSpPr>
          <a:xfrm>
            <a:off x="10442270" y="6468144"/>
            <a:ext cx="3076518" cy="3509407"/>
            <a:chOff x="9086041" y="2058548"/>
            <a:chExt cx="3893386" cy="3509407"/>
          </a:xfrm>
        </p:grpSpPr>
        <p:sp>
          <p:nvSpPr>
            <p:cNvPr id="657" name="Use headers, colors, and/or backgrounds to separate or group together sections.">
              <a:extLst>
                <a:ext uri="{FF2B5EF4-FFF2-40B4-BE49-F238E27FC236}">
                  <a16:creationId xmlns:a16="http://schemas.microsoft.com/office/drawing/2014/main" id="{9FB71F6D-8589-D083-A3CA-68764DA5ADBD}"/>
                </a:ext>
              </a:extLst>
            </p:cNvPr>
            <p:cNvSpPr txBox="1"/>
            <p:nvPr/>
          </p:nvSpPr>
          <p:spPr>
            <a:xfrm>
              <a:off x="9099803" y="2555416"/>
              <a:ext cx="3871127" cy="301253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Currently MySQL Workbench EER Diagram supports these notebooks</a:t>
              </a:r>
              <a:br>
                <a:rPr lang="en-US" b="0">
                  <a:latin typeface="Source Sans Pro" panose="020B0503030403020204" pitchFamily="34" charset="0"/>
                  <a:ea typeface="Source Sans Pro" panose="020B0503030403020204" pitchFamily="34" charset="0"/>
                  <a:sym typeface="Source Sans Pro Light"/>
                </a:rPr>
              </a:b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 </a:t>
              </a:r>
              <a:r>
                <a:rPr lang="en-US" b="0" err="1">
                  <a:latin typeface="Source Sans Pro" panose="020B0503030403020204" pitchFamily="34" charset="0"/>
                  <a:ea typeface="Source Sans Pro" panose="020B0503030403020204" pitchFamily="34" charset="0"/>
                  <a:sym typeface="Source Sans Pro Light"/>
                </a:rPr>
                <a:t>gitlog_showcase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2. </a:t>
              </a:r>
              <a:r>
                <a:rPr lang="en-US" b="0" err="1">
                  <a:latin typeface="Source Sans Pro" panose="020B0503030403020204" pitchFamily="34" charset="0"/>
                  <a:ea typeface="Source Sans Pro" panose="020B0503030403020204" pitchFamily="34" charset="0"/>
                  <a:sym typeface="Source Sans Pro Light"/>
                </a:rPr>
                <a:t>gitlog_entites_showcase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3. </a:t>
              </a:r>
              <a:r>
                <a:rPr lang="en-US" b="0" err="1">
                  <a:latin typeface="Source Sans Pro" panose="020B0503030403020204" pitchFamily="34" charset="0"/>
                  <a:ea typeface="Source Sans Pro" panose="020B0503030403020204" pitchFamily="34" charset="0"/>
                  <a:sym typeface="Source Sans Pro Light"/>
                </a:rPr>
                <a:t>understands_showcase</a:t>
              </a: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4. </a:t>
              </a:r>
              <a:r>
                <a:rPr lang="en-US" b="0" err="1">
                  <a:latin typeface="Source Sans Pro" panose="020B0503030403020204" pitchFamily="34" charset="0"/>
                  <a:ea typeface="Source Sans Pro" panose="020B0503030403020204" pitchFamily="34" charset="0"/>
                  <a:sym typeface="Source Sans Pro Light"/>
                </a:rPr>
                <a:t>depends_showcase</a:t>
              </a: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5. </a:t>
              </a:r>
              <a:r>
                <a:rPr lang="en-US" b="0" err="1">
                  <a:latin typeface="Source Sans Pro" panose="020B0503030403020204" pitchFamily="34" charset="0"/>
                  <a:ea typeface="Source Sans Pro" panose="020B0503030403020204" pitchFamily="34" charset="0"/>
                  <a:sym typeface="Source Sans Pro Light"/>
                </a:rPr>
                <a:t>kaiaulu_architecture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6. </a:t>
              </a:r>
              <a:r>
                <a:rPr lang="en-US" b="0" err="1">
                  <a:latin typeface="Source Sans Pro" panose="020B0503030403020204" pitchFamily="34" charset="0"/>
                  <a:ea typeface="Source Sans Pro" panose="020B0503030403020204" pitchFamily="34" charset="0"/>
                  <a:sym typeface="Source Sans Pro Light"/>
                </a:rPr>
                <a:t>line_metrics_showcase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7. </a:t>
              </a:r>
              <a:r>
                <a:rPr lang="en-US" b="0" err="1">
                  <a:latin typeface="Source Sans Pro" panose="020B0503030403020204" pitchFamily="34" charset="0"/>
                  <a:ea typeface="Source Sans Pro" panose="020B0503030403020204" pitchFamily="34" charset="0"/>
                  <a:sym typeface="Source Sans Pro Light"/>
                </a:rPr>
                <a:t>graph_gof_showcase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8. </a:t>
              </a:r>
              <a:r>
                <a:rPr lang="en-US" b="0" err="1">
                  <a:latin typeface="Source Sans Pro" panose="020B0503030403020204" pitchFamily="34" charset="0"/>
                  <a:ea typeface="Source Sans Pro" panose="020B0503030403020204" pitchFamily="34" charset="0"/>
                  <a:sym typeface="Source Sans Pro Light"/>
                </a:rPr>
                <a:t>download_jira_issues</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9. </a:t>
              </a:r>
              <a:r>
                <a:rPr lang="en-US" b="0" err="1">
                  <a:latin typeface="Source Sans Pro" panose="020B0503030403020204" pitchFamily="34" charset="0"/>
                  <a:ea typeface="Source Sans Pro" panose="020B0503030403020204" pitchFamily="34" charset="0"/>
                  <a:sym typeface="Source Sans Pro Light"/>
                </a:rPr>
                <a:t>download_mail</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10. </a:t>
              </a:r>
              <a:r>
                <a:rPr lang="en-US" b="0" err="1">
                  <a:latin typeface="Source Sans Pro" panose="020B0503030403020204" pitchFamily="34" charset="0"/>
                  <a:ea typeface="Source Sans Pro" panose="020B0503030403020204" pitchFamily="34" charset="0"/>
                  <a:sym typeface="Source Sans Pro Light"/>
                </a:rPr>
                <a:t>bug_count</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11. </a:t>
              </a:r>
              <a:r>
                <a:rPr lang="en-US" b="0" err="1">
                  <a:latin typeface="Source Sans Pro" panose="020B0503030403020204" pitchFamily="34" charset="0"/>
                  <a:ea typeface="Source Sans Pro" panose="020B0503030403020204" pitchFamily="34" charset="0"/>
                  <a:sym typeface="Source Sans Pro Light"/>
                </a:rPr>
                <a:t>reply_communication_showcase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12. dv8_showcase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13. </a:t>
              </a:r>
              <a:r>
                <a:rPr lang="en-US" b="0" err="1">
                  <a:latin typeface="Source Sans Pro" panose="020B0503030403020204" pitchFamily="34" charset="0"/>
                  <a:ea typeface="Source Sans Pro" panose="020B0503030403020204" pitchFamily="34" charset="0"/>
                  <a:sym typeface="Source Sans Pro Light"/>
                </a:rPr>
                <a:t>gitlog_vulnerabilities_showcase</a:t>
              </a:r>
              <a:br>
                <a:rPr lang="en-US" b="0">
                  <a:latin typeface="Source Sans Pro" panose="020B0503030403020204" pitchFamily="34" charset="0"/>
                  <a:ea typeface="Source Sans Pro" panose="020B0503030403020204" pitchFamily="34" charset="0"/>
                  <a:sym typeface="Source Sans Pro Light"/>
                </a:rPr>
              </a:br>
              <a:endParaRPr lang="en-US">
                <a:latin typeface="Source Sans Pro" panose="020B0503030403020204" pitchFamily="34" charset="0"/>
                <a:ea typeface="Source Sans Pro" panose="020B0503030403020204" pitchFamily="34" charset="0"/>
                <a:sym typeface="Source Sans Pro"/>
              </a:endParaRPr>
            </a:p>
          </p:txBody>
        </p:sp>
        <p:sp>
          <p:nvSpPr>
            <p:cNvPr id="658" name="Layout Suggestions">
              <a:extLst>
                <a:ext uri="{FF2B5EF4-FFF2-40B4-BE49-F238E27FC236}">
                  <a16:creationId xmlns:a16="http://schemas.microsoft.com/office/drawing/2014/main" id="{C1B240BB-426F-88A1-7E89-59C5FAA24CFD}"/>
                </a:ext>
              </a:extLst>
            </p:cNvPr>
            <p:cNvSpPr txBox="1"/>
            <p:nvPr/>
          </p:nvSpPr>
          <p:spPr>
            <a:xfrm>
              <a:off x="9086041" y="2058548"/>
              <a:ext cx="312189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Current Support</a:t>
              </a:r>
            </a:p>
          </p:txBody>
        </p:sp>
        <p:sp>
          <p:nvSpPr>
            <p:cNvPr id="659" name="Line">
              <a:extLst>
                <a:ext uri="{FF2B5EF4-FFF2-40B4-BE49-F238E27FC236}">
                  <a16:creationId xmlns:a16="http://schemas.microsoft.com/office/drawing/2014/main" id="{3B806785-744F-B6CD-0187-BAB03135F4CC}"/>
                </a:ext>
              </a:extLst>
            </p:cNvPr>
            <p:cNvSpPr/>
            <p:nvPr/>
          </p:nvSpPr>
          <p:spPr>
            <a:xfrm flipV="1">
              <a:off x="9108299" y="2502631"/>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sp>
        <p:nvSpPr>
          <p:cNvPr id="17" name="Manipulate Variables">
            <a:extLst>
              <a:ext uri="{FF2B5EF4-FFF2-40B4-BE49-F238E27FC236}">
                <a16:creationId xmlns:a16="http://schemas.microsoft.com/office/drawing/2014/main" id="{1449713B-4127-0402-BB9A-BFD1F0B3868F}"/>
              </a:ext>
            </a:extLst>
          </p:cNvPr>
          <p:cNvSpPr txBox="1"/>
          <p:nvPr/>
        </p:nvSpPr>
        <p:spPr>
          <a:xfrm>
            <a:off x="289204" y="4509685"/>
            <a:ext cx="1251946" cy="25199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Table Types</a:t>
            </a:r>
          </a:p>
        </p:txBody>
      </p:sp>
      <p:sp>
        <p:nvSpPr>
          <p:cNvPr id="18" name="Create a visual hierarchy. Help users navigate the page with titles, subtitles, and subsubtitles">
            <a:extLst>
              <a:ext uri="{FF2B5EF4-FFF2-40B4-BE49-F238E27FC236}">
                <a16:creationId xmlns:a16="http://schemas.microsoft.com/office/drawing/2014/main" id="{8895F310-4E15-6D2F-A22B-A26A13C0215C}"/>
              </a:ext>
            </a:extLst>
          </p:cNvPr>
          <p:cNvSpPr txBox="1"/>
          <p:nvPr/>
        </p:nvSpPr>
        <p:spPr>
          <a:xfrm>
            <a:off x="250186" y="4799063"/>
            <a:ext cx="2952178" cy="664204"/>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solidFill>
                  <a:schemeClr val="bg2">
                    <a:lumMod val="10000"/>
                  </a:schemeClr>
                </a:solidFill>
                <a:latin typeface="Source Sans Pro" panose="020B0503030403020204" pitchFamily="34" charset="0"/>
                <a:ea typeface="Source Sans Pro" panose="020B0503030403020204" pitchFamily="34" charset="0"/>
                <a:sym typeface="Source Sans Pro"/>
              </a:rPr>
              <a:t>Tabes are not limited to just column and rows. Because all data is wrapped into tables nodes and edges for graphs are tables. Sparse matrices are tables and generally contain a key.</a:t>
            </a: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31" name="Manipulate Variables">
            <a:extLst>
              <a:ext uri="{FF2B5EF4-FFF2-40B4-BE49-F238E27FC236}">
                <a16:creationId xmlns:a16="http://schemas.microsoft.com/office/drawing/2014/main" id="{D6D4B645-CDB9-E485-9D9C-BA253500C655}"/>
              </a:ext>
            </a:extLst>
          </p:cNvPr>
          <p:cNvSpPr txBox="1"/>
          <p:nvPr/>
        </p:nvSpPr>
        <p:spPr>
          <a:xfrm>
            <a:off x="312322" y="7965357"/>
            <a:ext cx="1251946" cy="25199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Internal files</a:t>
            </a:r>
          </a:p>
        </p:txBody>
      </p:sp>
      <p:sp>
        <p:nvSpPr>
          <p:cNvPr id="32" name="Create a visual hierarchy. Help users navigate the page with titles, subtitles, and subsubtitles">
            <a:extLst>
              <a:ext uri="{FF2B5EF4-FFF2-40B4-BE49-F238E27FC236}">
                <a16:creationId xmlns:a16="http://schemas.microsoft.com/office/drawing/2014/main" id="{2C64F2C4-A0D0-6AC6-A12F-9D9A575454AF}"/>
              </a:ext>
            </a:extLst>
          </p:cNvPr>
          <p:cNvSpPr txBox="1"/>
          <p:nvPr/>
        </p:nvSpPr>
        <p:spPr>
          <a:xfrm>
            <a:off x="296975" y="8254735"/>
            <a:ext cx="2952178" cy="525704"/>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latin typeface="Source Sans Pro" panose="020B0503030403020204" pitchFamily="34" charset="0"/>
                <a:ea typeface="Source Sans Pro" panose="020B0503030403020204" pitchFamily="34" charset="0"/>
                <a:sym typeface="Source Sans Pro"/>
              </a:rPr>
              <a:t>Notebooks are not limited to .</a:t>
            </a:r>
            <a:r>
              <a:rPr lang="en-US" sz="1000" err="1">
                <a:latin typeface="Source Sans Pro" panose="020B0503030403020204" pitchFamily="34" charset="0"/>
                <a:ea typeface="Source Sans Pro" panose="020B0503030403020204" pitchFamily="34" charset="0"/>
                <a:sym typeface="Source Sans Pro"/>
              </a:rPr>
              <a:t>Rmd</a:t>
            </a:r>
            <a:r>
              <a:rPr lang="en-US" sz="1000">
                <a:latin typeface="Source Sans Pro" panose="020B0503030403020204" pitchFamily="34" charset="0"/>
                <a:ea typeface="Source Sans Pro" panose="020B0503030403020204" pitchFamily="34" charset="0"/>
                <a:sym typeface="Source Sans Pro"/>
              </a:rPr>
              <a:t> files. Others include fake data generators, auto exec, and data testing functions.</a:t>
            </a: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36" name="Manipulate Variables">
            <a:extLst>
              <a:ext uri="{FF2B5EF4-FFF2-40B4-BE49-F238E27FC236}">
                <a16:creationId xmlns:a16="http://schemas.microsoft.com/office/drawing/2014/main" id="{0046E588-C101-6CEF-4759-C84D9E3B9A98}"/>
              </a:ext>
            </a:extLst>
          </p:cNvPr>
          <p:cNvSpPr txBox="1"/>
          <p:nvPr/>
        </p:nvSpPr>
        <p:spPr>
          <a:xfrm>
            <a:off x="10481898" y="2870872"/>
            <a:ext cx="2006041" cy="25199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Unstructured Chaos</a:t>
            </a:r>
          </a:p>
        </p:txBody>
      </p:sp>
      <p:sp>
        <p:nvSpPr>
          <p:cNvPr id="37" name="Create a visual hierarchy. Help users navigate the page with titles, subtitles, and subsubtitles">
            <a:extLst>
              <a:ext uri="{FF2B5EF4-FFF2-40B4-BE49-F238E27FC236}">
                <a16:creationId xmlns:a16="http://schemas.microsoft.com/office/drawing/2014/main" id="{1D94DCB1-370E-1FBC-D96E-BE900863DAB5}"/>
              </a:ext>
            </a:extLst>
          </p:cNvPr>
          <p:cNvSpPr txBox="1"/>
          <p:nvPr/>
        </p:nvSpPr>
        <p:spPr>
          <a:xfrm>
            <a:off x="10466552" y="3160250"/>
            <a:ext cx="2952178" cy="387205"/>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latin typeface="Source Sans Pro" panose="020B0503030403020204" pitchFamily="34" charset="0"/>
                <a:ea typeface="Source Sans Pro" panose="020B0503030403020204" pitchFamily="34" charset="0"/>
                <a:sym typeface="Source Sans Pro"/>
              </a:rPr>
              <a:t>Raw data from many different sources with different formats like sparse matrices, CSVs, and .mbox. </a:t>
            </a: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38" name="Manipulate Variables">
            <a:extLst>
              <a:ext uri="{FF2B5EF4-FFF2-40B4-BE49-F238E27FC236}">
                <a16:creationId xmlns:a16="http://schemas.microsoft.com/office/drawing/2014/main" id="{D1153A72-CAA0-DFFF-B8BF-DFB1A1A451A1}"/>
              </a:ext>
            </a:extLst>
          </p:cNvPr>
          <p:cNvSpPr txBox="1"/>
          <p:nvPr/>
        </p:nvSpPr>
        <p:spPr>
          <a:xfrm>
            <a:off x="10457627" y="4960107"/>
            <a:ext cx="1251946" cy="25199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Capabilities</a:t>
            </a:r>
          </a:p>
        </p:txBody>
      </p:sp>
      <p:sp>
        <p:nvSpPr>
          <p:cNvPr id="39" name="Create a visual hierarchy. Help users navigate the page with titles, subtitles, and subsubtitles">
            <a:extLst>
              <a:ext uri="{FF2B5EF4-FFF2-40B4-BE49-F238E27FC236}">
                <a16:creationId xmlns:a16="http://schemas.microsoft.com/office/drawing/2014/main" id="{A68CFB8F-D680-D891-D815-A3013CDD6819}"/>
              </a:ext>
            </a:extLst>
          </p:cNvPr>
          <p:cNvSpPr txBox="1"/>
          <p:nvPr/>
        </p:nvSpPr>
        <p:spPr>
          <a:xfrm>
            <a:off x="10442280" y="5249485"/>
            <a:ext cx="2952178" cy="802703"/>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latin typeface="Source Sans Pro" panose="020B0503030403020204" pitchFamily="34" charset="0"/>
                <a:ea typeface="Source Sans Pro" panose="020B0503030403020204" pitchFamily="34" charset="0"/>
                <a:sym typeface="Source Sans Pro"/>
              </a:rPr>
              <a:t>Notebooks follow th</a:t>
            </a:r>
            <a:r>
              <a:rPr lang="en-US" sz="1000">
                <a:latin typeface="Source Sans Pro" panose="020B0503030403020204" pitchFamily="34" charset="0"/>
                <a:ea typeface="Source Sans Pro" panose="020B0503030403020204" pitchFamily="34" charset="0"/>
              </a:rPr>
              <a:t>e extract, transform, and load pipeline where users</a:t>
            </a:r>
            <a:r>
              <a:rPr lang="en-US" sz="1000">
                <a:latin typeface="Source Sans Pro" panose="020B0503030403020204" pitchFamily="34" charset="0"/>
                <a:ea typeface="Source Sans Pro" panose="020B0503030403020204" pitchFamily="34" charset="0"/>
                <a:sym typeface="Source Sans Pro"/>
              </a:rPr>
              <a:t> can automatically parse and standardize the raw data from a source in a tables. Tables can be graph by multiple format a few being bipartite</a:t>
            </a:r>
            <a:r>
              <a:rPr lang="en-US" sz="1000">
                <a:latin typeface="Source Sans Pro" panose="020B0503030403020204" pitchFamily="34" charset="0"/>
                <a:ea typeface="Source Sans Pro" panose="020B0503030403020204" pitchFamily="34" charset="0"/>
              </a:rPr>
              <a:t>, temporal, co-change </a:t>
            </a:r>
            <a:r>
              <a:rPr lang="en-US" sz="1000" b="0">
                <a:solidFill>
                  <a:srgbClr val="000000"/>
                </a:solidFill>
                <a:latin typeface="Source Sans Pro" panose="020B0503030403020204" pitchFamily="34" charset="0"/>
                <a:ea typeface="Source Sans Pro" panose="020B0503030403020204" pitchFamily="34" charset="0"/>
              </a:rPr>
              <a:t>then be exported CSVs</a:t>
            </a: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cxnSp>
        <p:nvCxnSpPr>
          <p:cNvPr id="481" name="Straight Connector 480">
            <a:extLst>
              <a:ext uri="{FF2B5EF4-FFF2-40B4-BE49-F238E27FC236}">
                <a16:creationId xmlns:a16="http://schemas.microsoft.com/office/drawing/2014/main" id="{9BD35DA7-DC62-E786-FA7F-FCFE376A6893}"/>
              </a:ext>
            </a:extLst>
          </p:cNvPr>
          <p:cNvCxnSpPr>
            <a:cxnSpLocks/>
          </p:cNvCxnSpPr>
          <p:nvPr/>
        </p:nvCxnSpPr>
        <p:spPr>
          <a:xfrm>
            <a:off x="5134153" y="2957594"/>
            <a:ext cx="449413" cy="1206158"/>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84" name="Straight Connector 483">
            <a:extLst>
              <a:ext uri="{FF2B5EF4-FFF2-40B4-BE49-F238E27FC236}">
                <a16:creationId xmlns:a16="http://schemas.microsoft.com/office/drawing/2014/main" id="{6F899D70-1442-1C2C-A569-D5747C2F0C6C}"/>
              </a:ext>
            </a:extLst>
          </p:cNvPr>
          <p:cNvCxnSpPr>
            <a:cxnSpLocks/>
            <a:endCxn id="34" idx="0"/>
          </p:cNvCxnSpPr>
          <p:nvPr/>
        </p:nvCxnSpPr>
        <p:spPr>
          <a:xfrm>
            <a:off x="5363424" y="2980453"/>
            <a:ext cx="643021" cy="628653"/>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94" name="Straight Connector 493">
            <a:extLst>
              <a:ext uri="{FF2B5EF4-FFF2-40B4-BE49-F238E27FC236}">
                <a16:creationId xmlns:a16="http://schemas.microsoft.com/office/drawing/2014/main" id="{0B09A222-D9DE-FA96-A92D-F4D0A00A424C}"/>
              </a:ext>
            </a:extLst>
          </p:cNvPr>
          <p:cNvCxnSpPr>
            <a:cxnSpLocks/>
          </p:cNvCxnSpPr>
          <p:nvPr/>
        </p:nvCxnSpPr>
        <p:spPr>
          <a:xfrm>
            <a:off x="7779446" y="2680802"/>
            <a:ext cx="1131714" cy="914496"/>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95" name="Straight Connector 494">
            <a:extLst>
              <a:ext uri="{FF2B5EF4-FFF2-40B4-BE49-F238E27FC236}">
                <a16:creationId xmlns:a16="http://schemas.microsoft.com/office/drawing/2014/main" id="{64CF4407-4AE9-8DCF-3298-C310860C0518}"/>
              </a:ext>
            </a:extLst>
          </p:cNvPr>
          <p:cNvCxnSpPr>
            <a:cxnSpLocks/>
          </p:cNvCxnSpPr>
          <p:nvPr/>
        </p:nvCxnSpPr>
        <p:spPr>
          <a:xfrm>
            <a:off x="7788625" y="2930932"/>
            <a:ext cx="643021" cy="628653"/>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96" name="Straight Connector 495">
            <a:extLst>
              <a:ext uri="{FF2B5EF4-FFF2-40B4-BE49-F238E27FC236}">
                <a16:creationId xmlns:a16="http://schemas.microsoft.com/office/drawing/2014/main" id="{63416153-00D7-38A6-9570-FC4F3F4EA7A6}"/>
              </a:ext>
            </a:extLst>
          </p:cNvPr>
          <p:cNvCxnSpPr>
            <a:cxnSpLocks/>
          </p:cNvCxnSpPr>
          <p:nvPr/>
        </p:nvCxnSpPr>
        <p:spPr>
          <a:xfrm>
            <a:off x="7578173" y="2680802"/>
            <a:ext cx="450403" cy="891229"/>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99" name="Straight Connector 498">
            <a:extLst>
              <a:ext uri="{FF2B5EF4-FFF2-40B4-BE49-F238E27FC236}">
                <a16:creationId xmlns:a16="http://schemas.microsoft.com/office/drawing/2014/main" id="{BCE5EC90-7AF1-F53A-9828-910894A120E6}"/>
              </a:ext>
            </a:extLst>
          </p:cNvPr>
          <p:cNvCxnSpPr>
            <a:cxnSpLocks/>
          </p:cNvCxnSpPr>
          <p:nvPr/>
        </p:nvCxnSpPr>
        <p:spPr>
          <a:xfrm>
            <a:off x="7578173" y="2913465"/>
            <a:ext cx="449413" cy="1206158"/>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78356426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E7D63-6417-9FF5-B9A7-E96E1F834B9C}"/>
            </a:ext>
          </a:extLst>
        </p:cNvPr>
        <p:cNvGrpSpPr/>
        <p:nvPr/>
      </p:nvGrpSpPr>
      <p:grpSpPr>
        <a:xfrm>
          <a:off x="0" y="0"/>
          <a:ext cx="0" cy="0"/>
          <a:chOff x="0" y="0"/>
          <a:chExt cx="0" cy="0"/>
        </a:xfrm>
      </p:grpSpPr>
      <p:sp>
        <p:nvSpPr>
          <p:cNvPr id="447" name="TextBox 446">
            <a:extLst>
              <a:ext uri="{FF2B5EF4-FFF2-40B4-BE49-F238E27FC236}">
                <a16:creationId xmlns:a16="http://schemas.microsoft.com/office/drawing/2014/main" id="{80A01A1B-9975-8BB0-01DC-A9E892C26F0C}"/>
              </a:ext>
            </a:extLst>
          </p:cNvPr>
          <p:cNvSpPr txBox="1"/>
          <p:nvPr/>
        </p:nvSpPr>
        <p:spPr>
          <a:xfrm>
            <a:off x="4928113" y="3229616"/>
            <a:ext cx="73797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Tables</a:t>
            </a:r>
          </a:p>
        </p:txBody>
      </p:sp>
      <p:sp>
        <p:nvSpPr>
          <p:cNvPr id="516" name="TextBox 515">
            <a:extLst>
              <a:ext uri="{FF2B5EF4-FFF2-40B4-BE49-F238E27FC236}">
                <a16:creationId xmlns:a16="http://schemas.microsoft.com/office/drawing/2014/main" id="{D26B261C-DBC6-5760-F07C-35EA13ACD0D0}"/>
              </a:ext>
            </a:extLst>
          </p:cNvPr>
          <p:cNvSpPr txBox="1"/>
          <p:nvPr/>
        </p:nvSpPr>
        <p:spPr>
          <a:xfrm>
            <a:off x="5975374" y="9301807"/>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vig</a:t>
            </a:r>
            <a:r>
              <a:rPr lang="en-US" sz="1000" b="0"/>
              <a:t>/ .</a:t>
            </a:r>
            <a:r>
              <a:rPr lang="en-US" sz="1000" b="0" err="1"/>
              <a:t>Rmd</a:t>
            </a:r>
            <a:endParaRPr kumimoji="0" lang="en-US" sz="1000" b="0" i="0" u="none" strike="noStrike" cap="none" spc="0" normalizeH="0" baseline="0">
              <a:ln>
                <a:noFill/>
              </a:ln>
              <a:solidFill>
                <a:srgbClr val="4C4C4C"/>
              </a:solidFill>
              <a:effectLst/>
              <a:uFillTx/>
              <a:sym typeface="Source Sans Pro"/>
            </a:endParaRPr>
          </a:p>
        </p:txBody>
      </p:sp>
      <p:pic>
        <p:nvPicPr>
          <p:cNvPr id="292" name="Image" descr="Image">
            <a:extLst>
              <a:ext uri="{FF2B5EF4-FFF2-40B4-BE49-F238E27FC236}">
                <a16:creationId xmlns:a16="http://schemas.microsoft.com/office/drawing/2014/main" id="{F0AA2A1D-C7BF-6C3A-6D51-18408ABD9F80}"/>
              </a:ext>
            </a:extLst>
          </p:cNvPr>
          <p:cNvPicPr>
            <a:picLocks noChangeAspect="1"/>
          </p:cNvPicPr>
          <p:nvPr/>
        </p:nvPicPr>
        <p:blipFill>
          <a:blip r:embed="rId3"/>
          <a:stretch>
            <a:fillRect/>
          </a:stretch>
        </p:blipFill>
        <p:spPr>
          <a:xfrm>
            <a:off x="9293201" y="-872888"/>
            <a:ext cx="5121226" cy="2990088"/>
          </a:xfrm>
          <a:prstGeom prst="rect">
            <a:avLst/>
          </a:prstGeom>
          <a:ln w="12700">
            <a:miter lim="400000"/>
          </a:ln>
        </p:spPr>
      </p:pic>
      <p:sp>
        <p:nvSpPr>
          <p:cNvPr id="312" name="Line">
            <a:extLst>
              <a:ext uri="{FF2B5EF4-FFF2-40B4-BE49-F238E27FC236}">
                <a16:creationId xmlns:a16="http://schemas.microsoft.com/office/drawing/2014/main" id="{C0AC9625-A682-CE80-6136-0F93CD87CAD2}"/>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64A4FA50-533D-AFB6-A3FC-17B5F7DAED2E}"/>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30E65ABA-59FF-2A11-47FC-7AFD43729E02}"/>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Pipeline</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9E63B9D7-DC52-A8A6-96BB-C3F837E04A07}"/>
              </a:ext>
            </a:extLst>
          </p:cNvPr>
          <p:cNvSpPr txBox="1"/>
          <p:nvPr/>
        </p:nvSpPr>
        <p:spPr>
          <a:xfrm>
            <a:off x="338024" y="1579427"/>
            <a:ext cx="13497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pic>
        <p:nvPicPr>
          <p:cNvPr id="8" name="Picture 7" descr="A picture containing text&#10;&#10;Description automatically generated">
            <a:extLst>
              <a:ext uri="{FF2B5EF4-FFF2-40B4-BE49-F238E27FC236}">
                <a16:creationId xmlns:a16="http://schemas.microsoft.com/office/drawing/2014/main" id="{16D4DFB1-61DB-3AA6-0F80-8A9EB41AF0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39540C13-49FE-D247-EA6B-1A525008D0A2}"/>
              </a:ext>
            </a:extLst>
          </p:cNvPr>
          <p:cNvSpPr txBox="1"/>
          <p:nvPr/>
        </p:nvSpPr>
        <p:spPr>
          <a:xfrm>
            <a:off x="274320" y="1970578"/>
            <a:ext cx="2952178" cy="8134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err="1">
                <a:solidFill>
                  <a:srgbClr val="000000"/>
                </a:solidFill>
                <a:latin typeface="Source Sans Pro" panose="020B0503030403020204" pitchFamily="34" charset="0"/>
                <a:ea typeface="Source Sans Pro" panose="020B0503030403020204" pitchFamily="34" charset="0"/>
                <a:sym typeface="Source Sans Pro Light"/>
              </a:rPr>
              <a:t>Kaiaulu</a:t>
            </a:r>
            <a:r>
              <a:rPr lang="en-US" b="0">
                <a:solidFill>
                  <a:srgbClr val="000000"/>
                </a:solidFill>
                <a:latin typeface="Source Sans Pro" panose="020B0503030403020204" pitchFamily="34" charset="0"/>
                <a:ea typeface="Source Sans Pro" panose="020B0503030403020204" pitchFamily="34" charset="0"/>
                <a:sym typeface="Source Sans Pro Light"/>
              </a:rPr>
              <a:t> supports the download and analysis of multiple sources, such as Git, Jira, and </a:t>
            </a:r>
            <a:r>
              <a:rPr lang="en-US" b="0" err="1">
                <a:solidFill>
                  <a:srgbClr val="000000"/>
                </a:solidFill>
                <a:latin typeface="Source Sans Pro" panose="020B0503030403020204" pitchFamily="34" charset="0"/>
                <a:ea typeface="Source Sans Pro" panose="020B0503030403020204" pitchFamily="34" charset="0"/>
                <a:sym typeface="Source Sans Pro Light"/>
              </a:rPr>
              <a:t>Github</a:t>
            </a:r>
            <a:r>
              <a:rPr lang="en-US" b="0">
                <a:solidFill>
                  <a:srgbClr val="000000"/>
                </a:solidFill>
                <a:latin typeface="Source Sans Pro" panose="020B0503030403020204" pitchFamily="34" charset="0"/>
                <a:ea typeface="Source Sans Pro" panose="020B0503030403020204" pitchFamily="34" charset="0"/>
                <a:sym typeface="Source Sans Pro Light"/>
              </a:rPr>
              <a:t> using tables that are controlled by modules.</a:t>
            </a:r>
            <a:endParaRPr lang="en-US" b="0">
              <a:solidFill>
                <a:srgbClr val="000000"/>
              </a:solidFill>
              <a:latin typeface="Source Sans Pro" panose="020B0503030403020204" pitchFamily="34" charset="0"/>
              <a:ea typeface="Source Sans Pro" panose="020B0503030403020204" pitchFamily="34" charset="0"/>
            </a:endParaRPr>
          </a:p>
        </p:txBody>
      </p:sp>
      <p:sp>
        <p:nvSpPr>
          <p:cNvPr id="424" name="Layout Suggestions">
            <a:extLst>
              <a:ext uri="{FF2B5EF4-FFF2-40B4-BE49-F238E27FC236}">
                <a16:creationId xmlns:a16="http://schemas.microsoft.com/office/drawing/2014/main" id="{F9FD3F4A-3EC2-5A4D-76A7-B6BD6201168B}"/>
              </a:ext>
            </a:extLst>
          </p:cNvPr>
          <p:cNvSpPr txBox="1"/>
          <p:nvPr/>
        </p:nvSpPr>
        <p:spPr>
          <a:xfrm>
            <a:off x="4928113" y="1618434"/>
            <a:ext cx="3892248"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sp>
        <p:nvSpPr>
          <p:cNvPr id="326" name="Manipulate Variables">
            <a:extLst>
              <a:ext uri="{FF2B5EF4-FFF2-40B4-BE49-F238E27FC236}">
                <a16:creationId xmlns:a16="http://schemas.microsoft.com/office/drawing/2014/main" id="{2DCF2317-0E98-2D96-C35A-E875D75D6E49}"/>
              </a:ext>
            </a:extLst>
          </p:cNvPr>
          <p:cNvSpPr txBox="1"/>
          <p:nvPr/>
        </p:nvSpPr>
        <p:spPr>
          <a:xfrm>
            <a:off x="322625" y="8904674"/>
            <a:ext cx="1490793"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Notebooks</a:t>
            </a:r>
            <a:endParaRPr/>
          </a:p>
        </p:txBody>
      </p:sp>
      <p:sp>
        <p:nvSpPr>
          <p:cNvPr id="342" name="Create a visual hierarchy. Help users navigate the page with titles, subtitles, and subsubtitles">
            <a:extLst>
              <a:ext uri="{FF2B5EF4-FFF2-40B4-BE49-F238E27FC236}">
                <a16:creationId xmlns:a16="http://schemas.microsoft.com/office/drawing/2014/main" id="{4A9351FC-E655-CE43-23D9-55171948AA73}"/>
              </a:ext>
            </a:extLst>
          </p:cNvPr>
          <p:cNvSpPr txBox="1"/>
          <p:nvPr/>
        </p:nvSpPr>
        <p:spPr>
          <a:xfrm>
            <a:off x="302293" y="9227958"/>
            <a:ext cx="2974015" cy="44260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solidFill>
                  <a:schemeClr val="bg2">
                    <a:lumMod val="10000"/>
                  </a:schemeClr>
                </a:solidFill>
                <a:latin typeface="Source Sans Pro" panose="020B0503030403020204" pitchFamily="34" charset="0"/>
                <a:ea typeface="Source Sans Pro" panose="020B0503030403020204" pitchFamily="34" charset="0"/>
                <a:sym typeface="Source Sans Pro"/>
              </a:rPr>
              <a:t>Grant’s users' access to the </a:t>
            </a:r>
            <a:r>
              <a:rPr lang="en-US">
                <a:solidFill>
                  <a:schemeClr val="bg2">
                    <a:lumMod val="10000"/>
                  </a:schemeClr>
                </a:solidFill>
                <a:latin typeface="Source Sans Pro" panose="020B0503030403020204" pitchFamily="34" charset="0"/>
                <a:ea typeface="Source Sans Pro" panose="020B0503030403020204" pitchFamily="34" charset="0"/>
              </a:rPr>
              <a:t>modules and the ability to export the analysis preformed</a:t>
            </a:r>
            <a:endParaRPr lang="en-US">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513" name="TextBox 512">
            <a:extLst>
              <a:ext uri="{FF2B5EF4-FFF2-40B4-BE49-F238E27FC236}">
                <a16:creationId xmlns:a16="http://schemas.microsoft.com/office/drawing/2014/main" id="{8FEFCEB7-1A0A-5B6C-2119-10FA876F0D10}"/>
              </a:ext>
            </a:extLst>
          </p:cNvPr>
          <p:cNvSpPr txBox="1"/>
          <p:nvPr/>
        </p:nvSpPr>
        <p:spPr>
          <a:xfrm>
            <a:off x="4339383" y="5895947"/>
            <a:ext cx="65467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Container</a:t>
            </a:r>
          </a:p>
        </p:txBody>
      </p:sp>
      <p:sp>
        <p:nvSpPr>
          <p:cNvPr id="529" name="Manipulate Variables">
            <a:extLst>
              <a:ext uri="{FF2B5EF4-FFF2-40B4-BE49-F238E27FC236}">
                <a16:creationId xmlns:a16="http://schemas.microsoft.com/office/drawing/2014/main" id="{0EB7D796-90AE-362D-57EF-AAD06F7F2945}"/>
              </a:ext>
            </a:extLst>
          </p:cNvPr>
          <p:cNvSpPr txBox="1"/>
          <p:nvPr/>
        </p:nvSpPr>
        <p:spPr>
          <a:xfrm>
            <a:off x="285633" y="4445989"/>
            <a:ext cx="160620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sz="2500"/>
              <a:t>Data Tables</a:t>
            </a:r>
            <a:endParaRPr sz="2500">
              <a:solidFill>
                <a:schemeClr val="tx2"/>
              </a:solidFill>
            </a:endParaRPr>
          </a:p>
        </p:txBody>
      </p:sp>
      <p:sp>
        <p:nvSpPr>
          <p:cNvPr id="530" name="Create a visual hierarchy. Help users navigate the page with titles, subtitles, and subsubtitles">
            <a:extLst>
              <a:ext uri="{FF2B5EF4-FFF2-40B4-BE49-F238E27FC236}">
                <a16:creationId xmlns:a16="http://schemas.microsoft.com/office/drawing/2014/main" id="{901A3D2D-0BE7-808B-A63B-8AEB26FE78FD}"/>
              </a:ext>
            </a:extLst>
          </p:cNvPr>
          <p:cNvSpPr txBox="1"/>
          <p:nvPr/>
        </p:nvSpPr>
        <p:spPr>
          <a:xfrm>
            <a:off x="276693" y="4808712"/>
            <a:ext cx="2952178" cy="775003"/>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Can be used to connect modules based on </a:t>
            </a:r>
            <a:r>
              <a:rPr lang="en-US">
                <a:solidFill>
                  <a:schemeClr val="accent2"/>
                </a:solidFill>
                <a:latin typeface="Source Sans Pro" panose="020B0503030403020204" pitchFamily="34" charset="0"/>
                <a:ea typeface="Source Sans Pro" panose="020B0503030403020204" pitchFamily="34" charset="0"/>
              </a:rPr>
              <a:t>columns</a:t>
            </a:r>
            <a:r>
              <a:rPr lang="en-US">
                <a:latin typeface="Source Sans Pro" panose="020B0503030403020204" pitchFamily="34" charset="0"/>
                <a:ea typeface="Source Sans Pro" panose="020B0503030403020204" pitchFamily="34" charset="0"/>
              </a:rPr>
              <a:t> seen with the </a:t>
            </a:r>
            <a:r>
              <a:rPr lang="en-US">
                <a:solidFill>
                  <a:schemeClr val="accent1">
                    <a:lumMod val="50000"/>
                  </a:schemeClr>
                </a:solidFill>
                <a:latin typeface="Source Sans Pro" panose="020B0503030403020204" pitchFamily="34" charset="0"/>
                <a:ea typeface="Source Sans Pro" panose="020B0503030403020204" pitchFamily="34" charset="0"/>
              </a:rPr>
              <a:t>dark blue row</a:t>
            </a:r>
            <a:r>
              <a:rPr lang="en-US">
                <a:latin typeface="Source Sans Pro" panose="020B0503030403020204" pitchFamily="34" charset="0"/>
                <a:ea typeface="Source Sans Pro" panose="020B0503030403020204" pitchFamily="34" charset="0"/>
              </a:rPr>
              <a:t>.</a:t>
            </a:r>
            <a:r>
              <a:rPr lang="en-US" b="0">
                <a:solidFill>
                  <a:srgbClr val="000000"/>
                </a:solidFill>
                <a:latin typeface="Source Sans Pro" panose="020B0503030403020204" pitchFamily="34" charset="0"/>
                <a:ea typeface="Source Sans Pro" panose="020B0503030403020204" pitchFamily="34" charset="0"/>
                <a:sym typeface="Source Sans Pro Light"/>
              </a:rPr>
              <a:t> Kaiaulu uses .csv format for the tables with plans to expand other formats later.</a:t>
            </a:r>
            <a:endParaRPr>
              <a:latin typeface="Source Sans Pro" panose="020B0503030403020204" pitchFamily="34" charset="0"/>
              <a:ea typeface="Source Sans Pro" panose="020B0503030403020204" pitchFamily="34" charset="0"/>
              <a:sym typeface="Source Sans Pro"/>
            </a:endParaRPr>
          </a:p>
        </p:txBody>
      </p:sp>
      <p:sp>
        <p:nvSpPr>
          <p:cNvPr id="5" name="TextBox 4">
            <a:extLst>
              <a:ext uri="{FF2B5EF4-FFF2-40B4-BE49-F238E27FC236}">
                <a16:creationId xmlns:a16="http://schemas.microsoft.com/office/drawing/2014/main" id="{9976F94E-4671-15AB-B6D7-0C1E0071264E}"/>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5">
                  <a:extLst>
                    <a:ext uri="{A12FA001-AC4F-418D-AE19-62706E023703}">
                      <ahyp:hlinkClr xmlns:ahyp="http://schemas.microsoft.com/office/drawing/2018/hyperlinkcolor" val="tx"/>
                    </a:ext>
                  </a:extLst>
                </a:hlinkClick>
              </a:rPr>
              <a:t>CC BY SA</a:t>
            </a:r>
            <a:r>
              <a:rPr lang="en-US" sz="1000" b="0">
                <a:solidFill>
                  <a:schemeClr val="tx1"/>
                </a:solidFill>
              </a:rPr>
              <a:t> John Flinn</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547" name="Connector: Elbow 546">
            <a:extLst>
              <a:ext uri="{FF2B5EF4-FFF2-40B4-BE49-F238E27FC236}">
                <a16:creationId xmlns:a16="http://schemas.microsoft.com/office/drawing/2014/main" id="{CEC9493E-3632-43B0-E11A-7300FC09113F}"/>
              </a:ext>
            </a:extLst>
          </p:cNvPr>
          <p:cNvCxnSpPr>
            <a:cxnSpLocks/>
            <a:endCxn id="447" idx="1"/>
          </p:cNvCxnSpPr>
          <p:nvPr/>
        </p:nvCxnSpPr>
        <p:spPr>
          <a:xfrm flipV="1">
            <a:off x="3228871" y="3374487"/>
            <a:ext cx="1699242" cy="1821727"/>
          </a:xfrm>
          <a:prstGeom prst="bentConnector3">
            <a:avLst>
              <a:gd name="adj1" fmla="val 2713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Connector: Elbow 555">
            <a:extLst>
              <a:ext uri="{FF2B5EF4-FFF2-40B4-BE49-F238E27FC236}">
                <a16:creationId xmlns:a16="http://schemas.microsoft.com/office/drawing/2014/main" id="{7AF1C27B-5836-86A2-B7C9-AF3F4A3DE3D4}"/>
              </a:ext>
            </a:extLst>
          </p:cNvPr>
          <p:cNvCxnSpPr>
            <a:cxnSpLocks/>
            <a:endCxn id="827" idx="1"/>
          </p:cNvCxnSpPr>
          <p:nvPr/>
        </p:nvCxnSpPr>
        <p:spPr>
          <a:xfrm flipV="1">
            <a:off x="3246141" y="3832751"/>
            <a:ext cx="1107259" cy="2785230"/>
          </a:xfrm>
          <a:prstGeom prst="bentConnector3">
            <a:avLst>
              <a:gd name="adj1" fmla="val 58636"/>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3" name="Graphic 2" descr="Paper outline">
            <a:extLst>
              <a:ext uri="{FF2B5EF4-FFF2-40B4-BE49-F238E27FC236}">
                <a16:creationId xmlns:a16="http://schemas.microsoft.com/office/drawing/2014/main" id="{5116C807-0B79-5B61-0B19-4CE665AFAAA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26128" y="8630092"/>
            <a:ext cx="1422056" cy="1422056"/>
          </a:xfrm>
          <a:prstGeom prst="rect">
            <a:avLst/>
          </a:prstGeom>
        </p:spPr>
      </p:pic>
      <p:sp>
        <p:nvSpPr>
          <p:cNvPr id="4" name="TextBox 3">
            <a:extLst>
              <a:ext uri="{FF2B5EF4-FFF2-40B4-BE49-F238E27FC236}">
                <a16:creationId xmlns:a16="http://schemas.microsoft.com/office/drawing/2014/main" id="{52667109-BA55-82BA-C2AA-D2C78BA3B2B5}"/>
              </a:ext>
            </a:extLst>
          </p:cNvPr>
          <p:cNvSpPr txBox="1"/>
          <p:nvPr/>
        </p:nvSpPr>
        <p:spPr>
          <a:xfrm>
            <a:off x="6836832" y="9944569"/>
            <a:ext cx="108813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b</a:t>
            </a:r>
            <a:r>
              <a:rPr kumimoji="0" lang="en-US" sz="1000" b="0" i="0" u="none" strike="noStrike" cap="none" spc="0" normalizeH="0" baseline="0" err="1">
                <a:ln>
                  <a:noFill/>
                </a:ln>
                <a:solidFill>
                  <a:srgbClr val="4C4C4C"/>
                </a:solidFill>
                <a:effectLst/>
                <a:uFillTx/>
                <a:sym typeface="Source Sans Pro"/>
              </a:rPr>
              <a:t>ug_count.Rmd</a:t>
            </a:r>
            <a:endParaRPr kumimoji="0" lang="en-US" sz="1000" b="0" i="0" u="none" strike="noStrike" cap="none" spc="0" normalizeH="0" baseline="0">
              <a:ln>
                <a:noFill/>
              </a:ln>
              <a:solidFill>
                <a:srgbClr val="4C4C4C"/>
              </a:solidFill>
              <a:effectLst/>
              <a:uFillTx/>
              <a:sym typeface="Source Sans Pro"/>
            </a:endParaRPr>
          </a:p>
        </p:txBody>
      </p:sp>
      <p:graphicFrame>
        <p:nvGraphicFramePr>
          <p:cNvPr id="14" name="Table">
            <a:extLst>
              <a:ext uri="{FF2B5EF4-FFF2-40B4-BE49-F238E27FC236}">
                <a16:creationId xmlns:a16="http://schemas.microsoft.com/office/drawing/2014/main" id="{F3E73040-66C5-A235-451B-F9E4E038CF60}"/>
              </a:ext>
            </a:extLst>
          </p:cNvPr>
          <p:cNvGraphicFramePr/>
          <p:nvPr/>
        </p:nvGraphicFramePr>
        <p:xfrm>
          <a:off x="6064413" y="3176654"/>
          <a:ext cx="269392" cy="42672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8534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graphicFrame>
        <p:nvGraphicFramePr>
          <p:cNvPr id="23" name="Table">
            <a:extLst>
              <a:ext uri="{FF2B5EF4-FFF2-40B4-BE49-F238E27FC236}">
                <a16:creationId xmlns:a16="http://schemas.microsoft.com/office/drawing/2014/main" id="{8399DBBC-8808-2F15-F846-B4F7A89466B7}"/>
              </a:ext>
            </a:extLst>
          </p:cNvPr>
          <p:cNvGraphicFramePr/>
          <p:nvPr/>
        </p:nvGraphicFramePr>
        <p:xfrm>
          <a:off x="6422050" y="3165658"/>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34" name="Rectangle 33">
            <a:extLst>
              <a:ext uri="{FF2B5EF4-FFF2-40B4-BE49-F238E27FC236}">
                <a16:creationId xmlns:a16="http://schemas.microsoft.com/office/drawing/2014/main" id="{9D06551B-980C-DB36-2F08-32A046EBB673}"/>
              </a:ext>
            </a:extLst>
          </p:cNvPr>
          <p:cNvSpPr/>
          <p:nvPr/>
        </p:nvSpPr>
        <p:spPr>
          <a:xfrm>
            <a:off x="6020660" y="3114253"/>
            <a:ext cx="911592" cy="540616"/>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56" name="Straight Arrow Connector 55">
            <a:extLst>
              <a:ext uri="{FF2B5EF4-FFF2-40B4-BE49-F238E27FC236}">
                <a16:creationId xmlns:a16="http://schemas.microsoft.com/office/drawing/2014/main" id="{1B957B73-87A7-DB3B-835F-3F161BEF2BF2}"/>
              </a:ext>
            </a:extLst>
          </p:cNvPr>
          <p:cNvCxnSpPr>
            <a:cxnSpLocks/>
          </p:cNvCxnSpPr>
          <p:nvPr/>
        </p:nvCxnSpPr>
        <p:spPr>
          <a:xfrm>
            <a:off x="6863776" y="3209411"/>
            <a:ext cx="1699802" cy="0"/>
          </a:xfrm>
          <a:prstGeom prst="straightConnector1">
            <a:avLst/>
          </a:prstGeom>
          <a:noFill/>
          <a:ln w="25400" cap="flat">
            <a:solidFill>
              <a:schemeClr val="accent2"/>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pic>
        <p:nvPicPr>
          <p:cNvPr id="462" name="Graphic 461" descr="Paper outline">
            <a:extLst>
              <a:ext uri="{FF2B5EF4-FFF2-40B4-BE49-F238E27FC236}">
                <a16:creationId xmlns:a16="http://schemas.microsoft.com/office/drawing/2014/main" id="{34C8D2C1-9168-9939-1465-7BE5034AC3B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68547" y="5895947"/>
            <a:ext cx="703352" cy="663244"/>
          </a:xfrm>
          <a:prstGeom prst="rect">
            <a:avLst/>
          </a:prstGeom>
        </p:spPr>
      </p:pic>
      <p:pic>
        <p:nvPicPr>
          <p:cNvPr id="463" name="Graphic 462" descr="Paper outline">
            <a:extLst>
              <a:ext uri="{FF2B5EF4-FFF2-40B4-BE49-F238E27FC236}">
                <a16:creationId xmlns:a16="http://schemas.microsoft.com/office/drawing/2014/main" id="{E608FFCB-A87A-7951-250A-E038B06098F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93234" y="5912904"/>
            <a:ext cx="703352" cy="663244"/>
          </a:xfrm>
          <a:prstGeom prst="rect">
            <a:avLst/>
          </a:prstGeom>
        </p:spPr>
      </p:pic>
      <p:pic>
        <p:nvPicPr>
          <p:cNvPr id="464" name="Graphic 463" descr="Paper outline">
            <a:extLst>
              <a:ext uri="{FF2B5EF4-FFF2-40B4-BE49-F238E27FC236}">
                <a16:creationId xmlns:a16="http://schemas.microsoft.com/office/drawing/2014/main" id="{81D12DF4-E26C-F932-54EA-0E7127C0642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56143" y="4704865"/>
            <a:ext cx="703352" cy="663244"/>
          </a:xfrm>
          <a:prstGeom prst="rect">
            <a:avLst/>
          </a:prstGeom>
        </p:spPr>
      </p:pic>
      <p:sp>
        <p:nvSpPr>
          <p:cNvPr id="467" name="TextBox 466">
            <a:extLst>
              <a:ext uri="{FF2B5EF4-FFF2-40B4-BE49-F238E27FC236}">
                <a16:creationId xmlns:a16="http://schemas.microsoft.com/office/drawing/2014/main" id="{4EE9DB59-02AF-1392-0B45-980A8F1CAD28}"/>
              </a:ext>
            </a:extLst>
          </p:cNvPr>
          <p:cNvSpPr txBox="1"/>
          <p:nvPr/>
        </p:nvSpPr>
        <p:spPr>
          <a:xfrm>
            <a:off x="5478459" y="6454235"/>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exec</a:t>
            </a:r>
          </a:p>
        </p:txBody>
      </p:sp>
      <p:sp>
        <p:nvSpPr>
          <p:cNvPr id="469" name="TextBox 468">
            <a:extLst>
              <a:ext uri="{FF2B5EF4-FFF2-40B4-BE49-F238E27FC236}">
                <a16:creationId xmlns:a16="http://schemas.microsoft.com/office/drawing/2014/main" id="{10F38F58-5CE7-600E-2F33-35B08FAF8F84}"/>
              </a:ext>
            </a:extLst>
          </p:cNvPr>
          <p:cNvSpPr txBox="1"/>
          <p:nvPr/>
        </p:nvSpPr>
        <p:spPr>
          <a:xfrm>
            <a:off x="6134197" y="6446667"/>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test</a:t>
            </a:r>
            <a:endParaRPr kumimoji="0" lang="en-US" sz="800" b="0" i="0" u="none" strike="noStrike" cap="none" spc="0" normalizeH="0" baseline="0">
              <a:ln>
                <a:noFill/>
              </a:ln>
              <a:solidFill>
                <a:srgbClr val="4C4C4C"/>
              </a:solidFill>
              <a:effectLst/>
              <a:uFillTx/>
              <a:sym typeface="Source Sans Pro"/>
            </a:endParaRPr>
          </a:p>
        </p:txBody>
      </p:sp>
      <p:sp>
        <p:nvSpPr>
          <p:cNvPr id="474" name="TextBox 473">
            <a:extLst>
              <a:ext uri="{FF2B5EF4-FFF2-40B4-BE49-F238E27FC236}">
                <a16:creationId xmlns:a16="http://schemas.microsoft.com/office/drawing/2014/main" id="{3D930D3D-E11A-E537-1238-9F5548814BAC}"/>
              </a:ext>
            </a:extLst>
          </p:cNvPr>
          <p:cNvSpPr txBox="1"/>
          <p:nvPr/>
        </p:nvSpPr>
        <p:spPr>
          <a:xfrm>
            <a:off x="5446724" y="5272128"/>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cxnSp>
        <p:nvCxnSpPr>
          <p:cNvPr id="487" name="Straight Connector 486">
            <a:extLst>
              <a:ext uri="{FF2B5EF4-FFF2-40B4-BE49-F238E27FC236}">
                <a16:creationId xmlns:a16="http://schemas.microsoft.com/office/drawing/2014/main" id="{F292797A-6C48-BD46-9E3C-03A41F161477}"/>
              </a:ext>
            </a:extLst>
          </p:cNvPr>
          <p:cNvCxnSpPr>
            <a:cxnSpLocks/>
          </p:cNvCxnSpPr>
          <p:nvPr/>
        </p:nvCxnSpPr>
        <p:spPr>
          <a:xfrm flipH="1">
            <a:off x="5162559" y="3654869"/>
            <a:ext cx="850390" cy="466983"/>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98" name="Straight Connector 497">
            <a:extLst>
              <a:ext uri="{FF2B5EF4-FFF2-40B4-BE49-F238E27FC236}">
                <a16:creationId xmlns:a16="http://schemas.microsoft.com/office/drawing/2014/main" id="{8205D0EF-9628-2E83-C1FE-02A949354254}"/>
              </a:ext>
            </a:extLst>
          </p:cNvPr>
          <p:cNvCxnSpPr>
            <a:cxnSpLocks/>
          </p:cNvCxnSpPr>
          <p:nvPr/>
        </p:nvCxnSpPr>
        <p:spPr>
          <a:xfrm>
            <a:off x="6939963" y="3640333"/>
            <a:ext cx="0" cy="488134"/>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2" name="Straight Connector 501">
            <a:extLst>
              <a:ext uri="{FF2B5EF4-FFF2-40B4-BE49-F238E27FC236}">
                <a16:creationId xmlns:a16="http://schemas.microsoft.com/office/drawing/2014/main" id="{64725671-39EA-A8F7-E462-832D3573AB57}"/>
              </a:ext>
            </a:extLst>
          </p:cNvPr>
          <p:cNvCxnSpPr>
            <a:cxnSpLocks/>
          </p:cNvCxnSpPr>
          <p:nvPr/>
        </p:nvCxnSpPr>
        <p:spPr>
          <a:xfrm>
            <a:off x="9362761" y="3617888"/>
            <a:ext cx="4211" cy="503964"/>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4" name="Straight Connector 503">
            <a:extLst>
              <a:ext uri="{FF2B5EF4-FFF2-40B4-BE49-F238E27FC236}">
                <a16:creationId xmlns:a16="http://schemas.microsoft.com/office/drawing/2014/main" id="{880C890F-EC29-313E-A954-547796C88A0D}"/>
              </a:ext>
            </a:extLst>
          </p:cNvPr>
          <p:cNvCxnSpPr>
            <a:cxnSpLocks/>
          </p:cNvCxnSpPr>
          <p:nvPr/>
        </p:nvCxnSpPr>
        <p:spPr>
          <a:xfrm flipH="1">
            <a:off x="7589568" y="3608975"/>
            <a:ext cx="917232" cy="540568"/>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36" name="Connector: Elbow 535">
            <a:extLst>
              <a:ext uri="{FF2B5EF4-FFF2-40B4-BE49-F238E27FC236}">
                <a16:creationId xmlns:a16="http://schemas.microsoft.com/office/drawing/2014/main" id="{6BF68458-F5C9-5640-0BC2-535C606A47F9}"/>
              </a:ext>
            </a:extLst>
          </p:cNvPr>
          <p:cNvCxnSpPr>
            <a:cxnSpLocks/>
            <a:endCxn id="516" idx="1"/>
          </p:cNvCxnSpPr>
          <p:nvPr/>
        </p:nvCxnSpPr>
        <p:spPr>
          <a:xfrm flipV="1">
            <a:off x="3276308" y="9446678"/>
            <a:ext cx="2699066" cy="2583"/>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aphicFrame>
        <p:nvGraphicFramePr>
          <p:cNvPr id="601" name="Table">
            <a:extLst>
              <a:ext uri="{FF2B5EF4-FFF2-40B4-BE49-F238E27FC236}">
                <a16:creationId xmlns:a16="http://schemas.microsoft.com/office/drawing/2014/main" id="{3F903C17-A50E-92D3-DD31-612B6587E88F}"/>
              </a:ext>
            </a:extLst>
          </p:cNvPr>
          <p:cNvGraphicFramePr/>
          <p:nvPr/>
        </p:nvGraphicFramePr>
        <p:xfrm>
          <a:off x="8575424" y="3136092"/>
          <a:ext cx="306944" cy="44586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sp>
        <p:nvSpPr>
          <p:cNvPr id="609" name="Manipulate Variables">
            <a:extLst>
              <a:ext uri="{FF2B5EF4-FFF2-40B4-BE49-F238E27FC236}">
                <a16:creationId xmlns:a16="http://schemas.microsoft.com/office/drawing/2014/main" id="{EDAB07DF-F6A0-9FC9-C9E2-7268EA3C011B}"/>
              </a:ext>
            </a:extLst>
          </p:cNvPr>
          <p:cNvSpPr txBox="1"/>
          <p:nvPr/>
        </p:nvSpPr>
        <p:spPr>
          <a:xfrm>
            <a:off x="293963" y="5898446"/>
            <a:ext cx="1455527"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Data Layer</a:t>
            </a:r>
            <a:endParaRPr/>
          </a:p>
        </p:txBody>
      </p:sp>
      <p:sp>
        <p:nvSpPr>
          <p:cNvPr id="610" name="Create a visual hierarchy. Help users navigate the page with titles, subtitles, and subsubtitles">
            <a:extLst>
              <a:ext uri="{FF2B5EF4-FFF2-40B4-BE49-F238E27FC236}">
                <a16:creationId xmlns:a16="http://schemas.microsoft.com/office/drawing/2014/main" id="{E0754F33-4762-0566-2CC7-F981BE87C5CB}"/>
              </a:ext>
            </a:extLst>
          </p:cNvPr>
          <p:cNvSpPr txBox="1"/>
          <p:nvPr/>
        </p:nvSpPr>
        <p:spPr>
          <a:xfrm>
            <a:off x="293963" y="6313579"/>
            <a:ext cx="2952178" cy="608804"/>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Data layer acts as insulation to separate tables from the modules to prevent users from directly changing the tables.</a:t>
            </a:r>
            <a:r>
              <a:rPr lang="en-US" b="0">
                <a:solidFill>
                  <a:srgbClr val="000000"/>
                </a:solidFill>
                <a:latin typeface="Source Sans Pro" panose="020B0503030403020204" pitchFamily="34" charset="0"/>
                <a:ea typeface="Source Sans Pro" panose="020B0503030403020204" pitchFamily="34" charset="0"/>
              </a:rPr>
              <a:t> </a:t>
            </a:r>
            <a:endParaRPr>
              <a:latin typeface="Source Sans Pro" panose="020B0503030403020204" pitchFamily="34" charset="0"/>
              <a:ea typeface="Source Sans Pro" panose="020B0503030403020204" pitchFamily="34" charset="0"/>
              <a:sym typeface="Source Sans Pro"/>
            </a:endParaRPr>
          </a:p>
        </p:txBody>
      </p:sp>
      <p:sp>
        <p:nvSpPr>
          <p:cNvPr id="827" name="TextBox 826">
            <a:extLst>
              <a:ext uri="{FF2B5EF4-FFF2-40B4-BE49-F238E27FC236}">
                <a16:creationId xmlns:a16="http://schemas.microsoft.com/office/drawing/2014/main" id="{0D9C5C29-2E8C-5895-D2AF-A2181687F522}"/>
              </a:ext>
            </a:extLst>
          </p:cNvPr>
          <p:cNvSpPr txBox="1"/>
          <p:nvPr/>
        </p:nvSpPr>
        <p:spPr>
          <a:xfrm>
            <a:off x="4353400" y="3687880"/>
            <a:ext cx="76235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Data Layer</a:t>
            </a:r>
            <a:endParaRPr kumimoji="0" lang="en-US" sz="1000" b="0" i="0" u="none" strike="noStrike" cap="none" spc="0" normalizeH="0" baseline="0">
              <a:ln>
                <a:noFill/>
              </a:ln>
              <a:solidFill>
                <a:srgbClr val="4C4C4C"/>
              </a:solidFill>
              <a:effectLst/>
              <a:uFillTx/>
              <a:sym typeface="Source Sans Pro"/>
            </a:endParaRPr>
          </a:p>
        </p:txBody>
      </p:sp>
      <p:cxnSp>
        <p:nvCxnSpPr>
          <p:cNvPr id="836" name="Connector: Elbow 835">
            <a:extLst>
              <a:ext uri="{FF2B5EF4-FFF2-40B4-BE49-F238E27FC236}">
                <a16:creationId xmlns:a16="http://schemas.microsoft.com/office/drawing/2014/main" id="{64B46F64-7EEE-981F-A2FA-FBECAF1AA80D}"/>
              </a:ext>
            </a:extLst>
          </p:cNvPr>
          <p:cNvCxnSpPr>
            <a:cxnSpLocks/>
            <a:endCxn id="513" idx="1"/>
          </p:cNvCxnSpPr>
          <p:nvPr/>
        </p:nvCxnSpPr>
        <p:spPr>
          <a:xfrm flipV="1">
            <a:off x="3435412" y="6040818"/>
            <a:ext cx="903971" cy="1749452"/>
          </a:xfrm>
          <a:prstGeom prst="bentConnector3">
            <a:avLst>
              <a:gd name="adj1" fmla="val 7380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852" name="TextBox 851">
            <a:extLst>
              <a:ext uri="{FF2B5EF4-FFF2-40B4-BE49-F238E27FC236}">
                <a16:creationId xmlns:a16="http://schemas.microsoft.com/office/drawing/2014/main" id="{83E129CE-9F81-0C30-BB59-239E86559990}"/>
              </a:ext>
            </a:extLst>
          </p:cNvPr>
          <p:cNvSpPr txBox="1"/>
          <p:nvPr/>
        </p:nvSpPr>
        <p:spPr>
          <a:xfrm>
            <a:off x="4678672" y="2316156"/>
            <a:ext cx="75086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Raw Data</a:t>
            </a:r>
            <a:endParaRPr kumimoji="0" lang="en-US" sz="1000" b="0" i="0" u="none" strike="noStrike" cap="none" spc="0" normalizeH="0" baseline="0">
              <a:ln>
                <a:noFill/>
              </a:ln>
              <a:solidFill>
                <a:srgbClr val="4C4C4C"/>
              </a:solidFill>
              <a:effectLst/>
              <a:uFillTx/>
              <a:sym typeface="Source Sans Pro"/>
            </a:endParaRPr>
          </a:p>
        </p:txBody>
      </p:sp>
      <p:sp>
        <p:nvSpPr>
          <p:cNvPr id="861" name="TextBox 860">
            <a:extLst>
              <a:ext uri="{FF2B5EF4-FFF2-40B4-BE49-F238E27FC236}">
                <a16:creationId xmlns:a16="http://schemas.microsoft.com/office/drawing/2014/main" id="{2BC08E52-1E43-5FA7-B709-D65C05EDE4F3}"/>
              </a:ext>
            </a:extLst>
          </p:cNvPr>
          <p:cNvSpPr txBox="1"/>
          <p:nvPr/>
        </p:nvSpPr>
        <p:spPr>
          <a:xfrm>
            <a:off x="7326066" y="2870274"/>
            <a:ext cx="8085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accent2"/>
                </a:solidFill>
                <a:effectLst/>
                <a:uFillTx/>
                <a:sym typeface="Source Sans Pro"/>
              </a:rPr>
              <a:t>Connection</a:t>
            </a:r>
          </a:p>
        </p:txBody>
      </p:sp>
      <p:sp>
        <p:nvSpPr>
          <p:cNvPr id="42" name="Rectangle 41">
            <a:extLst>
              <a:ext uri="{FF2B5EF4-FFF2-40B4-BE49-F238E27FC236}">
                <a16:creationId xmlns:a16="http://schemas.microsoft.com/office/drawing/2014/main" id="{0F6DFE83-2FAE-9EF3-9BB6-9738FD5EA8F1}"/>
              </a:ext>
            </a:extLst>
          </p:cNvPr>
          <p:cNvSpPr/>
          <p:nvPr/>
        </p:nvSpPr>
        <p:spPr>
          <a:xfrm>
            <a:off x="5160134" y="4152944"/>
            <a:ext cx="1782550" cy="3852679"/>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 name="TextBox 44">
            <a:extLst>
              <a:ext uri="{FF2B5EF4-FFF2-40B4-BE49-F238E27FC236}">
                <a16:creationId xmlns:a16="http://schemas.microsoft.com/office/drawing/2014/main" id="{FAF31F43-0ACC-F805-FB94-107A9D237597}"/>
              </a:ext>
            </a:extLst>
          </p:cNvPr>
          <p:cNvSpPr txBox="1"/>
          <p:nvPr/>
        </p:nvSpPr>
        <p:spPr>
          <a:xfrm>
            <a:off x="5162559" y="4127460"/>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461" name="Rectangle 460">
            <a:extLst>
              <a:ext uri="{FF2B5EF4-FFF2-40B4-BE49-F238E27FC236}">
                <a16:creationId xmlns:a16="http://schemas.microsoft.com/office/drawing/2014/main" id="{4CF4ECDE-0176-1EEC-44BB-CB4EDA6D3434}"/>
              </a:ext>
            </a:extLst>
          </p:cNvPr>
          <p:cNvSpPr/>
          <p:nvPr/>
        </p:nvSpPr>
        <p:spPr>
          <a:xfrm>
            <a:off x="5592020" y="2186429"/>
            <a:ext cx="434435" cy="529258"/>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465" name="Table">
            <a:extLst>
              <a:ext uri="{FF2B5EF4-FFF2-40B4-BE49-F238E27FC236}">
                <a16:creationId xmlns:a16="http://schemas.microsoft.com/office/drawing/2014/main" id="{A016BEA9-0D52-9C19-1790-B2A76AB7CA81}"/>
              </a:ext>
            </a:extLst>
          </p:cNvPr>
          <p:cNvGraphicFramePr/>
          <p:nvPr/>
        </p:nvGraphicFramePr>
        <p:xfrm>
          <a:off x="8979069" y="3147616"/>
          <a:ext cx="269392" cy="42672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8534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468" name="Rectangle 467">
            <a:extLst>
              <a:ext uri="{FF2B5EF4-FFF2-40B4-BE49-F238E27FC236}">
                <a16:creationId xmlns:a16="http://schemas.microsoft.com/office/drawing/2014/main" id="{2858755C-EE25-01B3-6CDF-AD98465461FF}"/>
              </a:ext>
            </a:extLst>
          </p:cNvPr>
          <p:cNvSpPr/>
          <p:nvPr/>
        </p:nvSpPr>
        <p:spPr>
          <a:xfrm>
            <a:off x="8502463" y="3084001"/>
            <a:ext cx="860298" cy="540616"/>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77" name="Oval 476">
            <a:extLst>
              <a:ext uri="{FF2B5EF4-FFF2-40B4-BE49-F238E27FC236}">
                <a16:creationId xmlns:a16="http://schemas.microsoft.com/office/drawing/2014/main" id="{6F70BBB9-B5AB-ABF2-6DE9-B518EDD68D20}"/>
              </a:ext>
            </a:extLst>
          </p:cNvPr>
          <p:cNvSpPr/>
          <p:nvPr/>
        </p:nvSpPr>
        <p:spPr>
          <a:xfrm>
            <a:off x="5659771" y="2212397"/>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78" name="Oval 477">
            <a:extLst>
              <a:ext uri="{FF2B5EF4-FFF2-40B4-BE49-F238E27FC236}">
                <a16:creationId xmlns:a16="http://schemas.microsoft.com/office/drawing/2014/main" id="{8875DA71-55B1-F441-04F0-5A21E13B2575}"/>
              </a:ext>
            </a:extLst>
          </p:cNvPr>
          <p:cNvSpPr/>
          <p:nvPr/>
        </p:nvSpPr>
        <p:spPr>
          <a:xfrm>
            <a:off x="5659122" y="2513929"/>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80" name="Straight Connector 479">
            <a:extLst>
              <a:ext uri="{FF2B5EF4-FFF2-40B4-BE49-F238E27FC236}">
                <a16:creationId xmlns:a16="http://schemas.microsoft.com/office/drawing/2014/main" id="{DF5574AE-CA05-6DC5-E2E4-BB6977790399}"/>
              </a:ext>
            </a:extLst>
          </p:cNvPr>
          <p:cNvCxnSpPr>
            <a:cxnSpLocks/>
            <a:stCxn id="477" idx="2"/>
            <a:endCxn id="478" idx="2"/>
          </p:cNvCxnSpPr>
          <p:nvPr/>
        </p:nvCxnSpPr>
        <p:spPr>
          <a:xfrm flipH="1">
            <a:off x="5659122" y="2283766"/>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919DCD1B-03E5-889C-3B8E-DD08500EE0D9}"/>
              </a:ext>
            </a:extLst>
          </p:cNvPr>
          <p:cNvCxnSpPr>
            <a:cxnSpLocks/>
            <a:stCxn id="477" idx="6"/>
            <a:endCxn id="478" idx="6"/>
          </p:cNvCxnSpPr>
          <p:nvPr/>
        </p:nvCxnSpPr>
        <p:spPr>
          <a:xfrm flipH="1">
            <a:off x="5950165" y="2283766"/>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543" name="Connector: Elbow 542">
            <a:extLst>
              <a:ext uri="{FF2B5EF4-FFF2-40B4-BE49-F238E27FC236}">
                <a16:creationId xmlns:a16="http://schemas.microsoft.com/office/drawing/2014/main" id="{F650F30E-2EDE-425D-1EED-346C048B66A8}"/>
              </a:ext>
            </a:extLst>
          </p:cNvPr>
          <p:cNvCxnSpPr>
            <a:cxnSpLocks/>
            <a:endCxn id="852" idx="1"/>
          </p:cNvCxnSpPr>
          <p:nvPr/>
        </p:nvCxnSpPr>
        <p:spPr>
          <a:xfrm flipV="1">
            <a:off x="3228871" y="2461027"/>
            <a:ext cx="1449801" cy="1371724"/>
          </a:xfrm>
          <a:prstGeom prst="bentConnector3">
            <a:avLst>
              <a:gd name="adj1" fmla="val 2238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00" name="Connector: Elbow 599">
            <a:extLst>
              <a:ext uri="{FF2B5EF4-FFF2-40B4-BE49-F238E27FC236}">
                <a16:creationId xmlns:a16="http://schemas.microsoft.com/office/drawing/2014/main" id="{25240AE9-F3F1-2C90-4605-EF29E8837937}"/>
              </a:ext>
            </a:extLst>
          </p:cNvPr>
          <p:cNvCxnSpPr>
            <a:cxnSpLocks/>
            <a:endCxn id="42" idx="2"/>
          </p:cNvCxnSpPr>
          <p:nvPr/>
        </p:nvCxnSpPr>
        <p:spPr>
          <a:xfrm rot="16200000" flipV="1">
            <a:off x="6352085" y="7704948"/>
            <a:ext cx="629739" cy="1231090"/>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606" name="Manipulate Variables">
            <a:extLst>
              <a:ext uri="{FF2B5EF4-FFF2-40B4-BE49-F238E27FC236}">
                <a16:creationId xmlns:a16="http://schemas.microsoft.com/office/drawing/2014/main" id="{9FD50CF9-CB2D-C958-4C90-4C601069B1B6}"/>
              </a:ext>
            </a:extLst>
          </p:cNvPr>
          <p:cNvSpPr txBox="1"/>
          <p:nvPr/>
        </p:nvSpPr>
        <p:spPr>
          <a:xfrm>
            <a:off x="310377" y="7214806"/>
            <a:ext cx="115897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Modules</a:t>
            </a:r>
            <a:endParaRPr/>
          </a:p>
        </p:txBody>
      </p:sp>
      <p:sp>
        <p:nvSpPr>
          <p:cNvPr id="607" name="Create a visual hierarchy. Help users navigate the page with titles, subtitles, and subsubtitles">
            <a:extLst>
              <a:ext uri="{FF2B5EF4-FFF2-40B4-BE49-F238E27FC236}">
                <a16:creationId xmlns:a16="http://schemas.microsoft.com/office/drawing/2014/main" id="{C94EE192-5535-C3BC-7797-1452CA0CB245}"/>
              </a:ext>
            </a:extLst>
          </p:cNvPr>
          <p:cNvSpPr txBox="1"/>
          <p:nvPr/>
        </p:nvSpPr>
        <p:spPr>
          <a:xfrm>
            <a:off x="293963" y="7362244"/>
            <a:ext cx="3141449" cy="856051"/>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a:latin typeface="Source Sans Pro" panose="020B0503030403020204" pitchFamily="34" charset="0"/>
              <a:ea typeface="Source Sans Pro" panose="020B0503030403020204" pitchFamily="34" charset="0"/>
              <a:sym typeface="Source Sans Pro"/>
            </a:endParaRPr>
          </a:p>
          <a:p>
            <a:r>
              <a:rPr lang="en-US" b="0">
                <a:solidFill>
                  <a:schemeClr val="bg2">
                    <a:lumMod val="10000"/>
                  </a:schemeClr>
                </a:solidFill>
              </a:rPr>
              <a:t>Like bins that hold files that use the same source. These range from executables, data testing, and notebooks. </a:t>
            </a:r>
          </a:p>
        </p:txBody>
      </p:sp>
      <p:sp>
        <p:nvSpPr>
          <p:cNvPr id="614" name="Manipulate Variables">
            <a:extLst>
              <a:ext uri="{FF2B5EF4-FFF2-40B4-BE49-F238E27FC236}">
                <a16:creationId xmlns:a16="http://schemas.microsoft.com/office/drawing/2014/main" id="{43056FD6-93CE-0E86-BCF2-B3B6D7E77580}"/>
              </a:ext>
            </a:extLst>
          </p:cNvPr>
          <p:cNvSpPr txBox="1"/>
          <p:nvPr/>
        </p:nvSpPr>
        <p:spPr>
          <a:xfrm>
            <a:off x="10576548" y="7156377"/>
            <a:ext cx="1422961" cy="25199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External Files</a:t>
            </a:r>
          </a:p>
        </p:txBody>
      </p:sp>
      <p:sp>
        <p:nvSpPr>
          <p:cNvPr id="616" name="Create a visual hierarchy. Help users navigate the page with titles, subtitles, and subsubtitles">
            <a:extLst>
              <a:ext uri="{FF2B5EF4-FFF2-40B4-BE49-F238E27FC236}">
                <a16:creationId xmlns:a16="http://schemas.microsoft.com/office/drawing/2014/main" id="{16C82537-351D-DBC3-23CE-811AD76A1AC6}"/>
              </a:ext>
            </a:extLst>
          </p:cNvPr>
          <p:cNvSpPr txBox="1"/>
          <p:nvPr/>
        </p:nvSpPr>
        <p:spPr>
          <a:xfrm>
            <a:off x="10561202" y="7445755"/>
            <a:ext cx="2700586" cy="2487780"/>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solidFill>
                  <a:schemeClr val="bg2">
                    <a:lumMod val="25000"/>
                  </a:schemeClr>
                </a:solidFill>
                <a:latin typeface="Source Sans Pro" panose="020B0503030403020204" pitchFamily="34" charset="0"/>
                <a:ea typeface="Source Sans Pro" panose="020B0503030403020204" pitchFamily="34" charset="0"/>
              </a:rPr>
              <a:t>Certain files</a:t>
            </a:r>
            <a:r>
              <a:rPr lang="en-US" sz="1000">
                <a:solidFill>
                  <a:schemeClr val="bg2">
                    <a:lumMod val="25000"/>
                  </a:schemeClr>
                </a:solidFill>
                <a:latin typeface="Source Sans Pro" panose="020B0503030403020204" pitchFamily="34" charset="0"/>
                <a:ea typeface="Source Sans Pro" panose="020B0503030403020204" pitchFamily="34" charset="0"/>
                <a:sym typeface="Source Sans Pro"/>
              </a:rPr>
              <a:t> can exist outside modules which multiple modules can use. Examples being th</a:t>
            </a:r>
            <a:r>
              <a:rPr lang="en-US" sz="1000">
                <a:solidFill>
                  <a:schemeClr val="bg2">
                    <a:lumMod val="25000"/>
                  </a:schemeClr>
                </a:solidFill>
                <a:latin typeface="Source Sans Pro" panose="020B0503030403020204" pitchFamily="34" charset="0"/>
                <a:ea typeface="Source Sans Pro" panose="020B0503030403020204" pitchFamily="34" charset="0"/>
              </a:rPr>
              <a:t>e functions that turn CSVs to graphs, </a:t>
            </a:r>
            <a:r>
              <a:rPr lang="en-US" sz="1000" err="1">
                <a:solidFill>
                  <a:schemeClr val="bg2">
                    <a:lumMod val="25000"/>
                  </a:schemeClr>
                </a:solidFill>
                <a:latin typeface="Source Sans Pro" panose="020B0503030403020204" pitchFamily="34" charset="0"/>
                <a:ea typeface="Source Sans Pro" panose="020B0503030403020204" pitchFamily="34" charset="0"/>
              </a:rPr>
              <a:t>identity_match</a:t>
            </a:r>
            <a:r>
              <a:rPr lang="en-US" sz="1000">
                <a:solidFill>
                  <a:schemeClr val="bg2">
                    <a:lumMod val="25000"/>
                  </a:schemeClr>
                </a:solidFill>
                <a:latin typeface="Source Sans Pro" panose="020B0503030403020204" pitchFamily="34" charset="0"/>
                <a:ea typeface="Source Sans Pro" panose="020B0503030403020204" pitchFamily="34" charset="0"/>
              </a:rPr>
              <a:t> to match columns from the same or different modules.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sz="1000">
              <a:solidFill>
                <a:schemeClr val="bg2">
                  <a:lumMod val="10000"/>
                </a:schemeClr>
              </a:solidFill>
              <a:latin typeface="Source Sans Pro" panose="020B0503030403020204" pitchFamily="34" charset="0"/>
              <a:ea typeface="Source Sans Pro" panose="020B0503030403020204" pitchFamily="34" charset="0"/>
              <a:sym typeface="Source Sans Pro"/>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solidFill>
                  <a:schemeClr val="bg2">
                    <a:lumMod val="10000"/>
                  </a:schemeClr>
                </a:solidFill>
                <a:latin typeface="Source Sans Pro" panose="020B0503030403020204" pitchFamily="34" charset="0"/>
                <a:ea typeface="Source Sans Pro" panose="020B0503030403020204" pitchFamily="34" charset="0"/>
              </a:rPr>
              <a:t>Examples of external files functions</a:t>
            </a:r>
          </a:p>
          <a:p>
            <a:r>
              <a:rPr lang="en-US" sz="1050"/>
              <a:t>1. </a:t>
            </a:r>
            <a:r>
              <a:rPr lang="en-US" sz="1050" err="1"/>
              <a:t>identity_match</a:t>
            </a:r>
            <a:r>
              <a:rPr lang="en-US" sz="1050"/>
              <a:t>()</a:t>
            </a:r>
          </a:p>
          <a:p>
            <a:r>
              <a:rPr lang="en-US" sz="1000" b="0"/>
              <a:t>Matchtes tables based on column “</a:t>
            </a:r>
            <a:r>
              <a:rPr lang="en-US" sz="1000" b="0" err="1"/>
              <a:t>author_name_email</a:t>
            </a:r>
            <a:r>
              <a:rPr lang="en-US" sz="1000" b="0"/>
              <a:t>”</a:t>
            </a:r>
            <a:br>
              <a:rPr lang="en-US" sz="1000">
                <a:solidFill>
                  <a:schemeClr val="bg2">
                    <a:lumMod val="10000"/>
                  </a:schemeClr>
                </a:solidFill>
                <a:latin typeface="Source Sans Pro" panose="020B0503030403020204" pitchFamily="34" charset="0"/>
                <a:ea typeface="Source Sans Pro" panose="020B0503030403020204" pitchFamily="34" charset="0"/>
              </a:rPr>
            </a:br>
            <a:r>
              <a:rPr lang="en-US" sz="1050">
                <a:solidFill>
                  <a:schemeClr val="bg2">
                    <a:lumMod val="10000"/>
                  </a:schemeClr>
                </a:solidFill>
                <a:latin typeface="Source Sans Pro" panose="020B0503030403020204" pitchFamily="34" charset="0"/>
                <a:ea typeface="Source Sans Pro" panose="020B0503030403020204" pitchFamily="34" charset="0"/>
              </a:rPr>
              <a:t>2</a:t>
            </a:r>
            <a:r>
              <a:rPr lang="en-US" sz="1050"/>
              <a:t>. </a:t>
            </a:r>
            <a:r>
              <a:rPr lang="en-US" sz="1050" err="1"/>
              <a:t>bipartite_graph_projection</a:t>
            </a:r>
            <a:r>
              <a:rPr lang="en-US" sz="1050"/>
              <a:t>()</a:t>
            </a:r>
          </a:p>
          <a:p>
            <a:r>
              <a:rPr lang="en-US" sz="1000" b="0"/>
              <a:t>Performs bipartite projection on multimodal graphs.</a:t>
            </a:r>
            <a:endParaRPr lang="en-US" sz="1050"/>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br>
              <a:rPr lang="en-US" sz="1000">
                <a:solidFill>
                  <a:schemeClr val="bg2">
                    <a:lumMod val="10000"/>
                  </a:schemeClr>
                </a:solidFill>
                <a:latin typeface="Source Sans Pro" panose="020B0503030403020204" pitchFamily="34" charset="0"/>
                <a:ea typeface="Source Sans Pro" panose="020B0503030403020204" pitchFamily="34" charset="0"/>
              </a:rPr>
            </a:b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645" name="Rectangle 644">
            <a:extLst>
              <a:ext uri="{FF2B5EF4-FFF2-40B4-BE49-F238E27FC236}">
                <a16:creationId xmlns:a16="http://schemas.microsoft.com/office/drawing/2014/main" id="{3D8C8559-5C7A-A074-6C97-7922E6BE54CD}"/>
              </a:ext>
            </a:extLst>
          </p:cNvPr>
          <p:cNvSpPr/>
          <p:nvPr/>
        </p:nvSpPr>
        <p:spPr>
          <a:xfrm>
            <a:off x="5161548" y="4152944"/>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7" name="Manipulate Variables">
            <a:extLst>
              <a:ext uri="{FF2B5EF4-FFF2-40B4-BE49-F238E27FC236}">
                <a16:creationId xmlns:a16="http://schemas.microsoft.com/office/drawing/2014/main" id="{77A2FCA6-923D-B997-2D48-A8C92ED2641E}"/>
              </a:ext>
            </a:extLst>
          </p:cNvPr>
          <p:cNvSpPr txBox="1"/>
          <p:nvPr/>
        </p:nvSpPr>
        <p:spPr>
          <a:xfrm>
            <a:off x="10444376" y="1618434"/>
            <a:ext cx="1851967"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dirty="0"/>
              <a:t>Table Types</a:t>
            </a:r>
            <a:endParaRPr lang="en-US" sz="2500" dirty="0">
              <a:solidFill>
                <a:schemeClr val="tx2"/>
              </a:solidFill>
            </a:endParaRPr>
          </a:p>
        </p:txBody>
      </p:sp>
      <p:sp>
        <p:nvSpPr>
          <p:cNvPr id="18" name="Create a visual hierarchy. Help users navigate the page with titles, subtitles, and subsubtitles">
            <a:extLst>
              <a:ext uri="{FF2B5EF4-FFF2-40B4-BE49-F238E27FC236}">
                <a16:creationId xmlns:a16="http://schemas.microsoft.com/office/drawing/2014/main" id="{1047A876-A017-AA55-9C44-34976EA31B3B}"/>
              </a:ext>
            </a:extLst>
          </p:cNvPr>
          <p:cNvSpPr txBox="1"/>
          <p:nvPr/>
        </p:nvSpPr>
        <p:spPr>
          <a:xfrm>
            <a:off x="10405359" y="1951830"/>
            <a:ext cx="2952178" cy="442605"/>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rgbClr val="000000"/>
                </a:solidFill>
                <a:latin typeface="Source Sans Pro" panose="020B0503030403020204" pitchFamily="34" charset="0"/>
                <a:ea typeface="Source Sans Pro" panose="020B0503030403020204" pitchFamily="34" charset="0"/>
              </a:rPr>
              <a:t>Tables are how data is wrapped for transformations and exports</a:t>
            </a:r>
          </a:p>
        </p:txBody>
      </p:sp>
      <p:sp>
        <p:nvSpPr>
          <p:cNvPr id="31" name="Manipulate Variables">
            <a:extLst>
              <a:ext uri="{FF2B5EF4-FFF2-40B4-BE49-F238E27FC236}">
                <a16:creationId xmlns:a16="http://schemas.microsoft.com/office/drawing/2014/main" id="{9A739EB5-7CE7-7BD0-237F-C6B9579094A7}"/>
              </a:ext>
            </a:extLst>
          </p:cNvPr>
          <p:cNvSpPr txBox="1"/>
          <p:nvPr/>
        </p:nvSpPr>
        <p:spPr>
          <a:xfrm>
            <a:off x="10550268" y="6241662"/>
            <a:ext cx="1251946" cy="25199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Internal files</a:t>
            </a:r>
          </a:p>
        </p:txBody>
      </p:sp>
      <p:sp>
        <p:nvSpPr>
          <p:cNvPr id="32" name="Create a visual hierarchy. Help users navigate the page with titles, subtitles, and subsubtitles">
            <a:extLst>
              <a:ext uri="{FF2B5EF4-FFF2-40B4-BE49-F238E27FC236}">
                <a16:creationId xmlns:a16="http://schemas.microsoft.com/office/drawing/2014/main" id="{F4E6A8E0-CBEE-7AEC-C05D-8639B9A4290F}"/>
              </a:ext>
            </a:extLst>
          </p:cNvPr>
          <p:cNvSpPr txBox="1"/>
          <p:nvPr/>
        </p:nvSpPr>
        <p:spPr>
          <a:xfrm>
            <a:off x="10534921" y="6531040"/>
            <a:ext cx="2952178" cy="525704"/>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latin typeface="Source Sans Pro" panose="020B0503030403020204" pitchFamily="34" charset="0"/>
                <a:ea typeface="Source Sans Pro" panose="020B0503030403020204" pitchFamily="34" charset="0"/>
                <a:sym typeface="Source Sans Pro"/>
              </a:rPr>
              <a:t>Notebooks are not limited to .</a:t>
            </a:r>
            <a:r>
              <a:rPr lang="en-US" sz="1000" err="1">
                <a:latin typeface="Source Sans Pro" panose="020B0503030403020204" pitchFamily="34" charset="0"/>
                <a:ea typeface="Source Sans Pro" panose="020B0503030403020204" pitchFamily="34" charset="0"/>
                <a:sym typeface="Source Sans Pro"/>
              </a:rPr>
              <a:t>Rmd</a:t>
            </a:r>
            <a:r>
              <a:rPr lang="en-US" sz="1000">
                <a:latin typeface="Source Sans Pro" panose="020B0503030403020204" pitchFamily="34" charset="0"/>
                <a:ea typeface="Source Sans Pro" panose="020B0503030403020204" pitchFamily="34" charset="0"/>
                <a:sym typeface="Source Sans Pro"/>
              </a:rPr>
              <a:t> files. Others include transforms, auto exec, and data testing functions</a:t>
            </a: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38" name="Manipulate Variables">
            <a:extLst>
              <a:ext uri="{FF2B5EF4-FFF2-40B4-BE49-F238E27FC236}">
                <a16:creationId xmlns:a16="http://schemas.microsoft.com/office/drawing/2014/main" id="{E67D50C0-18E0-47CA-BD9A-EAD7B0E51491}"/>
              </a:ext>
            </a:extLst>
          </p:cNvPr>
          <p:cNvSpPr txBox="1"/>
          <p:nvPr/>
        </p:nvSpPr>
        <p:spPr>
          <a:xfrm>
            <a:off x="10499368" y="4319630"/>
            <a:ext cx="1251946" cy="25199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Capabilities</a:t>
            </a:r>
          </a:p>
        </p:txBody>
      </p:sp>
      <p:sp>
        <p:nvSpPr>
          <p:cNvPr id="39" name="Create a visual hierarchy. Help users navigate the page with titles, subtitles, and subsubtitles">
            <a:extLst>
              <a:ext uri="{FF2B5EF4-FFF2-40B4-BE49-F238E27FC236}">
                <a16:creationId xmlns:a16="http://schemas.microsoft.com/office/drawing/2014/main" id="{C2702D99-D919-D646-7BE3-5C529EB8672C}"/>
              </a:ext>
            </a:extLst>
          </p:cNvPr>
          <p:cNvSpPr txBox="1"/>
          <p:nvPr/>
        </p:nvSpPr>
        <p:spPr>
          <a:xfrm>
            <a:off x="10486701" y="4522608"/>
            <a:ext cx="2952178" cy="664204"/>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latin typeface="Source Sans Pro" panose="020B0503030403020204" pitchFamily="34" charset="0"/>
                <a:ea typeface="Source Sans Pro" panose="020B0503030403020204" pitchFamily="34" charset="0"/>
              </a:rPr>
              <a:t>Users</a:t>
            </a:r>
            <a:r>
              <a:rPr lang="en-US" sz="1000">
                <a:latin typeface="Source Sans Pro" panose="020B0503030403020204" pitchFamily="34" charset="0"/>
                <a:ea typeface="Source Sans Pro" panose="020B0503030403020204" pitchFamily="34" charset="0"/>
                <a:sym typeface="Source Sans Pro"/>
              </a:rPr>
              <a:t> can automatically parse and standardize the raw data from a source in a tables. Tables can be graph by multiple format a few being bipartite</a:t>
            </a:r>
            <a:r>
              <a:rPr lang="en-US" sz="1000">
                <a:latin typeface="Source Sans Pro" panose="020B0503030403020204" pitchFamily="34" charset="0"/>
                <a:ea typeface="Source Sans Pro" panose="020B0503030403020204" pitchFamily="34" charset="0"/>
              </a:rPr>
              <a:t>, temporal, co-change </a:t>
            </a:r>
            <a:r>
              <a:rPr lang="en-US" sz="1000" b="0">
                <a:solidFill>
                  <a:srgbClr val="000000"/>
                </a:solidFill>
                <a:latin typeface="Source Sans Pro" panose="020B0503030403020204" pitchFamily="34" charset="0"/>
                <a:ea typeface="Source Sans Pro" panose="020B0503030403020204" pitchFamily="34" charset="0"/>
              </a:rPr>
              <a:t>then be exported CSVs</a:t>
            </a: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cxnSp>
        <p:nvCxnSpPr>
          <p:cNvPr id="499" name="Straight Connector 498">
            <a:extLst>
              <a:ext uri="{FF2B5EF4-FFF2-40B4-BE49-F238E27FC236}">
                <a16:creationId xmlns:a16="http://schemas.microsoft.com/office/drawing/2014/main" id="{AE1136A8-B90F-238C-4CAF-3891BCD8E1BB}"/>
              </a:ext>
            </a:extLst>
          </p:cNvPr>
          <p:cNvCxnSpPr>
            <a:cxnSpLocks/>
          </p:cNvCxnSpPr>
          <p:nvPr/>
        </p:nvCxnSpPr>
        <p:spPr>
          <a:xfrm>
            <a:off x="8063162" y="2656666"/>
            <a:ext cx="434435" cy="968104"/>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sp>
        <p:nvSpPr>
          <p:cNvPr id="12" name="Rectangle 11">
            <a:extLst>
              <a:ext uri="{FF2B5EF4-FFF2-40B4-BE49-F238E27FC236}">
                <a16:creationId xmlns:a16="http://schemas.microsoft.com/office/drawing/2014/main" id="{257A6C22-97A4-A5CB-8F24-4ADC8DE31E02}"/>
              </a:ext>
            </a:extLst>
          </p:cNvPr>
          <p:cNvSpPr/>
          <p:nvPr/>
        </p:nvSpPr>
        <p:spPr>
          <a:xfrm>
            <a:off x="8063162" y="2147451"/>
            <a:ext cx="434435" cy="529258"/>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 name="Oval 12">
            <a:extLst>
              <a:ext uri="{FF2B5EF4-FFF2-40B4-BE49-F238E27FC236}">
                <a16:creationId xmlns:a16="http://schemas.microsoft.com/office/drawing/2014/main" id="{27E1A701-CB76-2501-0B7B-F2E9199A65BD}"/>
              </a:ext>
            </a:extLst>
          </p:cNvPr>
          <p:cNvSpPr/>
          <p:nvPr/>
        </p:nvSpPr>
        <p:spPr>
          <a:xfrm>
            <a:off x="8130913" y="2173419"/>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5" name="Oval 14">
            <a:extLst>
              <a:ext uri="{FF2B5EF4-FFF2-40B4-BE49-F238E27FC236}">
                <a16:creationId xmlns:a16="http://schemas.microsoft.com/office/drawing/2014/main" id="{E1F0158E-70E5-0704-10AD-4A17FB5416CF}"/>
              </a:ext>
            </a:extLst>
          </p:cNvPr>
          <p:cNvSpPr/>
          <p:nvPr/>
        </p:nvSpPr>
        <p:spPr>
          <a:xfrm>
            <a:off x="8130264" y="2474951"/>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6" name="Straight Connector 15">
            <a:extLst>
              <a:ext uri="{FF2B5EF4-FFF2-40B4-BE49-F238E27FC236}">
                <a16:creationId xmlns:a16="http://schemas.microsoft.com/office/drawing/2014/main" id="{8F4E4708-D407-DA8A-3E33-46096A9D03FE}"/>
              </a:ext>
            </a:extLst>
          </p:cNvPr>
          <p:cNvCxnSpPr>
            <a:cxnSpLocks/>
            <a:stCxn id="13" idx="2"/>
            <a:endCxn id="15" idx="2"/>
          </p:cNvCxnSpPr>
          <p:nvPr/>
        </p:nvCxnSpPr>
        <p:spPr>
          <a:xfrm flipH="1">
            <a:off x="8130264" y="2244788"/>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30FB1A39-3A9F-6D52-008C-F4C204FED364}"/>
              </a:ext>
            </a:extLst>
          </p:cNvPr>
          <p:cNvCxnSpPr>
            <a:cxnSpLocks/>
            <a:stCxn id="13" idx="6"/>
            <a:endCxn id="15" idx="6"/>
          </p:cNvCxnSpPr>
          <p:nvPr/>
        </p:nvCxnSpPr>
        <p:spPr>
          <a:xfrm flipH="1">
            <a:off x="8421307" y="2244788"/>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24" name="Straight Connector 23">
            <a:extLst>
              <a:ext uri="{FF2B5EF4-FFF2-40B4-BE49-F238E27FC236}">
                <a16:creationId xmlns:a16="http://schemas.microsoft.com/office/drawing/2014/main" id="{FE6E684A-EC17-52ED-1505-60B53246AF96}"/>
              </a:ext>
            </a:extLst>
          </p:cNvPr>
          <p:cNvCxnSpPr>
            <a:cxnSpLocks/>
          </p:cNvCxnSpPr>
          <p:nvPr/>
        </p:nvCxnSpPr>
        <p:spPr>
          <a:xfrm>
            <a:off x="8475698" y="2130306"/>
            <a:ext cx="922201" cy="1015774"/>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29" name="Straight Connector 28">
            <a:extLst>
              <a:ext uri="{FF2B5EF4-FFF2-40B4-BE49-F238E27FC236}">
                <a16:creationId xmlns:a16="http://schemas.microsoft.com/office/drawing/2014/main" id="{02CB472D-810D-6051-27A0-25833D5A078F}"/>
              </a:ext>
            </a:extLst>
          </p:cNvPr>
          <p:cNvCxnSpPr>
            <a:cxnSpLocks/>
          </p:cNvCxnSpPr>
          <p:nvPr/>
        </p:nvCxnSpPr>
        <p:spPr>
          <a:xfrm>
            <a:off x="8063162" y="2142997"/>
            <a:ext cx="465197" cy="947829"/>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33" name="Straight Connector 32">
            <a:extLst>
              <a:ext uri="{FF2B5EF4-FFF2-40B4-BE49-F238E27FC236}">
                <a16:creationId xmlns:a16="http://schemas.microsoft.com/office/drawing/2014/main" id="{C43DC31C-4ADC-6D1B-9594-1FD8B3100663}"/>
              </a:ext>
            </a:extLst>
          </p:cNvPr>
          <p:cNvCxnSpPr>
            <a:cxnSpLocks/>
          </p:cNvCxnSpPr>
          <p:nvPr/>
        </p:nvCxnSpPr>
        <p:spPr>
          <a:xfrm>
            <a:off x="6028533" y="2160880"/>
            <a:ext cx="922201" cy="1015774"/>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0" name="Straight Connector 39">
            <a:extLst>
              <a:ext uri="{FF2B5EF4-FFF2-40B4-BE49-F238E27FC236}">
                <a16:creationId xmlns:a16="http://schemas.microsoft.com/office/drawing/2014/main" id="{CF381BEA-9178-5971-AD31-0BE0E0C39D02}"/>
              </a:ext>
            </a:extLst>
          </p:cNvPr>
          <p:cNvCxnSpPr>
            <a:cxnSpLocks/>
          </p:cNvCxnSpPr>
          <p:nvPr/>
        </p:nvCxnSpPr>
        <p:spPr>
          <a:xfrm>
            <a:off x="5602026" y="2184431"/>
            <a:ext cx="465197" cy="947829"/>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1" name="Straight Connector 40">
            <a:extLst>
              <a:ext uri="{FF2B5EF4-FFF2-40B4-BE49-F238E27FC236}">
                <a16:creationId xmlns:a16="http://schemas.microsoft.com/office/drawing/2014/main" id="{986FDA3A-02BA-824F-375A-DF0BE15F074C}"/>
              </a:ext>
            </a:extLst>
          </p:cNvPr>
          <p:cNvCxnSpPr>
            <a:cxnSpLocks/>
          </p:cNvCxnSpPr>
          <p:nvPr/>
        </p:nvCxnSpPr>
        <p:spPr>
          <a:xfrm>
            <a:off x="5590097" y="2692115"/>
            <a:ext cx="434435" cy="968104"/>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54" name="Straight Connector 453">
            <a:extLst>
              <a:ext uri="{FF2B5EF4-FFF2-40B4-BE49-F238E27FC236}">
                <a16:creationId xmlns:a16="http://schemas.microsoft.com/office/drawing/2014/main" id="{166AF967-C326-9865-F913-72B788F26E35}"/>
              </a:ext>
            </a:extLst>
          </p:cNvPr>
          <p:cNvCxnSpPr>
            <a:cxnSpLocks/>
          </p:cNvCxnSpPr>
          <p:nvPr/>
        </p:nvCxnSpPr>
        <p:spPr>
          <a:xfrm>
            <a:off x="8504200" y="2678035"/>
            <a:ext cx="376821" cy="405813"/>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56" name="Straight Connector 455">
            <a:extLst>
              <a:ext uri="{FF2B5EF4-FFF2-40B4-BE49-F238E27FC236}">
                <a16:creationId xmlns:a16="http://schemas.microsoft.com/office/drawing/2014/main" id="{F06DE580-C721-2AF8-E9AA-8783DC56D4DD}"/>
              </a:ext>
            </a:extLst>
          </p:cNvPr>
          <p:cNvCxnSpPr>
            <a:cxnSpLocks/>
          </p:cNvCxnSpPr>
          <p:nvPr/>
        </p:nvCxnSpPr>
        <p:spPr>
          <a:xfrm>
            <a:off x="6019522" y="2704945"/>
            <a:ext cx="376821" cy="405813"/>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sp>
        <p:nvSpPr>
          <p:cNvPr id="457" name="Manipulate Variables">
            <a:extLst>
              <a:ext uri="{FF2B5EF4-FFF2-40B4-BE49-F238E27FC236}">
                <a16:creationId xmlns:a16="http://schemas.microsoft.com/office/drawing/2014/main" id="{3DDF0B27-AB0A-941C-6667-FD9740B46F56}"/>
              </a:ext>
            </a:extLst>
          </p:cNvPr>
          <p:cNvSpPr txBox="1"/>
          <p:nvPr/>
        </p:nvSpPr>
        <p:spPr>
          <a:xfrm>
            <a:off x="293963" y="2921238"/>
            <a:ext cx="1800173"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Downloaders</a:t>
            </a:r>
            <a:endParaRPr/>
          </a:p>
        </p:txBody>
      </p:sp>
      <p:sp>
        <p:nvSpPr>
          <p:cNvPr id="458" name="Create a visual hierarchy. Help users navigate the page with titles, subtitles, and subsubtitles">
            <a:extLst>
              <a:ext uri="{FF2B5EF4-FFF2-40B4-BE49-F238E27FC236}">
                <a16:creationId xmlns:a16="http://schemas.microsoft.com/office/drawing/2014/main" id="{17ABCF7A-7F72-57ED-FF82-4B92DBB3D49D}"/>
              </a:ext>
            </a:extLst>
          </p:cNvPr>
          <p:cNvSpPr txBox="1"/>
          <p:nvPr/>
        </p:nvSpPr>
        <p:spPr>
          <a:xfrm>
            <a:off x="276693" y="3259814"/>
            <a:ext cx="2952178" cy="1145874"/>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rgbClr val="000000"/>
                </a:solidFill>
                <a:latin typeface="Source Sans Pro" panose="020B0503030403020204" pitchFamily="34" charset="0"/>
                <a:ea typeface="Source Sans Pro" panose="020B0503030403020204" pitchFamily="34" charset="0"/>
              </a:rPr>
              <a:t>Raw data handles many different sources with different formats like sparse matrices, CSVs, and .mbox. </a:t>
            </a:r>
            <a:br>
              <a:rPr lang="en-US" b="0">
                <a:solidFill>
                  <a:srgbClr val="000000"/>
                </a:solidFill>
                <a:latin typeface="Source Sans Pro" panose="020B0503030403020204" pitchFamily="34" charset="0"/>
                <a:ea typeface="Source Sans Pro" panose="020B0503030403020204" pitchFamily="34" charset="0"/>
              </a:rPr>
            </a:br>
            <a:endParaRPr lang="en-US" b="0">
              <a:solidFill>
                <a:schemeClr val="bg2">
                  <a:lumMod val="10000"/>
                </a:schemeClr>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Download </a:t>
            </a:r>
            <a:r>
              <a:rPr lang="en-US">
                <a:latin typeface="Source Sans Pro" panose="020B0503030403020204" pitchFamily="34" charset="0"/>
                <a:ea typeface="Source Sans Pro" panose="020B0503030403020204" pitchFamily="34" charset="0"/>
              </a:rPr>
              <a:t>raw data: </a:t>
            </a:r>
            <a:r>
              <a:rPr lang="en-US" err="1">
                <a:latin typeface="Source Sans Pro" panose="020B0503030403020204" pitchFamily="34" charset="0"/>
                <a:ea typeface="Source Sans Pro" panose="020B0503030403020204" pitchFamily="34" charset="0"/>
              </a:rPr>
              <a:t>cheatsheets</a:t>
            </a:r>
            <a:r>
              <a:rPr lang="en-US">
                <a:latin typeface="Source Sans Pro" panose="020B0503030403020204" pitchFamily="34" charset="0"/>
                <a:ea typeface="Source Sans Pro" panose="020B0503030403020204" pitchFamily="34" charset="0"/>
              </a:rPr>
              <a:t>/refresher-cheatsheet.pdf</a:t>
            </a:r>
            <a:endParaRPr>
              <a:latin typeface="Source Sans Pro" panose="020B0503030403020204" pitchFamily="34" charset="0"/>
              <a:ea typeface="Source Sans Pro" panose="020B0503030403020204" pitchFamily="34" charset="0"/>
              <a:sym typeface="Source Sans Pro"/>
            </a:endParaRPr>
          </a:p>
        </p:txBody>
      </p:sp>
      <p:sp>
        <p:nvSpPr>
          <p:cNvPr id="515" name="Line">
            <a:extLst>
              <a:ext uri="{FF2B5EF4-FFF2-40B4-BE49-F238E27FC236}">
                <a16:creationId xmlns:a16="http://schemas.microsoft.com/office/drawing/2014/main" id="{3136EC85-88D1-7182-467D-F49D98252B95}"/>
              </a:ext>
            </a:extLst>
          </p:cNvPr>
          <p:cNvSpPr/>
          <p:nvPr/>
        </p:nvSpPr>
        <p:spPr>
          <a:xfrm flipV="1">
            <a:off x="5115758" y="3640333"/>
            <a:ext cx="0" cy="478432"/>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18" name="Line">
            <a:extLst>
              <a:ext uri="{FF2B5EF4-FFF2-40B4-BE49-F238E27FC236}">
                <a16:creationId xmlns:a16="http://schemas.microsoft.com/office/drawing/2014/main" id="{B9621540-8281-CD63-E977-E0516259BA63}"/>
              </a:ext>
            </a:extLst>
          </p:cNvPr>
          <p:cNvSpPr/>
          <p:nvPr/>
        </p:nvSpPr>
        <p:spPr>
          <a:xfrm flipV="1">
            <a:off x="5675573" y="3176654"/>
            <a:ext cx="0" cy="49779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19" name="Line">
            <a:extLst>
              <a:ext uri="{FF2B5EF4-FFF2-40B4-BE49-F238E27FC236}">
                <a16:creationId xmlns:a16="http://schemas.microsoft.com/office/drawing/2014/main" id="{30DEE3D0-51FF-870A-5DB8-56892152595F}"/>
              </a:ext>
            </a:extLst>
          </p:cNvPr>
          <p:cNvSpPr/>
          <p:nvPr/>
        </p:nvSpPr>
        <p:spPr>
          <a:xfrm flipV="1">
            <a:off x="5439514" y="2186429"/>
            <a:ext cx="0" cy="49779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26" name="Line">
            <a:extLst>
              <a:ext uri="{FF2B5EF4-FFF2-40B4-BE49-F238E27FC236}">
                <a16:creationId xmlns:a16="http://schemas.microsoft.com/office/drawing/2014/main" id="{978B482E-BC2A-3A0C-1C5C-AA09979ACF48}"/>
              </a:ext>
            </a:extLst>
          </p:cNvPr>
          <p:cNvSpPr/>
          <p:nvPr/>
        </p:nvSpPr>
        <p:spPr>
          <a:xfrm flipV="1">
            <a:off x="6693573" y="8864518"/>
            <a:ext cx="11852" cy="128536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pic>
        <p:nvPicPr>
          <p:cNvPr id="550" name="Graphic 549" descr="Folder outline">
            <a:extLst>
              <a:ext uri="{FF2B5EF4-FFF2-40B4-BE49-F238E27FC236}">
                <a16:creationId xmlns:a16="http://schemas.microsoft.com/office/drawing/2014/main" id="{E479D0A0-2707-9460-9851-C521A6F2828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141105" y="4115587"/>
            <a:ext cx="1827333" cy="1827333"/>
          </a:xfrm>
          <a:prstGeom prst="rect">
            <a:avLst/>
          </a:prstGeom>
        </p:spPr>
      </p:pic>
      <p:sp>
        <p:nvSpPr>
          <p:cNvPr id="552" name="TextBox 551">
            <a:extLst>
              <a:ext uri="{FF2B5EF4-FFF2-40B4-BE49-F238E27FC236}">
                <a16:creationId xmlns:a16="http://schemas.microsoft.com/office/drawing/2014/main" id="{989830F5-44C9-5F00-31A8-8DE59C705C93}"/>
              </a:ext>
            </a:extLst>
          </p:cNvPr>
          <p:cNvSpPr txBox="1"/>
          <p:nvPr/>
        </p:nvSpPr>
        <p:spPr>
          <a:xfrm>
            <a:off x="5884752" y="4388935"/>
            <a:ext cx="95208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Vignettes/git_*</a:t>
            </a:r>
            <a:endParaRPr kumimoji="0" lang="en-US" sz="800" b="0" i="0" u="none" strike="noStrike" cap="none" spc="0" normalizeH="0" baseline="0">
              <a:ln>
                <a:noFill/>
              </a:ln>
              <a:solidFill>
                <a:srgbClr val="4C4C4C"/>
              </a:solidFill>
              <a:effectLst/>
              <a:uFillTx/>
              <a:sym typeface="Source Sans Pro"/>
            </a:endParaRPr>
          </a:p>
        </p:txBody>
      </p:sp>
      <p:pic>
        <p:nvPicPr>
          <p:cNvPr id="553" name="Graphic 552" descr="Paper outline">
            <a:extLst>
              <a:ext uri="{FF2B5EF4-FFF2-40B4-BE49-F238E27FC236}">
                <a16:creationId xmlns:a16="http://schemas.microsoft.com/office/drawing/2014/main" id="{BE74CF37-8C71-8B2D-7B83-5A6958703F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999613" y="4717185"/>
            <a:ext cx="703352" cy="663244"/>
          </a:xfrm>
          <a:prstGeom prst="rect">
            <a:avLst/>
          </a:prstGeom>
        </p:spPr>
      </p:pic>
      <p:sp>
        <p:nvSpPr>
          <p:cNvPr id="554" name="TextBox 553">
            <a:extLst>
              <a:ext uri="{FF2B5EF4-FFF2-40B4-BE49-F238E27FC236}">
                <a16:creationId xmlns:a16="http://schemas.microsoft.com/office/drawing/2014/main" id="{D4F3F8F7-1EA7-85AF-2766-9AE192324072}"/>
              </a:ext>
            </a:extLst>
          </p:cNvPr>
          <p:cNvSpPr txBox="1"/>
          <p:nvPr/>
        </p:nvSpPr>
        <p:spPr>
          <a:xfrm>
            <a:off x="6093559" y="5254306"/>
            <a:ext cx="47901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pic>
        <p:nvPicPr>
          <p:cNvPr id="562" name="Graphic 561" descr="Folder outline">
            <a:extLst>
              <a:ext uri="{FF2B5EF4-FFF2-40B4-BE49-F238E27FC236}">
                <a16:creationId xmlns:a16="http://schemas.microsoft.com/office/drawing/2014/main" id="{967E8442-D448-00D4-03BB-6CDB13A4D0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131728" y="5303215"/>
            <a:ext cx="1827333" cy="1827333"/>
          </a:xfrm>
          <a:prstGeom prst="rect">
            <a:avLst/>
          </a:prstGeom>
        </p:spPr>
      </p:pic>
      <p:pic>
        <p:nvPicPr>
          <p:cNvPr id="566" name="Graphic 565" descr="Paper outline">
            <a:extLst>
              <a:ext uri="{FF2B5EF4-FFF2-40B4-BE49-F238E27FC236}">
                <a16:creationId xmlns:a16="http://schemas.microsoft.com/office/drawing/2014/main" id="{9F9D6E62-B5C0-2A91-70D0-F5F063D6B87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113696" y="4704865"/>
            <a:ext cx="703352" cy="663244"/>
          </a:xfrm>
          <a:prstGeom prst="rect">
            <a:avLst/>
          </a:prstGeom>
        </p:spPr>
      </p:pic>
      <p:sp>
        <p:nvSpPr>
          <p:cNvPr id="569" name="TextBox 568">
            <a:extLst>
              <a:ext uri="{FF2B5EF4-FFF2-40B4-BE49-F238E27FC236}">
                <a16:creationId xmlns:a16="http://schemas.microsoft.com/office/drawing/2014/main" id="{82374EF4-3383-3C24-7636-5F31B61FFDEB}"/>
              </a:ext>
            </a:extLst>
          </p:cNvPr>
          <p:cNvSpPr txBox="1"/>
          <p:nvPr/>
        </p:nvSpPr>
        <p:spPr>
          <a:xfrm>
            <a:off x="8213321" y="5269742"/>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sp>
        <p:nvSpPr>
          <p:cNvPr id="570" name="Oval 569">
            <a:extLst>
              <a:ext uri="{FF2B5EF4-FFF2-40B4-BE49-F238E27FC236}">
                <a16:creationId xmlns:a16="http://schemas.microsoft.com/office/drawing/2014/main" id="{096D71B3-E1A8-6C98-C6AC-074071026103}"/>
              </a:ext>
            </a:extLst>
          </p:cNvPr>
          <p:cNvSpPr/>
          <p:nvPr/>
        </p:nvSpPr>
        <p:spPr>
          <a:xfrm>
            <a:off x="8689335" y="7580629"/>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71" name="Oval 570">
            <a:extLst>
              <a:ext uri="{FF2B5EF4-FFF2-40B4-BE49-F238E27FC236}">
                <a16:creationId xmlns:a16="http://schemas.microsoft.com/office/drawing/2014/main" id="{BA3134F5-4265-99C9-FF56-F66C9ECB182F}"/>
              </a:ext>
            </a:extLst>
          </p:cNvPr>
          <p:cNvSpPr/>
          <p:nvPr/>
        </p:nvSpPr>
        <p:spPr>
          <a:xfrm>
            <a:off x="8813817" y="7593539"/>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72" name="Oval 571">
            <a:extLst>
              <a:ext uri="{FF2B5EF4-FFF2-40B4-BE49-F238E27FC236}">
                <a16:creationId xmlns:a16="http://schemas.microsoft.com/office/drawing/2014/main" id="{920E5662-630A-69E6-DF4D-F0A199B4BA49}"/>
              </a:ext>
            </a:extLst>
          </p:cNvPr>
          <p:cNvSpPr/>
          <p:nvPr/>
        </p:nvSpPr>
        <p:spPr>
          <a:xfrm>
            <a:off x="8699598" y="7309750"/>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73" name="Oval 572">
            <a:extLst>
              <a:ext uri="{FF2B5EF4-FFF2-40B4-BE49-F238E27FC236}">
                <a16:creationId xmlns:a16="http://schemas.microsoft.com/office/drawing/2014/main" id="{4AFE7427-6AF5-5B46-7CE6-C44AC75C6BB6}"/>
              </a:ext>
            </a:extLst>
          </p:cNvPr>
          <p:cNvSpPr/>
          <p:nvPr/>
        </p:nvSpPr>
        <p:spPr>
          <a:xfrm>
            <a:off x="8846745" y="7366830"/>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74" name="Oval 573">
            <a:extLst>
              <a:ext uri="{FF2B5EF4-FFF2-40B4-BE49-F238E27FC236}">
                <a16:creationId xmlns:a16="http://schemas.microsoft.com/office/drawing/2014/main" id="{9B21AAFC-4A54-3C52-7B72-99F88A20D254}"/>
              </a:ext>
            </a:extLst>
          </p:cNvPr>
          <p:cNvSpPr/>
          <p:nvPr/>
        </p:nvSpPr>
        <p:spPr>
          <a:xfrm>
            <a:off x="8935915" y="7485197"/>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575" name="Straight Connector 574">
            <a:extLst>
              <a:ext uri="{FF2B5EF4-FFF2-40B4-BE49-F238E27FC236}">
                <a16:creationId xmlns:a16="http://schemas.microsoft.com/office/drawing/2014/main" id="{3ABA38B8-E5DF-E58B-1E27-ABDE49173572}"/>
              </a:ext>
            </a:extLst>
          </p:cNvPr>
          <p:cNvCxnSpPr>
            <a:cxnSpLocks/>
            <a:stCxn id="570" idx="0"/>
            <a:endCxn id="572" idx="3"/>
          </p:cNvCxnSpPr>
          <p:nvPr/>
        </p:nvCxnSpPr>
        <p:spPr>
          <a:xfrm flipH="1" flipV="1">
            <a:off x="8709637" y="7383461"/>
            <a:ext cx="13974" cy="19716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76" name="Straight Connector 575">
            <a:extLst>
              <a:ext uri="{FF2B5EF4-FFF2-40B4-BE49-F238E27FC236}">
                <a16:creationId xmlns:a16="http://schemas.microsoft.com/office/drawing/2014/main" id="{53A582C1-72CB-B720-2992-F4194DBB68B9}"/>
              </a:ext>
            </a:extLst>
          </p:cNvPr>
          <p:cNvCxnSpPr>
            <a:cxnSpLocks/>
            <a:stCxn id="571" idx="0"/>
            <a:endCxn id="572" idx="4"/>
          </p:cNvCxnSpPr>
          <p:nvPr/>
        </p:nvCxnSpPr>
        <p:spPr>
          <a:xfrm flipH="1" flipV="1">
            <a:off x="8733874" y="7396108"/>
            <a:ext cx="114219" cy="1974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77" name="Straight Connector 576">
            <a:extLst>
              <a:ext uri="{FF2B5EF4-FFF2-40B4-BE49-F238E27FC236}">
                <a16:creationId xmlns:a16="http://schemas.microsoft.com/office/drawing/2014/main" id="{7AFA80A7-3E01-D3D2-2872-1DCCF8EAF044}"/>
              </a:ext>
            </a:extLst>
          </p:cNvPr>
          <p:cNvCxnSpPr>
            <a:cxnSpLocks/>
            <a:stCxn id="573" idx="2"/>
            <a:endCxn id="572" idx="6"/>
          </p:cNvCxnSpPr>
          <p:nvPr/>
        </p:nvCxnSpPr>
        <p:spPr>
          <a:xfrm flipH="1" flipV="1">
            <a:off x="8768149" y="7352929"/>
            <a:ext cx="78596" cy="5708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78" name="Straight Connector 577">
            <a:extLst>
              <a:ext uri="{FF2B5EF4-FFF2-40B4-BE49-F238E27FC236}">
                <a16:creationId xmlns:a16="http://schemas.microsoft.com/office/drawing/2014/main" id="{A23B6153-40E8-DA6A-D741-D4BD19106828}"/>
              </a:ext>
            </a:extLst>
          </p:cNvPr>
          <p:cNvCxnSpPr>
            <a:cxnSpLocks/>
            <a:stCxn id="574" idx="1"/>
            <a:endCxn id="573" idx="5"/>
          </p:cNvCxnSpPr>
          <p:nvPr/>
        </p:nvCxnSpPr>
        <p:spPr>
          <a:xfrm flipH="1" flipV="1">
            <a:off x="8905257" y="7440541"/>
            <a:ext cx="40697" cy="5730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79" name="TextBox 578">
            <a:extLst>
              <a:ext uri="{FF2B5EF4-FFF2-40B4-BE49-F238E27FC236}">
                <a16:creationId xmlns:a16="http://schemas.microsoft.com/office/drawing/2014/main" id="{09FDC7CC-B9DF-94BC-1D07-9EB74155D0B0}"/>
              </a:ext>
            </a:extLst>
          </p:cNvPr>
          <p:cNvSpPr txBox="1"/>
          <p:nvPr/>
        </p:nvSpPr>
        <p:spPr>
          <a:xfrm>
            <a:off x="8369470" y="6770803"/>
            <a:ext cx="68201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Transform</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580" name="Rectangle 579">
            <a:extLst>
              <a:ext uri="{FF2B5EF4-FFF2-40B4-BE49-F238E27FC236}">
                <a16:creationId xmlns:a16="http://schemas.microsoft.com/office/drawing/2014/main" id="{3F889482-B426-96D3-195B-2E220204C41D}"/>
              </a:ext>
            </a:extLst>
          </p:cNvPr>
          <p:cNvSpPr/>
          <p:nvPr/>
        </p:nvSpPr>
        <p:spPr>
          <a:xfrm>
            <a:off x="7574097" y="4143303"/>
            <a:ext cx="1782550" cy="3852679"/>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1" name="TextBox 580">
            <a:extLst>
              <a:ext uri="{FF2B5EF4-FFF2-40B4-BE49-F238E27FC236}">
                <a16:creationId xmlns:a16="http://schemas.microsoft.com/office/drawing/2014/main" id="{7F5771F7-C2F6-8723-FDA3-9D1F2E9EEA0F}"/>
              </a:ext>
            </a:extLst>
          </p:cNvPr>
          <p:cNvSpPr txBox="1"/>
          <p:nvPr/>
        </p:nvSpPr>
        <p:spPr>
          <a:xfrm>
            <a:off x="7576522" y="4117819"/>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Module</a:t>
            </a:r>
            <a:endParaRPr kumimoji="0" lang="en-US" sz="1000" b="0" i="0" u="none" strike="noStrike" cap="none" spc="0" normalizeH="0" baseline="0">
              <a:ln>
                <a:noFill/>
              </a:ln>
              <a:solidFill>
                <a:srgbClr val="4C4C4C"/>
              </a:solidFill>
              <a:effectLst/>
              <a:uFillTx/>
              <a:sym typeface="Source Sans Pro"/>
            </a:endParaRPr>
          </a:p>
        </p:txBody>
      </p:sp>
      <p:cxnSp>
        <p:nvCxnSpPr>
          <p:cNvPr id="582" name="Connector: Elbow 581">
            <a:extLst>
              <a:ext uri="{FF2B5EF4-FFF2-40B4-BE49-F238E27FC236}">
                <a16:creationId xmlns:a16="http://schemas.microsoft.com/office/drawing/2014/main" id="{40F000A7-9D16-DA10-4DB3-9301B9E61D94}"/>
              </a:ext>
            </a:extLst>
          </p:cNvPr>
          <p:cNvCxnSpPr>
            <a:cxnSpLocks/>
            <a:endCxn id="580" idx="2"/>
          </p:cNvCxnSpPr>
          <p:nvPr/>
        </p:nvCxnSpPr>
        <p:spPr>
          <a:xfrm flipV="1">
            <a:off x="7282500" y="7995982"/>
            <a:ext cx="1182872" cy="324511"/>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83" name="Rectangle 582">
            <a:extLst>
              <a:ext uri="{FF2B5EF4-FFF2-40B4-BE49-F238E27FC236}">
                <a16:creationId xmlns:a16="http://schemas.microsoft.com/office/drawing/2014/main" id="{BCF752E5-1422-9D4C-C32C-1EDD0DDB3983}"/>
              </a:ext>
            </a:extLst>
          </p:cNvPr>
          <p:cNvSpPr/>
          <p:nvPr/>
        </p:nvSpPr>
        <p:spPr>
          <a:xfrm>
            <a:off x="7575511" y="4143303"/>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584" name="Graphic 583" descr="Folder outline">
            <a:extLst>
              <a:ext uri="{FF2B5EF4-FFF2-40B4-BE49-F238E27FC236}">
                <a16:creationId xmlns:a16="http://schemas.microsoft.com/office/drawing/2014/main" id="{D3271D09-246B-F2F3-C394-BF40820D0E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55068" y="4105946"/>
            <a:ext cx="1827333" cy="1827333"/>
          </a:xfrm>
          <a:prstGeom prst="rect">
            <a:avLst/>
          </a:prstGeom>
        </p:spPr>
      </p:pic>
      <p:sp>
        <p:nvSpPr>
          <p:cNvPr id="585" name="TextBox 584">
            <a:extLst>
              <a:ext uri="{FF2B5EF4-FFF2-40B4-BE49-F238E27FC236}">
                <a16:creationId xmlns:a16="http://schemas.microsoft.com/office/drawing/2014/main" id="{F2EEFE35-06C3-0EDC-66C7-A6CFDD20427D}"/>
              </a:ext>
            </a:extLst>
          </p:cNvPr>
          <p:cNvSpPr txBox="1"/>
          <p:nvPr/>
        </p:nvSpPr>
        <p:spPr>
          <a:xfrm>
            <a:off x="8246982" y="4387648"/>
            <a:ext cx="107186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Vignettes/Jira_*</a:t>
            </a:r>
            <a:endParaRPr kumimoji="0" lang="en-US" sz="800" b="0" i="0" u="none" strike="noStrike" cap="none" spc="0" normalizeH="0" baseline="0">
              <a:ln>
                <a:noFill/>
              </a:ln>
              <a:solidFill>
                <a:srgbClr val="4C4C4C"/>
              </a:solidFill>
              <a:effectLst/>
              <a:uFillTx/>
              <a:sym typeface="Source Sans Pro"/>
            </a:endParaRPr>
          </a:p>
        </p:txBody>
      </p:sp>
      <p:pic>
        <p:nvPicPr>
          <p:cNvPr id="588" name="Graphic 587" descr="Folder outline">
            <a:extLst>
              <a:ext uri="{FF2B5EF4-FFF2-40B4-BE49-F238E27FC236}">
                <a16:creationId xmlns:a16="http://schemas.microsoft.com/office/drawing/2014/main" id="{E3B6927B-F556-F1C6-9C60-E51F516A8C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60338" y="6450562"/>
            <a:ext cx="1827333" cy="1827333"/>
          </a:xfrm>
          <a:prstGeom prst="rect">
            <a:avLst/>
          </a:prstGeom>
        </p:spPr>
      </p:pic>
      <p:pic>
        <p:nvPicPr>
          <p:cNvPr id="598" name="Graphic 597" descr="Paper outline">
            <a:extLst>
              <a:ext uri="{FF2B5EF4-FFF2-40B4-BE49-F238E27FC236}">
                <a16:creationId xmlns:a16="http://schemas.microsoft.com/office/drawing/2014/main" id="{0578B92C-2CDC-0503-C130-58D30024EC5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784759" y="5895947"/>
            <a:ext cx="703352" cy="663244"/>
          </a:xfrm>
          <a:prstGeom prst="rect">
            <a:avLst/>
          </a:prstGeom>
        </p:spPr>
      </p:pic>
      <p:pic>
        <p:nvPicPr>
          <p:cNvPr id="599" name="Graphic 598" descr="Paper outline">
            <a:extLst>
              <a:ext uri="{FF2B5EF4-FFF2-40B4-BE49-F238E27FC236}">
                <a16:creationId xmlns:a16="http://schemas.microsoft.com/office/drawing/2014/main" id="{A638BC15-9AFD-52C5-C061-E2D4817DA69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16932" y="5909065"/>
            <a:ext cx="703352" cy="663244"/>
          </a:xfrm>
          <a:prstGeom prst="rect">
            <a:avLst/>
          </a:prstGeom>
        </p:spPr>
      </p:pic>
      <p:sp>
        <p:nvSpPr>
          <p:cNvPr id="602" name="TextBox 601">
            <a:extLst>
              <a:ext uri="{FF2B5EF4-FFF2-40B4-BE49-F238E27FC236}">
                <a16:creationId xmlns:a16="http://schemas.microsoft.com/office/drawing/2014/main" id="{524894BC-72A0-BA71-68E9-909A183DCDA8}"/>
              </a:ext>
            </a:extLst>
          </p:cNvPr>
          <p:cNvSpPr txBox="1"/>
          <p:nvPr/>
        </p:nvSpPr>
        <p:spPr>
          <a:xfrm>
            <a:off x="7888718" y="6429787"/>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exec</a:t>
            </a:r>
          </a:p>
        </p:txBody>
      </p:sp>
      <p:sp>
        <p:nvSpPr>
          <p:cNvPr id="603" name="TextBox 602">
            <a:extLst>
              <a:ext uri="{FF2B5EF4-FFF2-40B4-BE49-F238E27FC236}">
                <a16:creationId xmlns:a16="http://schemas.microsoft.com/office/drawing/2014/main" id="{8A31CF56-3678-C5CD-2BB1-4F9B2B98A830}"/>
              </a:ext>
            </a:extLst>
          </p:cNvPr>
          <p:cNvSpPr txBox="1"/>
          <p:nvPr/>
        </p:nvSpPr>
        <p:spPr>
          <a:xfrm>
            <a:off x="8531265" y="6454181"/>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test</a:t>
            </a:r>
            <a:endParaRPr kumimoji="0" lang="en-US" sz="800" b="0" i="0" u="none" strike="noStrike" cap="none" spc="0" normalizeH="0" baseline="0">
              <a:ln>
                <a:noFill/>
              </a:ln>
              <a:solidFill>
                <a:srgbClr val="4C4C4C"/>
              </a:solidFill>
              <a:effectLst/>
              <a:uFillTx/>
              <a:sym typeface="Source Sans Pro"/>
            </a:endParaRPr>
          </a:p>
        </p:txBody>
      </p:sp>
      <p:pic>
        <p:nvPicPr>
          <p:cNvPr id="605" name="Graphic 604" descr="Folder outline">
            <a:extLst>
              <a:ext uri="{FF2B5EF4-FFF2-40B4-BE49-F238E27FC236}">
                <a16:creationId xmlns:a16="http://schemas.microsoft.com/office/drawing/2014/main" id="{FDAE1452-13FE-1D79-450C-1BE6FD724C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40553" y="5277961"/>
            <a:ext cx="1827333" cy="1827333"/>
          </a:xfrm>
          <a:prstGeom prst="rect">
            <a:avLst/>
          </a:prstGeom>
        </p:spPr>
      </p:pic>
      <p:sp>
        <p:nvSpPr>
          <p:cNvPr id="611" name="Line">
            <a:extLst>
              <a:ext uri="{FF2B5EF4-FFF2-40B4-BE49-F238E27FC236}">
                <a16:creationId xmlns:a16="http://schemas.microsoft.com/office/drawing/2014/main" id="{F6AA8C17-6700-13F1-15ED-5A4B7F9E740C}"/>
              </a:ext>
            </a:extLst>
          </p:cNvPr>
          <p:cNvSpPr/>
          <p:nvPr/>
        </p:nvSpPr>
        <p:spPr>
          <a:xfrm flipV="1">
            <a:off x="5015083" y="4388935"/>
            <a:ext cx="0" cy="357347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613" name="TextBox 612">
            <a:extLst>
              <a:ext uri="{FF2B5EF4-FFF2-40B4-BE49-F238E27FC236}">
                <a16:creationId xmlns:a16="http://schemas.microsoft.com/office/drawing/2014/main" id="{AE96A1DE-BBAF-91AC-FD58-017413945078}"/>
              </a:ext>
            </a:extLst>
          </p:cNvPr>
          <p:cNvSpPr txBox="1"/>
          <p:nvPr/>
        </p:nvSpPr>
        <p:spPr>
          <a:xfrm>
            <a:off x="5971429" y="5609019"/>
            <a:ext cx="682019"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tx1"/>
                </a:solidFill>
              </a:rPr>
              <a:t>Git.R</a:t>
            </a:r>
            <a:endParaRPr lang="en-US" sz="800" b="0">
              <a:solidFill>
                <a:schemeClr val="tx1"/>
              </a:solidFill>
            </a:endParaRP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615" name="TextBox 614">
            <a:extLst>
              <a:ext uri="{FF2B5EF4-FFF2-40B4-BE49-F238E27FC236}">
                <a16:creationId xmlns:a16="http://schemas.microsoft.com/office/drawing/2014/main" id="{AD6A098C-04E6-238A-8A9C-166CEB0E2D51}"/>
              </a:ext>
            </a:extLst>
          </p:cNvPr>
          <p:cNvSpPr txBox="1"/>
          <p:nvPr/>
        </p:nvSpPr>
        <p:spPr>
          <a:xfrm>
            <a:off x="8349668" y="5587780"/>
            <a:ext cx="682019"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tx1"/>
                </a:solidFill>
              </a:rPr>
              <a:t>Jira.R</a:t>
            </a:r>
            <a:endParaRPr lang="en-US" sz="800" b="0">
              <a:solidFill>
                <a:schemeClr val="tx1"/>
              </a:solidFill>
            </a:endParaRP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617" name="TextBox 616">
            <a:extLst>
              <a:ext uri="{FF2B5EF4-FFF2-40B4-BE49-F238E27FC236}">
                <a16:creationId xmlns:a16="http://schemas.microsoft.com/office/drawing/2014/main" id="{4CFBBA4E-58EA-F9B8-5159-33EF34FF0E89}"/>
              </a:ext>
            </a:extLst>
          </p:cNvPr>
          <p:cNvSpPr txBox="1"/>
          <p:nvPr/>
        </p:nvSpPr>
        <p:spPr>
          <a:xfrm>
            <a:off x="7794725" y="6847581"/>
            <a:ext cx="493231"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692" name="Create a visual hierarchy. Help users navigate the page with titles, subtitles, and subsubtitles">
            <a:extLst>
              <a:ext uri="{FF2B5EF4-FFF2-40B4-BE49-F238E27FC236}">
                <a16:creationId xmlns:a16="http://schemas.microsoft.com/office/drawing/2014/main" id="{1C98B918-D64F-9069-29A8-13DB82CD2FD6}"/>
              </a:ext>
            </a:extLst>
          </p:cNvPr>
          <p:cNvSpPr txBox="1"/>
          <p:nvPr/>
        </p:nvSpPr>
        <p:spPr>
          <a:xfrm>
            <a:off x="10494392" y="5754124"/>
            <a:ext cx="3181845" cy="442605"/>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Used by users or internal to manipulate the tables</a:t>
            </a:r>
            <a:endParaRPr lang="en-US">
              <a:latin typeface="Source Sans Pro" panose="020B0503030403020204" pitchFamily="34" charset="0"/>
              <a:ea typeface="Source Sans Pro" panose="020B0503030403020204" pitchFamily="34" charset="0"/>
              <a:sym typeface="Source Sans Pro"/>
            </a:endParaRPr>
          </a:p>
        </p:txBody>
      </p:sp>
      <p:sp>
        <p:nvSpPr>
          <p:cNvPr id="693" name="Manipulate Variables">
            <a:extLst>
              <a:ext uri="{FF2B5EF4-FFF2-40B4-BE49-F238E27FC236}">
                <a16:creationId xmlns:a16="http://schemas.microsoft.com/office/drawing/2014/main" id="{FD47499F-D78B-614A-98B5-A35F734432BF}"/>
              </a:ext>
            </a:extLst>
          </p:cNvPr>
          <p:cNvSpPr txBox="1"/>
          <p:nvPr/>
        </p:nvSpPr>
        <p:spPr>
          <a:xfrm>
            <a:off x="10544184" y="5455755"/>
            <a:ext cx="64619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Files</a:t>
            </a:r>
            <a:endParaRPr/>
          </a:p>
        </p:txBody>
      </p:sp>
      <p:pic>
        <p:nvPicPr>
          <p:cNvPr id="694" name="Graphic 693" descr="Paper outline">
            <a:extLst>
              <a:ext uri="{FF2B5EF4-FFF2-40B4-BE49-F238E27FC236}">
                <a16:creationId xmlns:a16="http://schemas.microsoft.com/office/drawing/2014/main" id="{1323430A-54EC-3099-E8E6-62A8D14C9E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74354" y="8440685"/>
            <a:ext cx="574107" cy="574107"/>
          </a:xfrm>
          <a:prstGeom prst="rect">
            <a:avLst/>
          </a:prstGeom>
        </p:spPr>
      </p:pic>
      <p:sp>
        <p:nvSpPr>
          <p:cNvPr id="695" name="TextBox 694">
            <a:extLst>
              <a:ext uri="{FF2B5EF4-FFF2-40B4-BE49-F238E27FC236}">
                <a16:creationId xmlns:a16="http://schemas.microsoft.com/office/drawing/2014/main" id="{E1EECAED-E074-FB7A-F24D-73FCE914AC1E}"/>
              </a:ext>
            </a:extLst>
          </p:cNvPr>
          <p:cNvSpPr txBox="1"/>
          <p:nvPr/>
        </p:nvSpPr>
        <p:spPr>
          <a:xfrm>
            <a:off x="8528150" y="8984167"/>
            <a:ext cx="926156"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accent2"/>
                </a:solidFill>
              </a:rPr>
              <a:t>Idenitiy_match</a:t>
            </a:r>
            <a:r>
              <a:rPr lang="en-US" sz="800" b="0">
                <a:solidFill>
                  <a:schemeClr val="accent2"/>
                </a:solidFill>
              </a:rPr>
              <a:t>()</a:t>
            </a: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cxnSp>
        <p:nvCxnSpPr>
          <p:cNvPr id="696" name="Connector: Elbow 695">
            <a:extLst>
              <a:ext uri="{FF2B5EF4-FFF2-40B4-BE49-F238E27FC236}">
                <a16:creationId xmlns:a16="http://schemas.microsoft.com/office/drawing/2014/main" id="{82374C6A-A6F6-BC10-BAF6-4CFEDF486545}"/>
              </a:ext>
            </a:extLst>
          </p:cNvPr>
          <p:cNvCxnSpPr>
            <a:cxnSpLocks/>
          </p:cNvCxnSpPr>
          <p:nvPr/>
        </p:nvCxnSpPr>
        <p:spPr>
          <a:xfrm flipV="1">
            <a:off x="8064122" y="8689645"/>
            <a:ext cx="2497080" cy="644765"/>
          </a:xfrm>
          <a:prstGeom prst="bentConnector3">
            <a:avLst>
              <a:gd name="adj1" fmla="val 73934"/>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99" name="Connector: Elbow 698">
            <a:extLst>
              <a:ext uri="{FF2B5EF4-FFF2-40B4-BE49-F238E27FC236}">
                <a16:creationId xmlns:a16="http://schemas.microsoft.com/office/drawing/2014/main" id="{E00C41E4-FB1A-B615-4648-99A209814E5D}"/>
              </a:ext>
            </a:extLst>
          </p:cNvPr>
          <p:cNvCxnSpPr>
            <a:cxnSpLocks/>
            <a:stCxn id="293" idx="3"/>
          </p:cNvCxnSpPr>
          <p:nvPr/>
        </p:nvCxnSpPr>
        <p:spPr>
          <a:xfrm flipV="1">
            <a:off x="9179050" y="6793892"/>
            <a:ext cx="1355871" cy="668278"/>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57" name="Connector: Elbow 256">
            <a:extLst>
              <a:ext uri="{FF2B5EF4-FFF2-40B4-BE49-F238E27FC236}">
                <a16:creationId xmlns:a16="http://schemas.microsoft.com/office/drawing/2014/main" id="{352DB59E-9C75-09CF-F9C5-4539FA53E320}"/>
              </a:ext>
            </a:extLst>
          </p:cNvPr>
          <p:cNvCxnSpPr>
            <a:cxnSpLocks/>
            <a:stCxn id="566" idx="3"/>
          </p:cNvCxnSpPr>
          <p:nvPr/>
        </p:nvCxnSpPr>
        <p:spPr>
          <a:xfrm>
            <a:off x="8817048" y="5036487"/>
            <a:ext cx="1717873" cy="1757405"/>
          </a:xfrm>
          <a:prstGeom prst="bentConnector3">
            <a:avLst>
              <a:gd name="adj1" fmla="val 6008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277" name="Graphic 276" descr="Paper outline">
            <a:extLst>
              <a:ext uri="{FF2B5EF4-FFF2-40B4-BE49-F238E27FC236}">
                <a16:creationId xmlns:a16="http://schemas.microsoft.com/office/drawing/2014/main" id="{94706158-09DB-5008-2645-0E9638EABC5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447792" y="7122320"/>
            <a:ext cx="401514" cy="378618"/>
          </a:xfrm>
          <a:prstGeom prst="rect">
            <a:avLst/>
          </a:prstGeom>
        </p:spPr>
      </p:pic>
      <p:pic>
        <p:nvPicPr>
          <p:cNvPr id="293" name="Graphic 292" descr="Paper outline">
            <a:extLst>
              <a:ext uri="{FF2B5EF4-FFF2-40B4-BE49-F238E27FC236}">
                <a16:creationId xmlns:a16="http://schemas.microsoft.com/office/drawing/2014/main" id="{3BB2788F-463A-EF58-C1D7-9A1ED8CBFB2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75698" y="7130548"/>
            <a:ext cx="703352" cy="663244"/>
          </a:xfrm>
          <a:prstGeom prst="rect">
            <a:avLst/>
          </a:prstGeom>
        </p:spPr>
      </p:pic>
      <p:pic>
        <p:nvPicPr>
          <p:cNvPr id="314" name="Graphic 313" descr="Paper outline">
            <a:extLst>
              <a:ext uri="{FF2B5EF4-FFF2-40B4-BE49-F238E27FC236}">
                <a16:creationId xmlns:a16="http://schemas.microsoft.com/office/drawing/2014/main" id="{590D4620-D8D3-474E-FDB6-F39ECFBE5B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795635" y="7139347"/>
            <a:ext cx="703352" cy="663244"/>
          </a:xfrm>
          <a:prstGeom prst="rect">
            <a:avLst/>
          </a:prstGeom>
        </p:spPr>
      </p:pic>
      <p:sp>
        <p:nvSpPr>
          <p:cNvPr id="315" name="Oval 314">
            <a:extLst>
              <a:ext uri="{FF2B5EF4-FFF2-40B4-BE49-F238E27FC236}">
                <a16:creationId xmlns:a16="http://schemas.microsoft.com/office/drawing/2014/main" id="{A49E4028-1250-7858-9E6D-FAA22304A9FD}"/>
              </a:ext>
            </a:extLst>
          </p:cNvPr>
          <p:cNvSpPr/>
          <p:nvPr/>
        </p:nvSpPr>
        <p:spPr>
          <a:xfrm>
            <a:off x="8079420" y="7466557"/>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8" name="Oval 327">
            <a:extLst>
              <a:ext uri="{FF2B5EF4-FFF2-40B4-BE49-F238E27FC236}">
                <a16:creationId xmlns:a16="http://schemas.microsoft.com/office/drawing/2014/main" id="{15C8FDEB-428E-B6FA-CE86-916AC23E5B0D}"/>
              </a:ext>
            </a:extLst>
          </p:cNvPr>
          <p:cNvSpPr/>
          <p:nvPr/>
        </p:nvSpPr>
        <p:spPr>
          <a:xfrm>
            <a:off x="7994611" y="7331904"/>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9" name="Oval 328">
            <a:extLst>
              <a:ext uri="{FF2B5EF4-FFF2-40B4-BE49-F238E27FC236}">
                <a16:creationId xmlns:a16="http://schemas.microsoft.com/office/drawing/2014/main" id="{29C772F7-3BC5-DD27-E663-4D5DF0D17330}"/>
              </a:ext>
            </a:extLst>
          </p:cNvPr>
          <p:cNvSpPr/>
          <p:nvPr/>
        </p:nvSpPr>
        <p:spPr>
          <a:xfrm>
            <a:off x="7995571" y="7610004"/>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0" name="Oval 329">
            <a:extLst>
              <a:ext uri="{FF2B5EF4-FFF2-40B4-BE49-F238E27FC236}">
                <a16:creationId xmlns:a16="http://schemas.microsoft.com/office/drawing/2014/main" id="{81270C53-8175-600E-C271-9118A6559A01}"/>
              </a:ext>
            </a:extLst>
          </p:cNvPr>
          <p:cNvSpPr/>
          <p:nvPr/>
        </p:nvSpPr>
        <p:spPr>
          <a:xfrm>
            <a:off x="8238417" y="7466557"/>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31" name="Straight Connector 330">
            <a:extLst>
              <a:ext uri="{FF2B5EF4-FFF2-40B4-BE49-F238E27FC236}">
                <a16:creationId xmlns:a16="http://schemas.microsoft.com/office/drawing/2014/main" id="{8F79BE07-3ED6-8C54-E7BB-8A1B8081D256}"/>
              </a:ext>
            </a:extLst>
          </p:cNvPr>
          <p:cNvCxnSpPr>
            <a:cxnSpLocks/>
            <a:stCxn id="315" idx="1"/>
            <a:endCxn id="328" idx="5"/>
          </p:cNvCxnSpPr>
          <p:nvPr/>
        </p:nvCxnSpPr>
        <p:spPr>
          <a:xfrm flipH="1" flipV="1">
            <a:off x="8053123" y="7405615"/>
            <a:ext cx="36336" cy="7358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5" name="Straight Connector 334">
            <a:extLst>
              <a:ext uri="{FF2B5EF4-FFF2-40B4-BE49-F238E27FC236}">
                <a16:creationId xmlns:a16="http://schemas.microsoft.com/office/drawing/2014/main" id="{D6E38B0B-218D-A9BD-F7CD-D1B3A8C4DAEC}"/>
              </a:ext>
            </a:extLst>
          </p:cNvPr>
          <p:cNvCxnSpPr>
            <a:cxnSpLocks/>
            <a:stCxn id="330" idx="2"/>
            <a:endCxn id="315" idx="6"/>
          </p:cNvCxnSpPr>
          <p:nvPr/>
        </p:nvCxnSpPr>
        <p:spPr>
          <a:xfrm flipH="1">
            <a:off x="8147971" y="7509736"/>
            <a:ext cx="90446"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8" name="Straight Connector 337">
            <a:extLst>
              <a:ext uri="{FF2B5EF4-FFF2-40B4-BE49-F238E27FC236}">
                <a16:creationId xmlns:a16="http://schemas.microsoft.com/office/drawing/2014/main" id="{1659B23F-5AA2-213E-C3B9-6EDC2FABEB99}"/>
              </a:ext>
            </a:extLst>
          </p:cNvPr>
          <p:cNvCxnSpPr>
            <a:cxnSpLocks/>
            <a:stCxn id="329" idx="7"/>
            <a:endCxn id="315" idx="3"/>
          </p:cNvCxnSpPr>
          <p:nvPr/>
        </p:nvCxnSpPr>
        <p:spPr>
          <a:xfrm flipV="1">
            <a:off x="8054083" y="7540268"/>
            <a:ext cx="35376" cy="8238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1" name="Straight Connector 340">
            <a:extLst>
              <a:ext uri="{FF2B5EF4-FFF2-40B4-BE49-F238E27FC236}">
                <a16:creationId xmlns:a16="http://schemas.microsoft.com/office/drawing/2014/main" id="{C99EFBFF-3286-F318-EC3C-247D02000B17}"/>
              </a:ext>
            </a:extLst>
          </p:cNvPr>
          <p:cNvCxnSpPr>
            <a:cxnSpLocks/>
            <a:stCxn id="571" idx="0"/>
            <a:endCxn id="573" idx="4"/>
          </p:cNvCxnSpPr>
          <p:nvPr/>
        </p:nvCxnSpPr>
        <p:spPr>
          <a:xfrm flipV="1">
            <a:off x="8848093" y="7453188"/>
            <a:ext cx="32928" cy="14035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52" name="Oval 351">
            <a:extLst>
              <a:ext uri="{FF2B5EF4-FFF2-40B4-BE49-F238E27FC236}">
                <a16:creationId xmlns:a16="http://schemas.microsoft.com/office/drawing/2014/main" id="{74683282-E55B-A9A4-4E12-06EEBC854BBA}"/>
              </a:ext>
            </a:extLst>
          </p:cNvPr>
          <p:cNvSpPr/>
          <p:nvPr/>
        </p:nvSpPr>
        <p:spPr>
          <a:xfrm>
            <a:off x="6267303" y="7656935"/>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53" name="Oval 352">
            <a:extLst>
              <a:ext uri="{FF2B5EF4-FFF2-40B4-BE49-F238E27FC236}">
                <a16:creationId xmlns:a16="http://schemas.microsoft.com/office/drawing/2014/main" id="{03E63272-9A72-0F2E-007B-B72B2B4242AB}"/>
              </a:ext>
            </a:extLst>
          </p:cNvPr>
          <p:cNvSpPr/>
          <p:nvPr/>
        </p:nvSpPr>
        <p:spPr>
          <a:xfrm>
            <a:off x="6391785" y="7669845"/>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54" name="Oval 353">
            <a:extLst>
              <a:ext uri="{FF2B5EF4-FFF2-40B4-BE49-F238E27FC236}">
                <a16:creationId xmlns:a16="http://schemas.microsoft.com/office/drawing/2014/main" id="{6806D50A-A68E-74C3-DEC8-97234288E4C8}"/>
              </a:ext>
            </a:extLst>
          </p:cNvPr>
          <p:cNvSpPr/>
          <p:nvPr/>
        </p:nvSpPr>
        <p:spPr>
          <a:xfrm>
            <a:off x="6277566" y="7386056"/>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55" name="Oval 354">
            <a:extLst>
              <a:ext uri="{FF2B5EF4-FFF2-40B4-BE49-F238E27FC236}">
                <a16:creationId xmlns:a16="http://schemas.microsoft.com/office/drawing/2014/main" id="{85008B1A-1036-A570-00FB-36858913EC16}"/>
              </a:ext>
            </a:extLst>
          </p:cNvPr>
          <p:cNvSpPr/>
          <p:nvPr/>
        </p:nvSpPr>
        <p:spPr>
          <a:xfrm>
            <a:off x="6424713" y="7443136"/>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56" name="Oval 355">
            <a:extLst>
              <a:ext uri="{FF2B5EF4-FFF2-40B4-BE49-F238E27FC236}">
                <a16:creationId xmlns:a16="http://schemas.microsoft.com/office/drawing/2014/main" id="{26BD2D87-E7B2-A88C-E361-934CC050C527}"/>
              </a:ext>
            </a:extLst>
          </p:cNvPr>
          <p:cNvSpPr/>
          <p:nvPr/>
        </p:nvSpPr>
        <p:spPr>
          <a:xfrm>
            <a:off x="6513883" y="7561503"/>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57" name="Straight Connector 356">
            <a:extLst>
              <a:ext uri="{FF2B5EF4-FFF2-40B4-BE49-F238E27FC236}">
                <a16:creationId xmlns:a16="http://schemas.microsoft.com/office/drawing/2014/main" id="{CB157A5B-5535-39C4-3267-1EDF6B3DE954}"/>
              </a:ext>
            </a:extLst>
          </p:cNvPr>
          <p:cNvCxnSpPr>
            <a:cxnSpLocks/>
            <a:stCxn id="352" idx="0"/>
            <a:endCxn id="354" idx="3"/>
          </p:cNvCxnSpPr>
          <p:nvPr/>
        </p:nvCxnSpPr>
        <p:spPr>
          <a:xfrm flipH="1" flipV="1">
            <a:off x="6287605" y="7459767"/>
            <a:ext cx="13974" cy="19716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8" name="Straight Connector 357">
            <a:extLst>
              <a:ext uri="{FF2B5EF4-FFF2-40B4-BE49-F238E27FC236}">
                <a16:creationId xmlns:a16="http://schemas.microsoft.com/office/drawing/2014/main" id="{6B93BCC3-0ECC-8A92-CA28-B68B280D8366}"/>
              </a:ext>
            </a:extLst>
          </p:cNvPr>
          <p:cNvCxnSpPr>
            <a:cxnSpLocks/>
            <a:stCxn id="353" idx="0"/>
            <a:endCxn id="354" idx="4"/>
          </p:cNvCxnSpPr>
          <p:nvPr/>
        </p:nvCxnSpPr>
        <p:spPr>
          <a:xfrm flipH="1" flipV="1">
            <a:off x="6311842" y="7472414"/>
            <a:ext cx="114219" cy="1974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9" name="Straight Connector 358">
            <a:extLst>
              <a:ext uri="{FF2B5EF4-FFF2-40B4-BE49-F238E27FC236}">
                <a16:creationId xmlns:a16="http://schemas.microsoft.com/office/drawing/2014/main" id="{AEFB5236-BCCA-9F91-6EC1-91835DE6368C}"/>
              </a:ext>
            </a:extLst>
          </p:cNvPr>
          <p:cNvCxnSpPr>
            <a:cxnSpLocks/>
            <a:stCxn id="355" idx="2"/>
            <a:endCxn id="354" idx="6"/>
          </p:cNvCxnSpPr>
          <p:nvPr/>
        </p:nvCxnSpPr>
        <p:spPr>
          <a:xfrm flipH="1" flipV="1">
            <a:off x="6346117" y="7429235"/>
            <a:ext cx="78596" cy="5708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60" name="Straight Connector 359">
            <a:extLst>
              <a:ext uri="{FF2B5EF4-FFF2-40B4-BE49-F238E27FC236}">
                <a16:creationId xmlns:a16="http://schemas.microsoft.com/office/drawing/2014/main" id="{7A3DADA5-AC25-429A-2C77-E4D5506983D2}"/>
              </a:ext>
            </a:extLst>
          </p:cNvPr>
          <p:cNvCxnSpPr>
            <a:cxnSpLocks/>
            <a:stCxn id="356" idx="1"/>
            <a:endCxn id="355" idx="5"/>
          </p:cNvCxnSpPr>
          <p:nvPr/>
        </p:nvCxnSpPr>
        <p:spPr>
          <a:xfrm flipH="1" flipV="1">
            <a:off x="6483225" y="7516847"/>
            <a:ext cx="40697" cy="5730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61" name="TextBox 360">
            <a:extLst>
              <a:ext uri="{FF2B5EF4-FFF2-40B4-BE49-F238E27FC236}">
                <a16:creationId xmlns:a16="http://schemas.microsoft.com/office/drawing/2014/main" id="{AE26C438-8B26-5F2E-8E67-D456F6F01C85}"/>
              </a:ext>
            </a:extLst>
          </p:cNvPr>
          <p:cNvSpPr txBox="1"/>
          <p:nvPr/>
        </p:nvSpPr>
        <p:spPr>
          <a:xfrm>
            <a:off x="5947438" y="6847109"/>
            <a:ext cx="68201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Transform</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62" name="TextBox 361">
            <a:extLst>
              <a:ext uri="{FF2B5EF4-FFF2-40B4-BE49-F238E27FC236}">
                <a16:creationId xmlns:a16="http://schemas.microsoft.com/office/drawing/2014/main" id="{037CC3B1-1F70-6F59-C6A4-D10D797D917A}"/>
              </a:ext>
            </a:extLst>
          </p:cNvPr>
          <p:cNvSpPr txBox="1"/>
          <p:nvPr/>
        </p:nvSpPr>
        <p:spPr>
          <a:xfrm>
            <a:off x="5372693" y="6923887"/>
            <a:ext cx="493231"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363" name="Graphic 362" descr="Paper outline">
            <a:extLst>
              <a:ext uri="{FF2B5EF4-FFF2-40B4-BE49-F238E27FC236}">
                <a16:creationId xmlns:a16="http://schemas.microsoft.com/office/drawing/2014/main" id="{017F35B3-6AA8-E05A-F6B0-20BB1323DA6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25760" y="7198626"/>
            <a:ext cx="401514" cy="378618"/>
          </a:xfrm>
          <a:prstGeom prst="rect">
            <a:avLst/>
          </a:prstGeom>
        </p:spPr>
      </p:pic>
      <p:pic>
        <p:nvPicPr>
          <p:cNvPr id="364" name="Graphic 363" descr="Paper outline">
            <a:extLst>
              <a:ext uri="{FF2B5EF4-FFF2-40B4-BE49-F238E27FC236}">
                <a16:creationId xmlns:a16="http://schemas.microsoft.com/office/drawing/2014/main" id="{42368C71-BAD4-D400-2EA4-2C42EFFCE94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53666" y="7206854"/>
            <a:ext cx="703352" cy="663244"/>
          </a:xfrm>
          <a:prstGeom prst="rect">
            <a:avLst/>
          </a:prstGeom>
        </p:spPr>
      </p:pic>
      <p:pic>
        <p:nvPicPr>
          <p:cNvPr id="365" name="Graphic 364" descr="Paper outline">
            <a:extLst>
              <a:ext uri="{FF2B5EF4-FFF2-40B4-BE49-F238E27FC236}">
                <a16:creationId xmlns:a16="http://schemas.microsoft.com/office/drawing/2014/main" id="{E5874396-E263-133D-CFEF-848F29750E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373603" y="7215653"/>
            <a:ext cx="703352" cy="663244"/>
          </a:xfrm>
          <a:prstGeom prst="rect">
            <a:avLst/>
          </a:prstGeom>
        </p:spPr>
      </p:pic>
      <p:sp>
        <p:nvSpPr>
          <p:cNvPr id="366" name="Oval 365">
            <a:extLst>
              <a:ext uri="{FF2B5EF4-FFF2-40B4-BE49-F238E27FC236}">
                <a16:creationId xmlns:a16="http://schemas.microsoft.com/office/drawing/2014/main" id="{17CA437B-BA01-EE11-E57A-2F327C26EF9C}"/>
              </a:ext>
            </a:extLst>
          </p:cNvPr>
          <p:cNvSpPr/>
          <p:nvPr/>
        </p:nvSpPr>
        <p:spPr>
          <a:xfrm>
            <a:off x="5657388" y="7542863"/>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7" name="Oval 366">
            <a:extLst>
              <a:ext uri="{FF2B5EF4-FFF2-40B4-BE49-F238E27FC236}">
                <a16:creationId xmlns:a16="http://schemas.microsoft.com/office/drawing/2014/main" id="{A2054CE6-C504-4CFB-AD27-719E9FA20683}"/>
              </a:ext>
            </a:extLst>
          </p:cNvPr>
          <p:cNvSpPr/>
          <p:nvPr/>
        </p:nvSpPr>
        <p:spPr>
          <a:xfrm>
            <a:off x="5572579" y="7408210"/>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8" name="Oval 367">
            <a:extLst>
              <a:ext uri="{FF2B5EF4-FFF2-40B4-BE49-F238E27FC236}">
                <a16:creationId xmlns:a16="http://schemas.microsoft.com/office/drawing/2014/main" id="{E0E64551-C0C5-B13C-FCFA-36BB45E026A6}"/>
              </a:ext>
            </a:extLst>
          </p:cNvPr>
          <p:cNvSpPr/>
          <p:nvPr/>
        </p:nvSpPr>
        <p:spPr>
          <a:xfrm>
            <a:off x="5573539" y="7686310"/>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9" name="Oval 368">
            <a:extLst>
              <a:ext uri="{FF2B5EF4-FFF2-40B4-BE49-F238E27FC236}">
                <a16:creationId xmlns:a16="http://schemas.microsoft.com/office/drawing/2014/main" id="{911F251A-7FA7-88C5-283A-3AFDC8BE9BBA}"/>
              </a:ext>
            </a:extLst>
          </p:cNvPr>
          <p:cNvSpPr/>
          <p:nvPr/>
        </p:nvSpPr>
        <p:spPr>
          <a:xfrm>
            <a:off x="5816385" y="7542863"/>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70" name="Straight Connector 369">
            <a:extLst>
              <a:ext uri="{FF2B5EF4-FFF2-40B4-BE49-F238E27FC236}">
                <a16:creationId xmlns:a16="http://schemas.microsoft.com/office/drawing/2014/main" id="{F4668F23-DFB0-018A-5DC6-F4D677601940}"/>
              </a:ext>
            </a:extLst>
          </p:cNvPr>
          <p:cNvCxnSpPr>
            <a:cxnSpLocks/>
            <a:stCxn id="366" idx="1"/>
            <a:endCxn id="367" idx="5"/>
          </p:cNvCxnSpPr>
          <p:nvPr/>
        </p:nvCxnSpPr>
        <p:spPr>
          <a:xfrm flipH="1" flipV="1">
            <a:off x="5631091" y="7481921"/>
            <a:ext cx="36336" cy="7358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71" name="Straight Connector 370">
            <a:extLst>
              <a:ext uri="{FF2B5EF4-FFF2-40B4-BE49-F238E27FC236}">
                <a16:creationId xmlns:a16="http://schemas.microsoft.com/office/drawing/2014/main" id="{8703A19B-BADF-F773-8D05-B0D68BC332EC}"/>
              </a:ext>
            </a:extLst>
          </p:cNvPr>
          <p:cNvCxnSpPr>
            <a:cxnSpLocks/>
            <a:stCxn id="369" idx="2"/>
            <a:endCxn id="366" idx="6"/>
          </p:cNvCxnSpPr>
          <p:nvPr/>
        </p:nvCxnSpPr>
        <p:spPr>
          <a:xfrm flipH="1">
            <a:off x="5725939" y="7586042"/>
            <a:ext cx="90446"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72" name="Straight Connector 371">
            <a:extLst>
              <a:ext uri="{FF2B5EF4-FFF2-40B4-BE49-F238E27FC236}">
                <a16:creationId xmlns:a16="http://schemas.microsoft.com/office/drawing/2014/main" id="{8A3512C4-6FEC-60FC-5032-8914E7E5CE84}"/>
              </a:ext>
            </a:extLst>
          </p:cNvPr>
          <p:cNvCxnSpPr>
            <a:cxnSpLocks/>
            <a:stCxn id="368" idx="7"/>
            <a:endCxn id="366" idx="3"/>
          </p:cNvCxnSpPr>
          <p:nvPr/>
        </p:nvCxnSpPr>
        <p:spPr>
          <a:xfrm flipV="1">
            <a:off x="5632051" y="7616574"/>
            <a:ext cx="35376" cy="8238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73" name="Straight Connector 372">
            <a:extLst>
              <a:ext uri="{FF2B5EF4-FFF2-40B4-BE49-F238E27FC236}">
                <a16:creationId xmlns:a16="http://schemas.microsoft.com/office/drawing/2014/main" id="{6AF0E022-2A17-4618-01D0-3046EC993BDA}"/>
              </a:ext>
            </a:extLst>
          </p:cNvPr>
          <p:cNvCxnSpPr>
            <a:cxnSpLocks/>
            <a:stCxn id="353" idx="0"/>
            <a:endCxn id="355" idx="4"/>
          </p:cNvCxnSpPr>
          <p:nvPr/>
        </p:nvCxnSpPr>
        <p:spPr>
          <a:xfrm flipV="1">
            <a:off x="6426061" y="7529494"/>
            <a:ext cx="32928" cy="14035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374" name="Graphic 373" descr="Folder outline">
            <a:extLst>
              <a:ext uri="{FF2B5EF4-FFF2-40B4-BE49-F238E27FC236}">
                <a16:creationId xmlns:a16="http://schemas.microsoft.com/office/drawing/2014/main" id="{ABAF697A-08FC-E8E6-80AD-8AB36D6D08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131728" y="6500357"/>
            <a:ext cx="1827333" cy="1827333"/>
          </a:xfrm>
          <a:prstGeom prst="rect">
            <a:avLst/>
          </a:prstGeom>
        </p:spPr>
      </p:pic>
      <p:cxnSp>
        <p:nvCxnSpPr>
          <p:cNvPr id="375" name="Connector: Elbow 374">
            <a:extLst>
              <a:ext uri="{FF2B5EF4-FFF2-40B4-BE49-F238E27FC236}">
                <a16:creationId xmlns:a16="http://schemas.microsoft.com/office/drawing/2014/main" id="{D34FDD17-C7E7-68AA-BC32-B943D3F78006}"/>
              </a:ext>
            </a:extLst>
          </p:cNvPr>
          <p:cNvCxnSpPr>
            <a:cxnSpLocks/>
            <a:stCxn id="599" idx="3"/>
          </p:cNvCxnSpPr>
          <p:nvPr/>
        </p:nvCxnSpPr>
        <p:spPr>
          <a:xfrm>
            <a:off x="9120284" y="6240687"/>
            <a:ext cx="1414637" cy="553205"/>
          </a:xfrm>
          <a:prstGeom prst="bentConnector3">
            <a:avLst>
              <a:gd name="adj1" fmla="val 5211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80" name="Connector: Elbow 379">
            <a:extLst>
              <a:ext uri="{FF2B5EF4-FFF2-40B4-BE49-F238E27FC236}">
                <a16:creationId xmlns:a16="http://schemas.microsoft.com/office/drawing/2014/main" id="{62FC25EF-77AC-B815-3EE2-8FA2AA858FA2}"/>
              </a:ext>
            </a:extLst>
          </p:cNvPr>
          <p:cNvCxnSpPr>
            <a:cxnSpLocks/>
          </p:cNvCxnSpPr>
          <p:nvPr/>
        </p:nvCxnSpPr>
        <p:spPr>
          <a:xfrm flipV="1">
            <a:off x="9237527" y="8689645"/>
            <a:ext cx="1312741" cy="38094"/>
          </a:xfrm>
          <a:prstGeom prst="bentConnector3">
            <a:avLst>
              <a:gd name="adj1" fmla="val 5091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85" name="Manipulate Variables">
            <a:extLst>
              <a:ext uri="{FF2B5EF4-FFF2-40B4-BE49-F238E27FC236}">
                <a16:creationId xmlns:a16="http://schemas.microsoft.com/office/drawing/2014/main" id="{460A41A3-0B07-9B68-1CA7-2277713FD948}"/>
              </a:ext>
            </a:extLst>
          </p:cNvPr>
          <p:cNvSpPr txBox="1"/>
          <p:nvPr/>
        </p:nvSpPr>
        <p:spPr>
          <a:xfrm>
            <a:off x="10463442" y="3407073"/>
            <a:ext cx="1768679" cy="25199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External Tables</a:t>
            </a:r>
          </a:p>
        </p:txBody>
      </p:sp>
      <p:sp>
        <p:nvSpPr>
          <p:cNvPr id="786" name="Create a visual hierarchy. Help users navigate the page with titles, subtitles, and subsubtitles">
            <a:extLst>
              <a:ext uri="{FF2B5EF4-FFF2-40B4-BE49-F238E27FC236}">
                <a16:creationId xmlns:a16="http://schemas.microsoft.com/office/drawing/2014/main" id="{D481608A-0855-A9AE-0172-3E69A8A932EB}"/>
              </a:ext>
            </a:extLst>
          </p:cNvPr>
          <p:cNvSpPr txBox="1"/>
          <p:nvPr/>
        </p:nvSpPr>
        <p:spPr>
          <a:xfrm>
            <a:off x="10448096" y="3696451"/>
            <a:ext cx="2952178" cy="387205"/>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latin typeface="Source Sans Pro" panose="020B0503030403020204" pitchFamily="34" charset="0"/>
                <a:ea typeface="Source Sans Pro" panose="020B0503030403020204" pitchFamily="34" charset="0"/>
              </a:rPr>
              <a:t>Tables can exist outside a module when called by an external notebook.</a:t>
            </a: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787" name="Manipulate Variables">
            <a:extLst>
              <a:ext uri="{FF2B5EF4-FFF2-40B4-BE49-F238E27FC236}">
                <a16:creationId xmlns:a16="http://schemas.microsoft.com/office/drawing/2014/main" id="{9B2A3E0F-F24E-56FC-03C5-37E61CF958AE}"/>
              </a:ext>
            </a:extLst>
          </p:cNvPr>
          <p:cNvSpPr txBox="1"/>
          <p:nvPr/>
        </p:nvSpPr>
        <p:spPr>
          <a:xfrm>
            <a:off x="10445672" y="2422252"/>
            <a:ext cx="1503369" cy="25199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Internal Tables</a:t>
            </a:r>
          </a:p>
        </p:txBody>
      </p:sp>
      <p:sp>
        <p:nvSpPr>
          <p:cNvPr id="788" name="Create a visual hierarchy. Help users navigate the page with titles, subtitles, and subsubtitles">
            <a:extLst>
              <a:ext uri="{FF2B5EF4-FFF2-40B4-BE49-F238E27FC236}">
                <a16:creationId xmlns:a16="http://schemas.microsoft.com/office/drawing/2014/main" id="{EEA82A54-5D94-0E32-9327-E01AFB1E8496}"/>
              </a:ext>
            </a:extLst>
          </p:cNvPr>
          <p:cNvSpPr txBox="1"/>
          <p:nvPr/>
        </p:nvSpPr>
        <p:spPr>
          <a:xfrm>
            <a:off x="10430326" y="2711630"/>
            <a:ext cx="2952178" cy="664204"/>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b="0">
                <a:solidFill>
                  <a:schemeClr val="bg2">
                    <a:lumMod val="10000"/>
                  </a:schemeClr>
                </a:solidFill>
                <a:latin typeface="Source Sans Pro" panose="020B0503030403020204" pitchFamily="34" charset="0"/>
                <a:ea typeface="Source Sans Pro" panose="020B0503030403020204" pitchFamily="34" charset="0"/>
              </a:rPr>
              <a:t>Tables are not limited to just column and rows. Because all data is wrapped into tables nodes and edges for graphs are tables. Sparse matrices are tables and generally contain a key.</a:t>
            </a:r>
          </a:p>
        </p:txBody>
      </p:sp>
      <p:graphicFrame>
        <p:nvGraphicFramePr>
          <p:cNvPr id="816" name="Table">
            <a:extLst>
              <a:ext uri="{FF2B5EF4-FFF2-40B4-BE49-F238E27FC236}">
                <a16:creationId xmlns:a16="http://schemas.microsoft.com/office/drawing/2014/main" id="{0940DCB8-925C-21DD-5B4C-9041802D40B6}"/>
              </a:ext>
            </a:extLst>
          </p:cNvPr>
          <p:cNvGraphicFramePr/>
          <p:nvPr/>
        </p:nvGraphicFramePr>
        <p:xfrm>
          <a:off x="8844347" y="3788545"/>
          <a:ext cx="269392" cy="21336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0">
                <a:tc>
                  <a:txBody>
                    <a:bodyPr/>
                    <a:lstStyle/>
                    <a:p>
                      <a:pPr defTabSz="914400">
                        <a:defRPr sz="700" b="0">
                          <a:latin typeface="+mj-lt"/>
                          <a:ea typeface="+mj-ea"/>
                          <a:cs typeface="+mj-cs"/>
                          <a:sym typeface="Source Sans Pro Regular"/>
                        </a:defRPr>
                      </a:pPr>
                      <a:endParaRPr>
                        <a:solidFill>
                          <a:schemeClr val="accent1">
                            <a:lumMod val="50000"/>
                          </a:schemeClr>
                        </a:solid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0">
                <a:tc>
                  <a:txBody>
                    <a:bodyPr/>
                    <a:lstStyle/>
                    <a:p>
                      <a:pPr defTabSz="914400">
                        <a:defRPr sz="700">
                          <a:sym typeface="Source Sans Pro Regular"/>
                        </a:defRPr>
                      </a:pPr>
                      <a:endParaRPr>
                        <a:solidFill>
                          <a:schemeClr val="accent1">
                            <a:lumMod val="75000"/>
                          </a:schemeClr>
                        </a:solid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265BF"/>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cxnSp>
        <p:nvCxnSpPr>
          <p:cNvPr id="817" name="Connector: Elbow 816">
            <a:extLst>
              <a:ext uri="{FF2B5EF4-FFF2-40B4-BE49-F238E27FC236}">
                <a16:creationId xmlns:a16="http://schemas.microsoft.com/office/drawing/2014/main" id="{3DAB82A8-B102-DBEA-226C-F3C87E31368F}"/>
              </a:ext>
            </a:extLst>
          </p:cNvPr>
          <p:cNvCxnSpPr>
            <a:cxnSpLocks/>
            <a:stCxn id="816" idx="3"/>
          </p:cNvCxnSpPr>
          <p:nvPr/>
        </p:nvCxnSpPr>
        <p:spPr>
          <a:xfrm flipV="1">
            <a:off x="9113739" y="3890054"/>
            <a:ext cx="1334357" cy="5171"/>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22" name="Connector: Elbow 821">
            <a:extLst>
              <a:ext uri="{FF2B5EF4-FFF2-40B4-BE49-F238E27FC236}">
                <a16:creationId xmlns:a16="http://schemas.microsoft.com/office/drawing/2014/main" id="{A94EC982-2B3A-EB35-29CA-70A86C2626A7}"/>
              </a:ext>
            </a:extLst>
          </p:cNvPr>
          <p:cNvCxnSpPr>
            <a:cxnSpLocks/>
            <a:stCxn id="465" idx="3"/>
          </p:cNvCxnSpPr>
          <p:nvPr/>
        </p:nvCxnSpPr>
        <p:spPr>
          <a:xfrm flipV="1">
            <a:off x="9248461" y="3043732"/>
            <a:ext cx="1181865" cy="317244"/>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53445015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EEA85-A0C2-C7A2-4172-C35FAE2EABB1}"/>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59309202-7868-D2F4-EDEE-A8F23EA8DDF6}"/>
              </a:ext>
            </a:extLst>
          </p:cNvPr>
          <p:cNvPicPr>
            <a:picLocks noChangeAspect="1"/>
          </p:cNvPicPr>
          <p:nvPr/>
        </p:nvPicPr>
        <p:blipFill>
          <a:blip r:embed="rId3"/>
          <a:stretch>
            <a:fillRect/>
          </a:stretch>
        </p:blipFill>
        <p:spPr>
          <a:xfrm>
            <a:off x="9293201" y="-872888"/>
            <a:ext cx="5121226" cy="2990088"/>
          </a:xfrm>
          <a:prstGeom prst="rect">
            <a:avLst/>
          </a:prstGeom>
          <a:ln w="12700">
            <a:miter lim="400000"/>
          </a:ln>
        </p:spPr>
      </p:pic>
      <p:sp>
        <p:nvSpPr>
          <p:cNvPr id="312" name="Line">
            <a:extLst>
              <a:ext uri="{FF2B5EF4-FFF2-40B4-BE49-F238E27FC236}">
                <a16:creationId xmlns:a16="http://schemas.microsoft.com/office/drawing/2014/main" id="{2DBB083C-6074-6D86-888E-CC59AAE6F440}"/>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6A64C233-63FA-B21C-39AC-F70329CA8D50}"/>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E774A325-7F07-CABF-1374-9A7FFD7606A7}"/>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Table</a:t>
            </a:r>
            <a:r>
              <a:t>: : </a:t>
            </a:r>
            <a:r>
              <a:rPr sz="3300">
                <a:latin typeface="Source Sans Pro Semibold"/>
                <a:ea typeface="Source Sans Pro Semibold"/>
                <a:cs typeface="Source Sans Pro Semibold"/>
                <a:sym typeface="Source Sans Pro Semibold"/>
              </a:rPr>
              <a:t>CHEAT SHEET</a:t>
            </a:r>
            <a:r>
              <a:t> </a:t>
            </a:r>
          </a:p>
        </p:txBody>
      </p:sp>
      <p:pic>
        <p:nvPicPr>
          <p:cNvPr id="8" name="Picture 7" descr="A picture containing text&#10;&#10;Description automatically generated">
            <a:extLst>
              <a:ext uri="{FF2B5EF4-FFF2-40B4-BE49-F238E27FC236}">
                <a16:creationId xmlns:a16="http://schemas.microsoft.com/office/drawing/2014/main" id="{29FDB6E3-C7D5-E87C-E052-A50E77AE53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 name="TextBox 4">
            <a:extLst>
              <a:ext uri="{FF2B5EF4-FFF2-40B4-BE49-F238E27FC236}">
                <a16:creationId xmlns:a16="http://schemas.microsoft.com/office/drawing/2014/main" id="{95709D6F-BDFC-EB61-C6F6-52753963CD70}"/>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5">
                  <a:extLst>
                    <a:ext uri="{A12FA001-AC4F-418D-AE19-62706E023703}">
                      <ahyp:hlinkClr xmlns:ahyp="http://schemas.microsoft.com/office/drawing/2018/hyperlinkcolor" val="tx"/>
                    </a:ext>
                  </a:extLst>
                </a:hlinkClick>
              </a:rPr>
              <a:t>CC BY SA</a:t>
            </a:r>
            <a:r>
              <a:rPr lang="en-US" sz="1000" b="0">
                <a:solidFill>
                  <a:schemeClr val="tx1"/>
                </a:solidFill>
              </a:rPr>
              <a:t> John Flinn</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647" name="TextBox 646">
            <a:extLst>
              <a:ext uri="{FF2B5EF4-FFF2-40B4-BE49-F238E27FC236}">
                <a16:creationId xmlns:a16="http://schemas.microsoft.com/office/drawing/2014/main" id="{3F51F8B8-E8DD-8B33-F911-1BEC9D1B9D28}"/>
              </a:ext>
            </a:extLst>
          </p:cNvPr>
          <p:cNvSpPr txBox="1"/>
          <p:nvPr/>
        </p:nvSpPr>
        <p:spPr>
          <a:xfrm>
            <a:off x="5220799" y="3232349"/>
            <a:ext cx="73797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Tables</a:t>
            </a:r>
          </a:p>
        </p:txBody>
      </p:sp>
      <p:sp>
        <p:nvSpPr>
          <p:cNvPr id="648" name="TextBox 647">
            <a:extLst>
              <a:ext uri="{FF2B5EF4-FFF2-40B4-BE49-F238E27FC236}">
                <a16:creationId xmlns:a16="http://schemas.microsoft.com/office/drawing/2014/main" id="{E15221A5-8AB0-1CAC-5E53-476F98F5DBCA}"/>
              </a:ext>
            </a:extLst>
          </p:cNvPr>
          <p:cNvSpPr txBox="1"/>
          <p:nvPr/>
        </p:nvSpPr>
        <p:spPr>
          <a:xfrm>
            <a:off x="6147787" y="9229460"/>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vig</a:t>
            </a:r>
            <a:r>
              <a:rPr lang="en-US" sz="1000" b="0"/>
              <a:t>/ .</a:t>
            </a:r>
            <a:r>
              <a:rPr lang="en-US" sz="1000" b="0" err="1"/>
              <a:t>Rmd</a:t>
            </a:r>
            <a:endParaRPr kumimoji="0" lang="en-US" sz="1000" b="0" i="0" u="none" strike="noStrike" cap="none" spc="0" normalizeH="0" baseline="0">
              <a:ln>
                <a:noFill/>
              </a:ln>
              <a:solidFill>
                <a:srgbClr val="4C4C4C"/>
              </a:solidFill>
              <a:effectLst/>
              <a:uFillTx/>
              <a:sym typeface="Source Sans Pro"/>
            </a:endParaRPr>
          </a:p>
        </p:txBody>
      </p:sp>
      <p:sp>
        <p:nvSpPr>
          <p:cNvPr id="649" name="Line">
            <a:extLst>
              <a:ext uri="{FF2B5EF4-FFF2-40B4-BE49-F238E27FC236}">
                <a16:creationId xmlns:a16="http://schemas.microsoft.com/office/drawing/2014/main" id="{3B303004-8AA5-D211-FA86-C9FCB73878B2}"/>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650" name="Layout Suggestions">
            <a:extLst>
              <a:ext uri="{FF2B5EF4-FFF2-40B4-BE49-F238E27FC236}">
                <a16:creationId xmlns:a16="http://schemas.microsoft.com/office/drawing/2014/main" id="{9E8A8AEA-330E-A8AC-DA08-347F2E6FC3D4}"/>
              </a:ext>
            </a:extLst>
          </p:cNvPr>
          <p:cNvSpPr txBox="1"/>
          <p:nvPr/>
        </p:nvSpPr>
        <p:spPr>
          <a:xfrm>
            <a:off x="318622" y="1597555"/>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sp>
        <p:nvSpPr>
          <p:cNvPr id="651" name="TextBox 650">
            <a:extLst>
              <a:ext uri="{FF2B5EF4-FFF2-40B4-BE49-F238E27FC236}">
                <a16:creationId xmlns:a16="http://schemas.microsoft.com/office/drawing/2014/main" id="{1B6069A1-5159-6412-F607-D00C4553BBB6}"/>
              </a:ext>
            </a:extLst>
          </p:cNvPr>
          <p:cNvSpPr txBox="1"/>
          <p:nvPr/>
        </p:nvSpPr>
        <p:spPr>
          <a:xfrm>
            <a:off x="293963" y="1931241"/>
            <a:ext cx="2952178" cy="8134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a:solidFill>
                  <a:schemeClr val="bg2">
                    <a:lumMod val="10000"/>
                  </a:schemeClr>
                </a:solidFill>
                <a:latin typeface="+mj-lt"/>
                <a:sym typeface="Source Sans Pro Light"/>
              </a:rPr>
              <a:t>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the download and analysis of multiple sources, such as Git, Jira, and </a:t>
            </a:r>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Light"/>
              </a:rPr>
              <a:t>Github</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 using tables that are controlled by modules.</a:t>
            </a:r>
            <a:endParaRPr lang="en-US" b="0">
              <a:solidFill>
                <a:schemeClr val="bg2">
                  <a:lumMod val="10000"/>
                </a:schemeClr>
              </a:solidFill>
              <a:latin typeface="Source Sans Pro" panose="020B0503030403020204" pitchFamily="34" charset="0"/>
              <a:ea typeface="Source Sans Pro" panose="020B0503030403020204" pitchFamily="34" charset="0"/>
            </a:endParaRPr>
          </a:p>
        </p:txBody>
      </p:sp>
      <p:sp>
        <p:nvSpPr>
          <p:cNvPr id="652" name="Layout Suggestions">
            <a:extLst>
              <a:ext uri="{FF2B5EF4-FFF2-40B4-BE49-F238E27FC236}">
                <a16:creationId xmlns:a16="http://schemas.microsoft.com/office/drawing/2014/main" id="{64DE0452-860E-2F9B-B7B9-CAB1764A9D3D}"/>
              </a:ext>
            </a:extLst>
          </p:cNvPr>
          <p:cNvSpPr txBox="1"/>
          <p:nvPr/>
        </p:nvSpPr>
        <p:spPr>
          <a:xfrm>
            <a:off x="4928113" y="1618434"/>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sp>
        <p:nvSpPr>
          <p:cNvPr id="653" name="Manipulate Variables">
            <a:extLst>
              <a:ext uri="{FF2B5EF4-FFF2-40B4-BE49-F238E27FC236}">
                <a16:creationId xmlns:a16="http://schemas.microsoft.com/office/drawing/2014/main" id="{27365D5A-ED99-7648-258D-10B55B1DC28F}"/>
              </a:ext>
            </a:extLst>
          </p:cNvPr>
          <p:cNvSpPr txBox="1"/>
          <p:nvPr/>
        </p:nvSpPr>
        <p:spPr>
          <a:xfrm>
            <a:off x="307711" y="8125778"/>
            <a:ext cx="149079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Notebooks</a:t>
            </a:r>
            <a:endParaRPr/>
          </a:p>
        </p:txBody>
      </p:sp>
      <p:sp>
        <p:nvSpPr>
          <p:cNvPr id="654" name="Create a visual hierarchy. Help users navigate the page with titles, subtitles, and subsubtitles">
            <a:extLst>
              <a:ext uri="{FF2B5EF4-FFF2-40B4-BE49-F238E27FC236}">
                <a16:creationId xmlns:a16="http://schemas.microsoft.com/office/drawing/2014/main" id="{30994E78-25BA-6794-252D-D97A6E360B3A}"/>
              </a:ext>
            </a:extLst>
          </p:cNvPr>
          <p:cNvSpPr txBox="1"/>
          <p:nvPr/>
        </p:nvSpPr>
        <p:spPr>
          <a:xfrm>
            <a:off x="279097" y="8473488"/>
            <a:ext cx="2974015" cy="7750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solidFill>
                  <a:schemeClr val="bg2">
                    <a:lumMod val="10000"/>
                  </a:schemeClr>
                </a:solidFill>
                <a:latin typeface="Source Sans Pro" panose="020B0503030403020204" pitchFamily="34" charset="0"/>
                <a:ea typeface="Source Sans Pro" panose="020B0503030403020204" pitchFamily="34" charset="0"/>
              </a:rPr>
              <a:t>Acting as the u</a:t>
            </a:r>
            <a:r>
              <a:rPr lang="en-US">
                <a:solidFill>
                  <a:schemeClr val="bg2">
                    <a:lumMod val="10000"/>
                  </a:schemeClr>
                </a:solidFill>
                <a:latin typeface="Source Sans Pro" panose="020B0503030403020204" pitchFamily="34" charset="0"/>
                <a:ea typeface="Source Sans Pro" panose="020B0503030403020204" pitchFamily="34" charset="0"/>
                <a:sym typeface="Source Sans Pro"/>
              </a:rPr>
              <a:t>ser interface. these .</a:t>
            </a:r>
            <a:r>
              <a:rPr lang="en-US" err="1">
                <a:solidFill>
                  <a:schemeClr val="bg2">
                    <a:lumMod val="10000"/>
                  </a:schemeClr>
                </a:solidFill>
                <a:latin typeface="Source Sans Pro" panose="020B0503030403020204" pitchFamily="34" charset="0"/>
                <a:ea typeface="Source Sans Pro" panose="020B0503030403020204" pitchFamily="34" charset="0"/>
                <a:sym typeface="Source Sans Pro"/>
              </a:rPr>
              <a:t>Rmd</a:t>
            </a:r>
            <a:r>
              <a:rPr lang="en-US">
                <a:solidFill>
                  <a:schemeClr val="bg2">
                    <a:lumMod val="10000"/>
                  </a:schemeClr>
                </a:solidFill>
                <a:latin typeface="Source Sans Pro" panose="020B0503030403020204" pitchFamily="34" charset="0"/>
                <a:ea typeface="Source Sans Pro" panose="020B0503030403020204" pitchFamily="34" charset="0"/>
                <a:sym typeface="Source Sans Pro"/>
              </a:rPr>
              <a:t> files </a:t>
            </a:r>
            <a:r>
              <a:rPr lang="en-US" b="0">
                <a:solidFill>
                  <a:schemeClr val="bg2">
                    <a:lumMod val="10000"/>
                  </a:schemeClr>
                </a:solidFill>
                <a:latin typeface="Source Sans Pro" panose="020B0503030403020204" pitchFamily="34" charset="0"/>
                <a:ea typeface="Source Sans Pro" panose="020B0503030403020204" pitchFamily="34" charset="0"/>
              </a:rPr>
              <a:t>call specific modules- passing and receiving standardized R tables to create final analyses and exports.</a:t>
            </a:r>
            <a:r>
              <a:rPr lang="en-US">
                <a:solidFill>
                  <a:schemeClr val="bg2">
                    <a:lumMod val="10000"/>
                  </a:schemeClr>
                </a:solidFill>
                <a:latin typeface="Source Sans Pro" panose="020B0503030403020204" pitchFamily="34" charset="0"/>
                <a:ea typeface="Source Sans Pro" panose="020B0503030403020204" pitchFamily="34" charset="0"/>
                <a:sym typeface="Source Sans Pro"/>
              </a:rPr>
              <a:t> </a:t>
            </a:r>
          </a:p>
        </p:txBody>
      </p:sp>
      <p:sp>
        <p:nvSpPr>
          <p:cNvPr id="655" name="TextBox 654">
            <a:extLst>
              <a:ext uri="{FF2B5EF4-FFF2-40B4-BE49-F238E27FC236}">
                <a16:creationId xmlns:a16="http://schemas.microsoft.com/office/drawing/2014/main" id="{D0D79160-DC8B-7609-FE8C-916FC97A169C}"/>
              </a:ext>
            </a:extLst>
          </p:cNvPr>
          <p:cNvSpPr txBox="1"/>
          <p:nvPr/>
        </p:nvSpPr>
        <p:spPr>
          <a:xfrm>
            <a:off x="4424135" y="5890824"/>
            <a:ext cx="65467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Container</a:t>
            </a:r>
          </a:p>
        </p:txBody>
      </p:sp>
      <p:sp>
        <p:nvSpPr>
          <p:cNvPr id="656" name="Manipulate Variables">
            <a:extLst>
              <a:ext uri="{FF2B5EF4-FFF2-40B4-BE49-F238E27FC236}">
                <a16:creationId xmlns:a16="http://schemas.microsoft.com/office/drawing/2014/main" id="{65A41835-2031-DCEC-0A41-4426DCFCCBEA}"/>
              </a:ext>
            </a:extLst>
          </p:cNvPr>
          <p:cNvSpPr txBox="1"/>
          <p:nvPr/>
        </p:nvSpPr>
        <p:spPr>
          <a:xfrm>
            <a:off x="291803" y="5478359"/>
            <a:ext cx="160620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sz="2500"/>
              <a:t>Data Tables</a:t>
            </a:r>
            <a:endParaRPr sz="2500">
              <a:solidFill>
                <a:schemeClr val="tx2"/>
              </a:solidFill>
            </a:endParaRPr>
          </a:p>
        </p:txBody>
      </p:sp>
      <p:sp>
        <p:nvSpPr>
          <p:cNvPr id="657" name="Create a visual hierarchy. Help users navigate the page with titles, subtitles, and subsubtitles">
            <a:extLst>
              <a:ext uri="{FF2B5EF4-FFF2-40B4-BE49-F238E27FC236}">
                <a16:creationId xmlns:a16="http://schemas.microsoft.com/office/drawing/2014/main" id="{C43A2394-6A35-7A99-5B9E-BD83D81DE0CD}"/>
              </a:ext>
            </a:extLst>
          </p:cNvPr>
          <p:cNvSpPr txBox="1"/>
          <p:nvPr/>
        </p:nvSpPr>
        <p:spPr>
          <a:xfrm>
            <a:off x="275426" y="5811914"/>
            <a:ext cx="2952178" cy="94120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Core units of connection between modules. They are linked by </a:t>
            </a:r>
            <a:r>
              <a:rPr lang="en-US" b="0">
                <a:solidFill>
                  <a:schemeClr val="accent2"/>
                </a:solidFill>
                <a:latin typeface="Source Sans Pro" panose="020B0503030403020204" pitchFamily="34" charset="0"/>
                <a:ea typeface="Source Sans Pro" panose="020B0503030403020204" pitchFamily="34" charset="0"/>
                <a:sym typeface="Source Sans Pro Light"/>
              </a:rPr>
              <a:t>columns </a:t>
            </a:r>
            <a:r>
              <a:rPr lang="en-US">
                <a:latin typeface="Source Sans Pro" panose="020B0503030403020204" pitchFamily="34" charset="0"/>
                <a:ea typeface="Source Sans Pro" panose="020B0503030403020204" pitchFamily="34" charset="0"/>
              </a:rPr>
              <a:t>-indicated by the  </a:t>
            </a:r>
            <a:r>
              <a:rPr lang="en-US" b="0">
                <a:solidFill>
                  <a:schemeClr val="accent1">
                    <a:lumMod val="50000"/>
                  </a:schemeClr>
                </a:solidFill>
                <a:latin typeface="Source Sans Pro" panose="020B0503030403020204" pitchFamily="34" charset="0"/>
                <a:ea typeface="Source Sans Pro" panose="020B0503030403020204" pitchFamily="34" charset="0"/>
                <a:sym typeface="Source Sans Pro Light"/>
              </a:rPr>
              <a:t>dark blue row</a:t>
            </a:r>
            <a:r>
              <a:rPr lang="en-US" b="0">
                <a:solidFill>
                  <a:srgbClr val="000000"/>
                </a:solidFill>
                <a:latin typeface="Source Sans Pro" panose="020B0503030403020204" pitchFamily="34" charset="0"/>
                <a:ea typeface="Source Sans Pro" panose="020B0503030403020204" pitchFamily="34" charset="0"/>
                <a:sym typeface="Source Sans Pro Light"/>
              </a:rPr>
              <a:t> within a common R data structure. Support for other formats is planned.</a:t>
            </a:r>
            <a:endParaRPr>
              <a:latin typeface="Source Sans Pro" panose="020B0503030403020204" pitchFamily="34" charset="0"/>
              <a:ea typeface="Source Sans Pro" panose="020B0503030403020204" pitchFamily="34" charset="0"/>
              <a:sym typeface="Source Sans Pro"/>
            </a:endParaRPr>
          </a:p>
        </p:txBody>
      </p:sp>
      <p:cxnSp>
        <p:nvCxnSpPr>
          <p:cNvPr id="658" name="Connector: Elbow 657">
            <a:extLst>
              <a:ext uri="{FF2B5EF4-FFF2-40B4-BE49-F238E27FC236}">
                <a16:creationId xmlns:a16="http://schemas.microsoft.com/office/drawing/2014/main" id="{8208E1D3-FD6C-C263-D7C9-C1DBB32BE0F9}"/>
              </a:ext>
            </a:extLst>
          </p:cNvPr>
          <p:cNvCxnSpPr>
            <a:cxnSpLocks/>
            <a:endCxn id="647" idx="1"/>
          </p:cNvCxnSpPr>
          <p:nvPr/>
        </p:nvCxnSpPr>
        <p:spPr>
          <a:xfrm flipV="1">
            <a:off x="1898012" y="3377220"/>
            <a:ext cx="3322787" cy="2271154"/>
          </a:xfrm>
          <a:prstGeom prst="bentConnector3">
            <a:avLst>
              <a:gd name="adj1" fmla="val 7428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59" name="Connector: Elbow 658">
            <a:extLst>
              <a:ext uri="{FF2B5EF4-FFF2-40B4-BE49-F238E27FC236}">
                <a16:creationId xmlns:a16="http://schemas.microsoft.com/office/drawing/2014/main" id="{D46FD2B8-077D-1A8F-5AA7-2B6F2A68A4AC}"/>
              </a:ext>
            </a:extLst>
          </p:cNvPr>
          <p:cNvCxnSpPr>
            <a:cxnSpLocks/>
            <a:endCxn id="680" idx="1"/>
          </p:cNvCxnSpPr>
          <p:nvPr/>
        </p:nvCxnSpPr>
        <p:spPr>
          <a:xfrm flipV="1">
            <a:off x="1759445" y="3052722"/>
            <a:ext cx="2496953" cy="1504804"/>
          </a:xfrm>
          <a:prstGeom prst="bentConnector3">
            <a:avLst>
              <a:gd name="adj1" fmla="val 8561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660" name="Graphic 659" descr="Paper outline">
            <a:extLst>
              <a:ext uri="{FF2B5EF4-FFF2-40B4-BE49-F238E27FC236}">
                <a16:creationId xmlns:a16="http://schemas.microsoft.com/office/drawing/2014/main" id="{6112D6D5-078D-BB76-2ED3-8CE92118E5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26128" y="8630092"/>
            <a:ext cx="1422056" cy="1422056"/>
          </a:xfrm>
          <a:prstGeom prst="rect">
            <a:avLst/>
          </a:prstGeom>
        </p:spPr>
      </p:pic>
      <p:sp>
        <p:nvSpPr>
          <p:cNvPr id="661" name="TextBox 660">
            <a:extLst>
              <a:ext uri="{FF2B5EF4-FFF2-40B4-BE49-F238E27FC236}">
                <a16:creationId xmlns:a16="http://schemas.microsoft.com/office/drawing/2014/main" id="{6C003442-DBA6-F827-F321-C6CBD005FAEC}"/>
              </a:ext>
            </a:extLst>
          </p:cNvPr>
          <p:cNvSpPr txBox="1"/>
          <p:nvPr/>
        </p:nvSpPr>
        <p:spPr>
          <a:xfrm>
            <a:off x="6836832" y="9944569"/>
            <a:ext cx="108813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b</a:t>
            </a:r>
            <a:r>
              <a:rPr kumimoji="0" lang="en-US" sz="1000" b="0" i="0" u="none" strike="noStrike" cap="none" spc="0" normalizeH="0" baseline="0" err="1">
                <a:ln>
                  <a:noFill/>
                </a:ln>
                <a:solidFill>
                  <a:srgbClr val="4C4C4C"/>
                </a:solidFill>
                <a:effectLst/>
                <a:uFillTx/>
                <a:sym typeface="Source Sans Pro"/>
              </a:rPr>
              <a:t>ug_count.Rmd</a:t>
            </a:r>
            <a:endParaRPr kumimoji="0" lang="en-US" sz="1000" b="0" i="0" u="none" strike="noStrike" cap="none" spc="0" normalizeH="0" baseline="0">
              <a:ln>
                <a:noFill/>
              </a:ln>
              <a:solidFill>
                <a:srgbClr val="4C4C4C"/>
              </a:solidFill>
              <a:effectLst/>
              <a:uFillTx/>
              <a:sym typeface="Source Sans Pro"/>
            </a:endParaRPr>
          </a:p>
        </p:txBody>
      </p:sp>
      <p:graphicFrame>
        <p:nvGraphicFramePr>
          <p:cNvPr id="662" name="Table">
            <a:extLst>
              <a:ext uri="{FF2B5EF4-FFF2-40B4-BE49-F238E27FC236}">
                <a16:creationId xmlns:a16="http://schemas.microsoft.com/office/drawing/2014/main" id="{81564715-6EB7-8EBF-725F-04796B2B4029}"/>
              </a:ext>
            </a:extLst>
          </p:cNvPr>
          <p:cNvGraphicFramePr/>
          <p:nvPr/>
        </p:nvGraphicFramePr>
        <p:xfrm>
          <a:off x="6064413" y="3176654"/>
          <a:ext cx="269392" cy="42672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8534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graphicFrame>
        <p:nvGraphicFramePr>
          <p:cNvPr id="663" name="Table">
            <a:extLst>
              <a:ext uri="{FF2B5EF4-FFF2-40B4-BE49-F238E27FC236}">
                <a16:creationId xmlns:a16="http://schemas.microsoft.com/office/drawing/2014/main" id="{0EA9E506-8571-B9F9-C5BA-2CC73227502C}"/>
              </a:ext>
            </a:extLst>
          </p:cNvPr>
          <p:cNvGraphicFramePr/>
          <p:nvPr/>
        </p:nvGraphicFramePr>
        <p:xfrm>
          <a:off x="6422050" y="3165658"/>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664" name="Rectangle 663">
            <a:extLst>
              <a:ext uri="{FF2B5EF4-FFF2-40B4-BE49-F238E27FC236}">
                <a16:creationId xmlns:a16="http://schemas.microsoft.com/office/drawing/2014/main" id="{4BF28FBA-49B9-ABD1-BA50-37BD8AD53513}"/>
              </a:ext>
            </a:extLst>
          </p:cNvPr>
          <p:cNvSpPr/>
          <p:nvPr/>
        </p:nvSpPr>
        <p:spPr>
          <a:xfrm>
            <a:off x="6020660" y="3114253"/>
            <a:ext cx="911592" cy="540616"/>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665" name="Straight Arrow Connector 664">
            <a:extLst>
              <a:ext uri="{FF2B5EF4-FFF2-40B4-BE49-F238E27FC236}">
                <a16:creationId xmlns:a16="http://schemas.microsoft.com/office/drawing/2014/main" id="{911802FE-440F-1E64-0B8A-98CA664CCF6D}"/>
              </a:ext>
            </a:extLst>
          </p:cNvPr>
          <p:cNvCxnSpPr>
            <a:cxnSpLocks/>
          </p:cNvCxnSpPr>
          <p:nvPr/>
        </p:nvCxnSpPr>
        <p:spPr>
          <a:xfrm>
            <a:off x="6863776" y="3209411"/>
            <a:ext cx="1699802" cy="0"/>
          </a:xfrm>
          <a:prstGeom prst="straightConnector1">
            <a:avLst/>
          </a:prstGeom>
          <a:noFill/>
          <a:ln w="25400" cap="flat">
            <a:solidFill>
              <a:schemeClr val="accent2"/>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pic>
        <p:nvPicPr>
          <p:cNvPr id="666" name="Graphic 665" descr="Paper outline">
            <a:extLst>
              <a:ext uri="{FF2B5EF4-FFF2-40B4-BE49-F238E27FC236}">
                <a16:creationId xmlns:a16="http://schemas.microsoft.com/office/drawing/2014/main" id="{47E57BF9-FEBB-824E-0FEB-4A3B43E9C9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68547" y="5895947"/>
            <a:ext cx="703352" cy="663244"/>
          </a:xfrm>
          <a:prstGeom prst="rect">
            <a:avLst/>
          </a:prstGeom>
        </p:spPr>
      </p:pic>
      <p:pic>
        <p:nvPicPr>
          <p:cNvPr id="667" name="Graphic 666" descr="Paper outline">
            <a:extLst>
              <a:ext uri="{FF2B5EF4-FFF2-40B4-BE49-F238E27FC236}">
                <a16:creationId xmlns:a16="http://schemas.microsoft.com/office/drawing/2014/main" id="{A1C614C7-3D2C-7399-7521-254FE37849E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93234" y="5912904"/>
            <a:ext cx="703352" cy="663244"/>
          </a:xfrm>
          <a:prstGeom prst="rect">
            <a:avLst/>
          </a:prstGeom>
        </p:spPr>
      </p:pic>
      <p:pic>
        <p:nvPicPr>
          <p:cNvPr id="668" name="Graphic 667" descr="Paper outline">
            <a:extLst>
              <a:ext uri="{FF2B5EF4-FFF2-40B4-BE49-F238E27FC236}">
                <a16:creationId xmlns:a16="http://schemas.microsoft.com/office/drawing/2014/main" id="{CA48B84F-8849-6285-9D9F-14641F7C36E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56143" y="4704865"/>
            <a:ext cx="703352" cy="663244"/>
          </a:xfrm>
          <a:prstGeom prst="rect">
            <a:avLst/>
          </a:prstGeom>
        </p:spPr>
      </p:pic>
      <p:sp>
        <p:nvSpPr>
          <p:cNvPr id="669" name="TextBox 668">
            <a:extLst>
              <a:ext uri="{FF2B5EF4-FFF2-40B4-BE49-F238E27FC236}">
                <a16:creationId xmlns:a16="http://schemas.microsoft.com/office/drawing/2014/main" id="{29A9ECF2-FF6D-0F15-32AC-AC964A13256F}"/>
              </a:ext>
            </a:extLst>
          </p:cNvPr>
          <p:cNvSpPr txBox="1"/>
          <p:nvPr/>
        </p:nvSpPr>
        <p:spPr>
          <a:xfrm>
            <a:off x="5478459" y="6454235"/>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exec</a:t>
            </a:r>
          </a:p>
        </p:txBody>
      </p:sp>
      <p:sp>
        <p:nvSpPr>
          <p:cNvPr id="670" name="TextBox 669">
            <a:extLst>
              <a:ext uri="{FF2B5EF4-FFF2-40B4-BE49-F238E27FC236}">
                <a16:creationId xmlns:a16="http://schemas.microsoft.com/office/drawing/2014/main" id="{93D93CF6-7E0F-EAA4-69D6-8D589985648D}"/>
              </a:ext>
            </a:extLst>
          </p:cNvPr>
          <p:cNvSpPr txBox="1"/>
          <p:nvPr/>
        </p:nvSpPr>
        <p:spPr>
          <a:xfrm>
            <a:off x="6134197" y="6446667"/>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test</a:t>
            </a:r>
            <a:endParaRPr kumimoji="0" lang="en-US" sz="800" b="0" i="0" u="none" strike="noStrike" cap="none" spc="0" normalizeH="0" baseline="0">
              <a:ln>
                <a:noFill/>
              </a:ln>
              <a:solidFill>
                <a:srgbClr val="4C4C4C"/>
              </a:solidFill>
              <a:effectLst/>
              <a:uFillTx/>
              <a:sym typeface="Source Sans Pro"/>
            </a:endParaRPr>
          </a:p>
        </p:txBody>
      </p:sp>
      <p:sp>
        <p:nvSpPr>
          <p:cNvPr id="671" name="TextBox 670">
            <a:extLst>
              <a:ext uri="{FF2B5EF4-FFF2-40B4-BE49-F238E27FC236}">
                <a16:creationId xmlns:a16="http://schemas.microsoft.com/office/drawing/2014/main" id="{DA116699-BA2E-CE5A-5E2C-AB0D020675B4}"/>
              </a:ext>
            </a:extLst>
          </p:cNvPr>
          <p:cNvSpPr txBox="1"/>
          <p:nvPr/>
        </p:nvSpPr>
        <p:spPr>
          <a:xfrm>
            <a:off x="5446724" y="5272128"/>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cxnSp>
        <p:nvCxnSpPr>
          <p:cNvPr id="672" name="Straight Connector 671">
            <a:extLst>
              <a:ext uri="{FF2B5EF4-FFF2-40B4-BE49-F238E27FC236}">
                <a16:creationId xmlns:a16="http://schemas.microsoft.com/office/drawing/2014/main" id="{860D793E-F986-DF06-7FE1-6DD6CD941008}"/>
              </a:ext>
            </a:extLst>
          </p:cNvPr>
          <p:cNvCxnSpPr>
            <a:cxnSpLocks/>
          </p:cNvCxnSpPr>
          <p:nvPr/>
        </p:nvCxnSpPr>
        <p:spPr>
          <a:xfrm flipH="1">
            <a:off x="5162559" y="3654869"/>
            <a:ext cx="850390" cy="466983"/>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73" name="Straight Connector 672">
            <a:extLst>
              <a:ext uri="{FF2B5EF4-FFF2-40B4-BE49-F238E27FC236}">
                <a16:creationId xmlns:a16="http://schemas.microsoft.com/office/drawing/2014/main" id="{2163C7A6-0E22-B494-101B-3973FC82D071}"/>
              </a:ext>
            </a:extLst>
          </p:cNvPr>
          <p:cNvCxnSpPr>
            <a:cxnSpLocks/>
          </p:cNvCxnSpPr>
          <p:nvPr/>
        </p:nvCxnSpPr>
        <p:spPr>
          <a:xfrm>
            <a:off x="6939963" y="3640333"/>
            <a:ext cx="0" cy="488134"/>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74" name="Straight Connector 673">
            <a:extLst>
              <a:ext uri="{FF2B5EF4-FFF2-40B4-BE49-F238E27FC236}">
                <a16:creationId xmlns:a16="http://schemas.microsoft.com/office/drawing/2014/main" id="{F994703B-4D68-F413-8B36-C73340971A57}"/>
              </a:ext>
            </a:extLst>
          </p:cNvPr>
          <p:cNvCxnSpPr>
            <a:cxnSpLocks/>
          </p:cNvCxnSpPr>
          <p:nvPr/>
        </p:nvCxnSpPr>
        <p:spPr>
          <a:xfrm>
            <a:off x="9318848" y="3617888"/>
            <a:ext cx="4211" cy="503964"/>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75" name="Straight Connector 674">
            <a:extLst>
              <a:ext uri="{FF2B5EF4-FFF2-40B4-BE49-F238E27FC236}">
                <a16:creationId xmlns:a16="http://schemas.microsoft.com/office/drawing/2014/main" id="{40EEE840-C631-CAF8-F23B-1A2D01B91F9A}"/>
              </a:ext>
            </a:extLst>
          </p:cNvPr>
          <p:cNvCxnSpPr>
            <a:cxnSpLocks/>
          </p:cNvCxnSpPr>
          <p:nvPr/>
        </p:nvCxnSpPr>
        <p:spPr>
          <a:xfrm flipH="1">
            <a:off x="7589568" y="3608975"/>
            <a:ext cx="917232" cy="540568"/>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76" name="Connector: Elbow 675">
            <a:extLst>
              <a:ext uri="{FF2B5EF4-FFF2-40B4-BE49-F238E27FC236}">
                <a16:creationId xmlns:a16="http://schemas.microsoft.com/office/drawing/2014/main" id="{CA7F98A9-4EDC-8690-54E4-288847CDA707}"/>
              </a:ext>
            </a:extLst>
          </p:cNvPr>
          <p:cNvCxnSpPr>
            <a:cxnSpLocks/>
            <a:endCxn id="648" idx="1"/>
          </p:cNvCxnSpPr>
          <p:nvPr/>
        </p:nvCxnSpPr>
        <p:spPr>
          <a:xfrm>
            <a:off x="1798504" y="8295793"/>
            <a:ext cx="4349283" cy="1078538"/>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aphicFrame>
        <p:nvGraphicFramePr>
          <p:cNvPr id="677" name="Table">
            <a:extLst>
              <a:ext uri="{FF2B5EF4-FFF2-40B4-BE49-F238E27FC236}">
                <a16:creationId xmlns:a16="http://schemas.microsoft.com/office/drawing/2014/main" id="{7E49D392-83BF-F0E9-2D5E-7A0B6A498E62}"/>
              </a:ext>
            </a:extLst>
          </p:cNvPr>
          <p:cNvGraphicFramePr/>
          <p:nvPr/>
        </p:nvGraphicFramePr>
        <p:xfrm>
          <a:off x="8575424" y="3136092"/>
          <a:ext cx="306944" cy="44586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sp>
        <p:nvSpPr>
          <p:cNvPr id="678" name="Manipulate Variables">
            <a:extLst>
              <a:ext uri="{FF2B5EF4-FFF2-40B4-BE49-F238E27FC236}">
                <a16:creationId xmlns:a16="http://schemas.microsoft.com/office/drawing/2014/main" id="{DCB212E7-2255-6CFB-82BF-CE5FDAEB277A}"/>
              </a:ext>
            </a:extLst>
          </p:cNvPr>
          <p:cNvSpPr txBox="1"/>
          <p:nvPr/>
        </p:nvSpPr>
        <p:spPr>
          <a:xfrm>
            <a:off x="303918" y="4387511"/>
            <a:ext cx="145552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Data Layer</a:t>
            </a:r>
            <a:endParaRPr/>
          </a:p>
        </p:txBody>
      </p:sp>
      <p:sp>
        <p:nvSpPr>
          <p:cNvPr id="679" name="Create a visual hierarchy. Help users navigate the page with titles, subtitles, and subsubtitles">
            <a:extLst>
              <a:ext uri="{FF2B5EF4-FFF2-40B4-BE49-F238E27FC236}">
                <a16:creationId xmlns:a16="http://schemas.microsoft.com/office/drawing/2014/main" id="{9B2687E9-A553-0900-76D3-66A6A288AA53}"/>
              </a:ext>
            </a:extLst>
          </p:cNvPr>
          <p:cNvSpPr txBox="1"/>
          <p:nvPr/>
        </p:nvSpPr>
        <p:spPr>
          <a:xfrm>
            <a:off x="291591" y="4723621"/>
            <a:ext cx="2952178" cy="77500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Feed specific standardized R tables to modules while protecting the raw ingested data. This layer defines the linking columns used between all modules.</a:t>
            </a:r>
            <a:endParaRPr>
              <a:latin typeface="Source Sans Pro" panose="020B0503030403020204" pitchFamily="34" charset="0"/>
              <a:ea typeface="Source Sans Pro" panose="020B0503030403020204" pitchFamily="34" charset="0"/>
              <a:sym typeface="Source Sans Pro"/>
            </a:endParaRPr>
          </a:p>
        </p:txBody>
      </p:sp>
      <p:sp>
        <p:nvSpPr>
          <p:cNvPr id="680" name="TextBox 679">
            <a:extLst>
              <a:ext uri="{FF2B5EF4-FFF2-40B4-BE49-F238E27FC236}">
                <a16:creationId xmlns:a16="http://schemas.microsoft.com/office/drawing/2014/main" id="{479E3B8D-FDA4-5C2A-B0C4-733318850EC4}"/>
              </a:ext>
            </a:extLst>
          </p:cNvPr>
          <p:cNvSpPr txBox="1"/>
          <p:nvPr/>
        </p:nvSpPr>
        <p:spPr>
          <a:xfrm>
            <a:off x="4256398" y="2907851"/>
            <a:ext cx="76235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Data Layer</a:t>
            </a:r>
            <a:endParaRPr kumimoji="0" lang="en-US" sz="1000" b="0" i="0" u="none" strike="noStrike" cap="none" spc="0" normalizeH="0" baseline="0">
              <a:ln>
                <a:noFill/>
              </a:ln>
              <a:solidFill>
                <a:srgbClr val="4C4C4C"/>
              </a:solidFill>
              <a:effectLst/>
              <a:uFillTx/>
              <a:sym typeface="Source Sans Pro"/>
            </a:endParaRPr>
          </a:p>
        </p:txBody>
      </p:sp>
      <p:cxnSp>
        <p:nvCxnSpPr>
          <p:cNvPr id="681" name="Connector: Elbow 680">
            <a:extLst>
              <a:ext uri="{FF2B5EF4-FFF2-40B4-BE49-F238E27FC236}">
                <a16:creationId xmlns:a16="http://schemas.microsoft.com/office/drawing/2014/main" id="{D5EA15FB-7B87-6029-DEB9-6B1D0FFB0A32}"/>
              </a:ext>
            </a:extLst>
          </p:cNvPr>
          <p:cNvCxnSpPr>
            <a:cxnSpLocks/>
            <a:endCxn id="655" idx="1"/>
          </p:cNvCxnSpPr>
          <p:nvPr/>
        </p:nvCxnSpPr>
        <p:spPr>
          <a:xfrm flipV="1">
            <a:off x="1466683" y="6035695"/>
            <a:ext cx="2957452" cy="886754"/>
          </a:xfrm>
          <a:prstGeom prst="bentConnector3">
            <a:avLst>
              <a:gd name="adj1" fmla="val 69097"/>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82" name="TextBox 681">
            <a:extLst>
              <a:ext uri="{FF2B5EF4-FFF2-40B4-BE49-F238E27FC236}">
                <a16:creationId xmlns:a16="http://schemas.microsoft.com/office/drawing/2014/main" id="{EAC96013-3581-330D-7E9B-189D642E2A77}"/>
              </a:ext>
            </a:extLst>
          </p:cNvPr>
          <p:cNvSpPr txBox="1"/>
          <p:nvPr/>
        </p:nvSpPr>
        <p:spPr>
          <a:xfrm>
            <a:off x="4783015" y="2321284"/>
            <a:ext cx="75086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Raw Data</a:t>
            </a:r>
            <a:endParaRPr kumimoji="0" lang="en-US" sz="1000" b="0" i="0" u="none" strike="noStrike" cap="none" spc="0" normalizeH="0" baseline="0">
              <a:ln>
                <a:noFill/>
              </a:ln>
              <a:solidFill>
                <a:srgbClr val="4C4C4C"/>
              </a:solidFill>
              <a:effectLst/>
              <a:uFillTx/>
              <a:sym typeface="Source Sans Pro"/>
            </a:endParaRPr>
          </a:p>
        </p:txBody>
      </p:sp>
      <p:sp>
        <p:nvSpPr>
          <p:cNvPr id="683" name="TextBox 682">
            <a:extLst>
              <a:ext uri="{FF2B5EF4-FFF2-40B4-BE49-F238E27FC236}">
                <a16:creationId xmlns:a16="http://schemas.microsoft.com/office/drawing/2014/main" id="{179A65D2-E5D2-FC67-C73A-64DE1F042B7D}"/>
              </a:ext>
            </a:extLst>
          </p:cNvPr>
          <p:cNvSpPr txBox="1"/>
          <p:nvPr/>
        </p:nvSpPr>
        <p:spPr>
          <a:xfrm>
            <a:off x="7326066" y="2870274"/>
            <a:ext cx="8085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accent2"/>
                </a:solidFill>
                <a:effectLst/>
                <a:uFillTx/>
                <a:sym typeface="Source Sans Pro"/>
              </a:rPr>
              <a:t>Connection</a:t>
            </a:r>
          </a:p>
        </p:txBody>
      </p:sp>
      <p:sp>
        <p:nvSpPr>
          <p:cNvPr id="684" name="Rectangle 683">
            <a:extLst>
              <a:ext uri="{FF2B5EF4-FFF2-40B4-BE49-F238E27FC236}">
                <a16:creationId xmlns:a16="http://schemas.microsoft.com/office/drawing/2014/main" id="{3B0A461D-F5E0-F653-6BA7-DF837D3C2F4F}"/>
              </a:ext>
            </a:extLst>
          </p:cNvPr>
          <p:cNvSpPr/>
          <p:nvPr/>
        </p:nvSpPr>
        <p:spPr>
          <a:xfrm>
            <a:off x="5160134" y="4152944"/>
            <a:ext cx="1782550" cy="3852679"/>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85" name="TextBox 684">
            <a:extLst>
              <a:ext uri="{FF2B5EF4-FFF2-40B4-BE49-F238E27FC236}">
                <a16:creationId xmlns:a16="http://schemas.microsoft.com/office/drawing/2014/main" id="{473F14F2-31C1-5FE3-5997-E31E62DB5A57}"/>
              </a:ext>
            </a:extLst>
          </p:cNvPr>
          <p:cNvSpPr txBox="1"/>
          <p:nvPr/>
        </p:nvSpPr>
        <p:spPr>
          <a:xfrm>
            <a:off x="5162559" y="4127460"/>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686" name="Rectangle 685">
            <a:extLst>
              <a:ext uri="{FF2B5EF4-FFF2-40B4-BE49-F238E27FC236}">
                <a16:creationId xmlns:a16="http://schemas.microsoft.com/office/drawing/2014/main" id="{6C787018-829A-2C13-CECF-8AB043CABD83}"/>
              </a:ext>
            </a:extLst>
          </p:cNvPr>
          <p:cNvSpPr/>
          <p:nvPr/>
        </p:nvSpPr>
        <p:spPr>
          <a:xfrm>
            <a:off x="5592020" y="2186429"/>
            <a:ext cx="434435" cy="529258"/>
          </a:xfrm>
          <a:prstGeom prst="rect">
            <a:avLst/>
          </a:prstGeom>
          <a:noFill/>
          <a:ln w="12700" cap="flat">
            <a:solidFill>
              <a:schemeClr val="bg2">
                <a:lumMod val="10000"/>
              </a:schemeClr>
            </a:solidFill>
            <a:prstDash val="sysDot"/>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687" name="Table">
            <a:extLst>
              <a:ext uri="{FF2B5EF4-FFF2-40B4-BE49-F238E27FC236}">
                <a16:creationId xmlns:a16="http://schemas.microsoft.com/office/drawing/2014/main" id="{9D81DA5A-5B2E-F295-5838-FDB0C13603E1}"/>
              </a:ext>
            </a:extLst>
          </p:cNvPr>
          <p:cNvGraphicFramePr/>
          <p:nvPr/>
        </p:nvGraphicFramePr>
        <p:xfrm>
          <a:off x="8979069" y="3147616"/>
          <a:ext cx="269392" cy="42672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8534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688" name="Rectangle 687">
            <a:extLst>
              <a:ext uri="{FF2B5EF4-FFF2-40B4-BE49-F238E27FC236}">
                <a16:creationId xmlns:a16="http://schemas.microsoft.com/office/drawing/2014/main" id="{71C4B722-F9D8-E795-AB81-3EEEB6FB870D}"/>
              </a:ext>
            </a:extLst>
          </p:cNvPr>
          <p:cNvSpPr/>
          <p:nvPr/>
        </p:nvSpPr>
        <p:spPr>
          <a:xfrm>
            <a:off x="8502463" y="3084001"/>
            <a:ext cx="860298" cy="540616"/>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89" name="Oval 688">
            <a:extLst>
              <a:ext uri="{FF2B5EF4-FFF2-40B4-BE49-F238E27FC236}">
                <a16:creationId xmlns:a16="http://schemas.microsoft.com/office/drawing/2014/main" id="{4EE2F0A7-3F3F-020F-053D-F1DFCE7E6485}"/>
              </a:ext>
            </a:extLst>
          </p:cNvPr>
          <p:cNvSpPr/>
          <p:nvPr/>
        </p:nvSpPr>
        <p:spPr>
          <a:xfrm>
            <a:off x="5659771" y="2212397"/>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90" name="Oval 689">
            <a:extLst>
              <a:ext uri="{FF2B5EF4-FFF2-40B4-BE49-F238E27FC236}">
                <a16:creationId xmlns:a16="http://schemas.microsoft.com/office/drawing/2014/main" id="{45EC8B5C-5E90-F416-E679-3391ED08CD91}"/>
              </a:ext>
            </a:extLst>
          </p:cNvPr>
          <p:cNvSpPr/>
          <p:nvPr/>
        </p:nvSpPr>
        <p:spPr>
          <a:xfrm>
            <a:off x="5659122" y="2513929"/>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691" name="Straight Connector 690">
            <a:extLst>
              <a:ext uri="{FF2B5EF4-FFF2-40B4-BE49-F238E27FC236}">
                <a16:creationId xmlns:a16="http://schemas.microsoft.com/office/drawing/2014/main" id="{FCBA3221-48D5-64F9-4357-857EE96A9108}"/>
              </a:ext>
            </a:extLst>
          </p:cNvPr>
          <p:cNvCxnSpPr>
            <a:cxnSpLocks/>
            <a:stCxn id="689" idx="2"/>
            <a:endCxn id="690" idx="2"/>
          </p:cNvCxnSpPr>
          <p:nvPr/>
        </p:nvCxnSpPr>
        <p:spPr>
          <a:xfrm flipH="1">
            <a:off x="5659122" y="2283766"/>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697" name="Straight Connector 696">
            <a:extLst>
              <a:ext uri="{FF2B5EF4-FFF2-40B4-BE49-F238E27FC236}">
                <a16:creationId xmlns:a16="http://schemas.microsoft.com/office/drawing/2014/main" id="{E2EED271-735E-5419-A499-16F50A19FE0F}"/>
              </a:ext>
            </a:extLst>
          </p:cNvPr>
          <p:cNvCxnSpPr>
            <a:cxnSpLocks/>
            <a:stCxn id="689" idx="6"/>
            <a:endCxn id="690" idx="6"/>
          </p:cNvCxnSpPr>
          <p:nvPr/>
        </p:nvCxnSpPr>
        <p:spPr>
          <a:xfrm flipH="1">
            <a:off x="5950165" y="2283766"/>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698" name="Connector: Elbow 697">
            <a:extLst>
              <a:ext uri="{FF2B5EF4-FFF2-40B4-BE49-F238E27FC236}">
                <a16:creationId xmlns:a16="http://schemas.microsoft.com/office/drawing/2014/main" id="{A48C9E99-FEDB-CB2D-978F-06AFEE71FE30}"/>
              </a:ext>
            </a:extLst>
          </p:cNvPr>
          <p:cNvCxnSpPr>
            <a:cxnSpLocks/>
            <a:endCxn id="682" idx="1"/>
          </p:cNvCxnSpPr>
          <p:nvPr/>
        </p:nvCxnSpPr>
        <p:spPr>
          <a:xfrm flipV="1">
            <a:off x="2256266" y="2466155"/>
            <a:ext cx="2526749" cy="472716"/>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00" name="Connector: Elbow 699">
            <a:extLst>
              <a:ext uri="{FF2B5EF4-FFF2-40B4-BE49-F238E27FC236}">
                <a16:creationId xmlns:a16="http://schemas.microsoft.com/office/drawing/2014/main" id="{90A4F2D2-C1F7-6BC1-CBD3-1AE918941692}"/>
              </a:ext>
            </a:extLst>
          </p:cNvPr>
          <p:cNvCxnSpPr>
            <a:cxnSpLocks/>
            <a:stCxn id="660" idx="0"/>
            <a:endCxn id="684" idx="2"/>
          </p:cNvCxnSpPr>
          <p:nvPr/>
        </p:nvCxnSpPr>
        <p:spPr>
          <a:xfrm rot="16200000" flipV="1">
            <a:off x="6382049" y="7674984"/>
            <a:ext cx="624469" cy="1285747"/>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01" name="Manipulate Variables">
            <a:extLst>
              <a:ext uri="{FF2B5EF4-FFF2-40B4-BE49-F238E27FC236}">
                <a16:creationId xmlns:a16="http://schemas.microsoft.com/office/drawing/2014/main" id="{BB32A20B-F90E-08AE-5903-E6B37150081F}"/>
              </a:ext>
            </a:extLst>
          </p:cNvPr>
          <p:cNvSpPr txBox="1"/>
          <p:nvPr/>
        </p:nvSpPr>
        <p:spPr>
          <a:xfrm>
            <a:off x="307711" y="6752434"/>
            <a:ext cx="115897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Modules</a:t>
            </a:r>
            <a:endParaRPr/>
          </a:p>
        </p:txBody>
      </p:sp>
      <p:sp>
        <p:nvSpPr>
          <p:cNvPr id="702" name="Create a visual hierarchy. Help users navigate the page with titles, subtitles, and subsubtitles">
            <a:extLst>
              <a:ext uri="{FF2B5EF4-FFF2-40B4-BE49-F238E27FC236}">
                <a16:creationId xmlns:a16="http://schemas.microsoft.com/office/drawing/2014/main" id="{A570438C-CC8B-92FF-D088-5CF69DBF5A2C}"/>
              </a:ext>
            </a:extLst>
          </p:cNvPr>
          <p:cNvSpPr txBox="1"/>
          <p:nvPr/>
        </p:nvSpPr>
        <p:spPr>
          <a:xfrm>
            <a:off x="275721" y="7082047"/>
            <a:ext cx="3141449" cy="103353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r>
              <a:rPr lang="en-US" b="0">
                <a:solidFill>
                  <a:schemeClr val="bg2">
                    <a:lumMod val="10000"/>
                  </a:schemeClr>
                </a:solidFill>
              </a:rPr>
              <a:t>Reusable containers for R scripts (.R files), functions, transforms, and notebooks (showcases). They ingest and process standardized tables to generate graphs, metrics, and transformed data for analysis.</a:t>
            </a:r>
          </a:p>
        </p:txBody>
      </p:sp>
      <p:sp>
        <p:nvSpPr>
          <p:cNvPr id="703" name="Rectangle 702">
            <a:extLst>
              <a:ext uri="{FF2B5EF4-FFF2-40B4-BE49-F238E27FC236}">
                <a16:creationId xmlns:a16="http://schemas.microsoft.com/office/drawing/2014/main" id="{E9D3527B-F34B-7D80-0446-9289A902AC46}"/>
              </a:ext>
            </a:extLst>
          </p:cNvPr>
          <p:cNvSpPr/>
          <p:nvPr/>
        </p:nvSpPr>
        <p:spPr>
          <a:xfrm>
            <a:off x="5161548" y="4152944"/>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56" name="Manipulate Variables">
            <a:extLst>
              <a:ext uri="{FF2B5EF4-FFF2-40B4-BE49-F238E27FC236}">
                <a16:creationId xmlns:a16="http://schemas.microsoft.com/office/drawing/2014/main" id="{61DBD6D0-970B-3B43-6FB0-88314B8D464C}"/>
              </a:ext>
            </a:extLst>
          </p:cNvPr>
          <p:cNvSpPr txBox="1"/>
          <p:nvPr/>
        </p:nvSpPr>
        <p:spPr>
          <a:xfrm>
            <a:off x="10508561" y="4117819"/>
            <a:ext cx="2071444"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Internal Tables</a:t>
            </a:r>
            <a:endParaRPr lang="en-US" sz="2500">
              <a:solidFill>
                <a:schemeClr val="tx2"/>
              </a:solidFill>
            </a:endParaRPr>
          </a:p>
        </p:txBody>
      </p:sp>
      <p:sp>
        <p:nvSpPr>
          <p:cNvPr id="258" name="Create a visual hierarchy. Help users navigate the page with titles, subtitles, and subsubtitles">
            <a:extLst>
              <a:ext uri="{FF2B5EF4-FFF2-40B4-BE49-F238E27FC236}">
                <a16:creationId xmlns:a16="http://schemas.microsoft.com/office/drawing/2014/main" id="{D6F9511A-5E18-CD19-48DA-18740D39F4E4}"/>
              </a:ext>
            </a:extLst>
          </p:cNvPr>
          <p:cNvSpPr txBox="1"/>
          <p:nvPr/>
        </p:nvSpPr>
        <p:spPr>
          <a:xfrm>
            <a:off x="10475445" y="6847109"/>
            <a:ext cx="2952178" cy="200251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r>
              <a:rPr lang="en-US" b="0">
                <a:solidFill>
                  <a:schemeClr val="bg2">
                    <a:lumMod val="10000"/>
                  </a:schemeClr>
                </a:solidFill>
                <a:latin typeface="Source Sans Pro" panose="020B0503030403020204" pitchFamily="34" charset="0"/>
                <a:ea typeface="Source Sans Pro" panose="020B0503030403020204" pitchFamily="34" charset="0"/>
                <a:sym typeface="Source Sans Pro"/>
              </a:rPr>
              <a:t>R resources-including .</a:t>
            </a:r>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a:rPr>
              <a:t>Rmd</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a:rPr>
              <a:t> files, .R scripts, and functions that are internal to a module and operate consistently on standardized internal R tables. </a:t>
            </a:r>
            <a:r>
              <a:rPr lang="en-US" b="0">
                <a:solidFill>
                  <a:schemeClr val="bg2">
                    <a:lumMod val="10000"/>
                  </a:schemeClr>
                </a:solidFill>
                <a:latin typeface="Source Sans Pro" panose="020B0503030403020204" pitchFamily="34" charset="0"/>
                <a:ea typeface="Source Sans Pro" panose="020B0503030403020204" pitchFamily="34" charset="0"/>
              </a:rPr>
              <a:t>Example of internal file’s function</a:t>
            </a:r>
            <a:br>
              <a:rPr lang="en-US">
                <a:latin typeface="Source Sans Pro" panose="020B0503030403020204" pitchFamily="34" charset="0"/>
                <a:ea typeface="Source Sans Pro" panose="020B0503030403020204" pitchFamily="34" charset="0"/>
                <a:sym typeface="Source Sans Pro"/>
              </a:rPr>
            </a:br>
            <a:br>
              <a:rPr lang="en-US">
                <a:latin typeface="Source Sans Pro" panose="020B0503030403020204" pitchFamily="34" charset="0"/>
                <a:ea typeface="Source Sans Pro" panose="020B0503030403020204" pitchFamily="34" charset="0"/>
                <a:sym typeface="Source Sans Pro"/>
              </a:rPr>
            </a:br>
            <a:r>
              <a:rPr lang="en-US" err="1"/>
              <a:t>bipartite_graph_projection</a:t>
            </a:r>
            <a:r>
              <a:rPr lang="en-US"/>
              <a:t>()</a:t>
            </a:r>
          </a:p>
          <a:p>
            <a:r>
              <a:rPr lang="en-US" b="0">
                <a:solidFill>
                  <a:schemeClr val="bg2">
                    <a:lumMod val="10000"/>
                  </a:schemeClr>
                </a:solidFill>
              </a:rPr>
              <a:t>Performs bipartite projection on multimodal graphs.</a:t>
            </a:r>
            <a:endParaRPr lang="en-US">
              <a:solidFill>
                <a:schemeClr val="bg2">
                  <a:lumMod val="10000"/>
                </a:schemeClr>
              </a:solidFill>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cxnSp>
        <p:nvCxnSpPr>
          <p:cNvPr id="259" name="Straight Connector 258">
            <a:extLst>
              <a:ext uri="{FF2B5EF4-FFF2-40B4-BE49-F238E27FC236}">
                <a16:creationId xmlns:a16="http://schemas.microsoft.com/office/drawing/2014/main" id="{48B8C5CB-2D7B-3D17-2B42-BD1978B73681}"/>
              </a:ext>
            </a:extLst>
          </p:cNvPr>
          <p:cNvCxnSpPr>
            <a:cxnSpLocks/>
          </p:cNvCxnSpPr>
          <p:nvPr/>
        </p:nvCxnSpPr>
        <p:spPr>
          <a:xfrm>
            <a:off x="8063162" y="2656666"/>
            <a:ext cx="443638" cy="427335"/>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sp>
        <p:nvSpPr>
          <p:cNvPr id="260" name="Rectangle 259">
            <a:extLst>
              <a:ext uri="{FF2B5EF4-FFF2-40B4-BE49-F238E27FC236}">
                <a16:creationId xmlns:a16="http://schemas.microsoft.com/office/drawing/2014/main" id="{4F43CF25-6D2A-337F-A2F5-EE90421D3215}"/>
              </a:ext>
            </a:extLst>
          </p:cNvPr>
          <p:cNvSpPr/>
          <p:nvPr/>
        </p:nvSpPr>
        <p:spPr>
          <a:xfrm>
            <a:off x="8063162" y="2147451"/>
            <a:ext cx="434435" cy="529258"/>
          </a:xfrm>
          <a:prstGeom prst="rect">
            <a:avLst/>
          </a:prstGeom>
          <a:noFill/>
          <a:ln w="12700" cap="flat">
            <a:solidFill>
              <a:schemeClr val="bg2">
                <a:lumMod val="10000"/>
              </a:schemeClr>
            </a:solidFill>
            <a:prstDash val="sysDot"/>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61" name="Oval 260">
            <a:extLst>
              <a:ext uri="{FF2B5EF4-FFF2-40B4-BE49-F238E27FC236}">
                <a16:creationId xmlns:a16="http://schemas.microsoft.com/office/drawing/2014/main" id="{88F74818-5FAA-FEA4-6762-9591FEA28081}"/>
              </a:ext>
            </a:extLst>
          </p:cNvPr>
          <p:cNvSpPr/>
          <p:nvPr/>
        </p:nvSpPr>
        <p:spPr>
          <a:xfrm>
            <a:off x="8130913" y="2173419"/>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62" name="Oval 261">
            <a:extLst>
              <a:ext uri="{FF2B5EF4-FFF2-40B4-BE49-F238E27FC236}">
                <a16:creationId xmlns:a16="http://schemas.microsoft.com/office/drawing/2014/main" id="{253D7600-001D-98F0-35EF-127B7D6341EE}"/>
              </a:ext>
            </a:extLst>
          </p:cNvPr>
          <p:cNvSpPr/>
          <p:nvPr/>
        </p:nvSpPr>
        <p:spPr>
          <a:xfrm>
            <a:off x="8130264" y="2474951"/>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63" name="Straight Connector 262">
            <a:extLst>
              <a:ext uri="{FF2B5EF4-FFF2-40B4-BE49-F238E27FC236}">
                <a16:creationId xmlns:a16="http://schemas.microsoft.com/office/drawing/2014/main" id="{518DC6A1-4C62-77A6-2325-7AB2CA910DDA}"/>
              </a:ext>
            </a:extLst>
          </p:cNvPr>
          <p:cNvCxnSpPr>
            <a:cxnSpLocks/>
            <a:stCxn id="261" idx="2"/>
            <a:endCxn id="262" idx="2"/>
          </p:cNvCxnSpPr>
          <p:nvPr/>
        </p:nvCxnSpPr>
        <p:spPr>
          <a:xfrm flipH="1">
            <a:off x="8130264" y="2244788"/>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F8219BEE-18C1-7144-45B3-A3233E6D18D1}"/>
              </a:ext>
            </a:extLst>
          </p:cNvPr>
          <p:cNvCxnSpPr>
            <a:cxnSpLocks/>
            <a:stCxn id="261" idx="6"/>
            <a:endCxn id="262" idx="6"/>
          </p:cNvCxnSpPr>
          <p:nvPr/>
        </p:nvCxnSpPr>
        <p:spPr>
          <a:xfrm flipH="1">
            <a:off x="8421307" y="2244788"/>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265" name="Straight Connector 264">
            <a:extLst>
              <a:ext uri="{FF2B5EF4-FFF2-40B4-BE49-F238E27FC236}">
                <a16:creationId xmlns:a16="http://schemas.microsoft.com/office/drawing/2014/main" id="{A52FAA42-639A-709B-5AFC-ECDA530AFA44}"/>
              </a:ext>
            </a:extLst>
          </p:cNvPr>
          <p:cNvCxnSpPr>
            <a:cxnSpLocks/>
          </p:cNvCxnSpPr>
          <p:nvPr/>
        </p:nvCxnSpPr>
        <p:spPr>
          <a:xfrm>
            <a:off x="5590097" y="2692115"/>
            <a:ext cx="436358" cy="422138"/>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266" name="Straight Connector 265">
            <a:extLst>
              <a:ext uri="{FF2B5EF4-FFF2-40B4-BE49-F238E27FC236}">
                <a16:creationId xmlns:a16="http://schemas.microsoft.com/office/drawing/2014/main" id="{6A3D0939-678F-2C0E-DFA4-681D30A992F6}"/>
              </a:ext>
            </a:extLst>
          </p:cNvPr>
          <p:cNvCxnSpPr>
            <a:cxnSpLocks/>
          </p:cNvCxnSpPr>
          <p:nvPr/>
        </p:nvCxnSpPr>
        <p:spPr>
          <a:xfrm>
            <a:off x="8504200" y="2678035"/>
            <a:ext cx="376821" cy="405813"/>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267" name="Straight Connector 266">
            <a:extLst>
              <a:ext uri="{FF2B5EF4-FFF2-40B4-BE49-F238E27FC236}">
                <a16:creationId xmlns:a16="http://schemas.microsoft.com/office/drawing/2014/main" id="{2B1B7084-D6E9-C9A9-B4E0-F74033E1F30B}"/>
              </a:ext>
            </a:extLst>
          </p:cNvPr>
          <p:cNvCxnSpPr>
            <a:cxnSpLocks/>
          </p:cNvCxnSpPr>
          <p:nvPr/>
        </p:nvCxnSpPr>
        <p:spPr>
          <a:xfrm>
            <a:off x="6019522" y="2704945"/>
            <a:ext cx="376821" cy="405813"/>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sp>
        <p:nvSpPr>
          <p:cNvPr id="268" name="Manipulate Variables">
            <a:extLst>
              <a:ext uri="{FF2B5EF4-FFF2-40B4-BE49-F238E27FC236}">
                <a16:creationId xmlns:a16="http://schemas.microsoft.com/office/drawing/2014/main" id="{9415DDDD-E602-BCC6-A03C-333135B4055A}"/>
              </a:ext>
            </a:extLst>
          </p:cNvPr>
          <p:cNvSpPr txBox="1"/>
          <p:nvPr/>
        </p:nvSpPr>
        <p:spPr>
          <a:xfrm>
            <a:off x="286175" y="2768856"/>
            <a:ext cx="197009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Data Ingestion</a:t>
            </a:r>
            <a:endParaRPr/>
          </a:p>
        </p:txBody>
      </p:sp>
      <p:sp>
        <p:nvSpPr>
          <p:cNvPr id="269" name="Create a visual hierarchy. Help users navigate the page with titles, subtitles, and subsubtitles">
            <a:extLst>
              <a:ext uri="{FF2B5EF4-FFF2-40B4-BE49-F238E27FC236}">
                <a16:creationId xmlns:a16="http://schemas.microsoft.com/office/drawing/2014/main" id="{24F5DDD9-2BD2-9F67-DD32-A38820807BF1}"/>
              </a:ext>
            </a:extLst>
          </p:cNvPr>
          <p:cNvSpPr txBox="1"/>
          <p:nvPr/>
        </p:nvSpPr>
        <p:spPr>
          <a:xfrm>
            <a:off x="290016" y="3081248"/>
            <a:ext cx="2952178" cy="131207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rgbClr val="000000"/>
                </a:solidFill>
                <a:latin typeface="Source Sans Pro" panose="020B0503030403020204" pitchFamily="34" charset="0"/>
                <a:ea typeface="Source Sans Pro" panose="020B0503030403020204" pitchFamily="34" charset="0"/>
              </a:rPr>
              <a:t>Handles diverse raw data formats such as CSV, gitlog, and Mbox from local or network sources, then loads them as initial R structures for standardization.</a:t>
            </a:r>
            <a:br>
              <a:rPr lang="en-US" b="0">
                <a:solidFill>
                  <a:srgbClr val="000000"/>
                </a:solidFill>
                <a:latin typeface="Source Sans Pro" panose="020B0503030403020204" pitchFamily="34" charset="0"/>
                <a:ea typeface="Source Sans Pro" panose="020B0503030403020204" pitchFamily="34" charset="0"/>
              </a:rPr>
            </a:br>
            <a:endParaRPr lang="en-US" b="0">
              <a:solidFill>
                <a:schemeClr val="bg2">
                  <a:lumMod val="10000"/>
                </a:schemeClr>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Download </a:t>
            </a:r>
            <a:r>
              <a:rPr lang="en-US">
                <a:latin typeface="Source Sans Pro" panose="020B0503030403020204" pitchFamily="34" charset="0"/>
                <a:ea typeface="Source Sans Pro" panose="020B0503030403020204" pitchFamily="34" charset="0"/>
              </a:rPr>
              <a:t>raw data: </a:t>
            </a:r>
            <a:r>
              <a:rPr lang="en-US" err="1">
                <a:latin typeface="Source Sans Pro" panose="020B0503030403020204" pitchFamily="34" charset="0"/>
                <a:ea typeface="Source Sans Pro" panose="020B0503030403020204" pitchFamily="34" charset="0"/>
              </a:rPr>
              <a:t>cheatsheets</a:t>
            </a:r>
            <a:r>
              <a:rPr lang="en-US">
                <a:latin typeface="Source Sans Pro" panose="020B0503030403020204" pitchFamily="34" charset="0"/>
                <a:ea typeface="Source Sans Pro" panose="020B0503030403020204" pitchFamily="34" charset="0"/>
              </a:rPr>
              <a:t>/refresher-cheatsheet.pdf</a:t>
            </a:r>
            <a:endParaRPr>
              <a:latin typeface="Source Sans Pro" panose="020B0503030403020204" pitchFamily="34" charset="0"/>
              <a:ea typeface="Source Sans Pro" panose="020B0503030403020204" pitchFamily="34" charset="0"/>
              <a:sym typeface="Source Sans Pro"/>
            </a:endParaRPr>
          </a:p>
        </p:txBody>
      </p:sp>
      <p:sp>
        <p:nvSpPr>
          <p:cNvPr id="270" name="Line">
            <a:extLst>
              <a:ext uri="{FF2B5EF4-FFF2-40B4-BE49-F238E27FC236}">
                <a16:creationId xmlns:a16="http://schemas.microsoft.com/office/drawing/2014/main" id="{F6DF00F7-64EC-A921-910B-7417BBD5CE94}"/>
              </a:ext>
            </a:extLst>
          </p:cNvPr>
          <p:cNvSpPr/>
          <p:nvPr/>
        </p:nvSpPr>
        <p:spPr>
          <a:xfrm flipV="1">
            <a:off x="5018756" y="2869669"/>
            <a:ext cx="0" cy="478432"/>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71" name="Line">
            <a:extLst>
              <a:ext uri="{FF2B5EF4-FFF2-40B4-BE49-F238E27FC236}">
                <a16:creationId xmlns:a16="http://schemas.microsoft.com/office/drawing/2014/main" id="{F32326C9-E545-75DA-D602-995FF0AC2DE6}"/>
              </a:ext>
            </a:extLst>
          </p:cNvPr>
          <p:cNvSpPr/>
          <p:nvPr/>
        </p:nvSpPr>
        <p:spPr>
          <a:xfrm flipV="1">
            <a:off x="5962251" y="3136092"/>
            <a:ext cx="0" cy="49779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72" name="Line">
            <a:extLst>
              <a:ext uri="{FF2B5EF4-FFF2-40B4-BE49-F238E27FC236}">
                <a16:creationId xmlns:a16="http://schemas.microsoft.com/office/drawing/2014/main" id="{BD26016D-9187-B426-733A-8A30838DE3BE}"/>
              </a:ext>
            </a:extLst>
          </p:cNvPr>
          <p:cNvSpPr/>
          <p:nvPr/>
        </p:nvSpPr>
        <p:spPr>
          <a:xfrm flipV="1">
            <a:off x="5534840" y="2194325"/>
            <a:ext cx="0" cy="49779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73" name="Line">
            <a:extLst>
              <a:ext uri="{FF2B5EF4-FFF2-40B4-BE49-F238E27FC236}">
                <a16:creationId xmlns:a16="http://schemas.microsoft.com/office/drawing/2014/main" id="{3DA52A7A-BD5E-4037-7249-B42B0E3D79D5}"/>
              </a:ext>
            </a:extLst>
          </p:cNvPr>
          <p:cNvSpPr/>
          <p:nvPr/>
        </p:nvSpPr>
        <p:spPr>
          <a:xfrm flipV="1">
            <a:off x="6824980" y="8689060"/>
            <a:ext cx="11852" cy="128536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pic>
        <p:nvPicPr>
          <p:cNvPr id="274" name="Graphic 273" descr="Folder outline">
            <a:extLst>
              <a:ext uri="{FF2B5EF4-FFF2-40B4-BE49-F238E27FC236}">
                <a16:creationId xmlns:a16="http://schemas.microsoft.com/office/drawing/2014/main" id="{95080A26-DAA0-6E6D-B035-A12A702B82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41105" y="4115587"/>
            <a:ext cx="1827333" cy="1827333"/>
          </a:xfrm>
          <a:prstGeom prst="rect">
            <a:avLst/>
          </a:prstGeom>
        </p:spPr>
      </p:pic>
      <p:sp>
        <p:nvSpPr>
          <p:cNvPr id="275" name="TextBox 274">
            <a:extLst>
              <a:ext uri="{FF2B5EF4-FFF2-40B4-BE49-F238E27FC236}">
                <a16:creationId xmlns:a16="http://schemas.microsoft.com/office/drawing/2014/main" id="{BE5BEC25-C4B1-FD43-FEFC-77C509D31952}"/>
              </a:ext>
            </a:extLst>
          </p:cNvPr>
          <p:cNvSpPr txBox="1"/>
          <p:nvPr/>
        </p:nvSpPr>
        <p:spPr>
          <a:xfrm>
            <a:off x="5884752" y="4388935"/>
            <a:ext cx="95208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Vignettes/git_*</a:t>
            </a:r>
            <a:endParaRPr kumimoji="0" lang="en-US" sz="800" b="0" i="0" u="none" strike="noStrike" cap="none" spc="0" normalizeH="0" baseline="0">
              <a:ln>
                <a:noFill/>
              </a:ln>
              <a:solidFill>
                <a:srgbClr val="4C4C4C"/>
              </a:solidFill>
              <a:effectLst/>
              <a:uFillTx/>
              <a:sym typeface="Source Sans Pro"/>
            </a:endParaRPr>
          </a:p>
        </p:txBody>
      </p:sp>
      <p:pic>
        <p:nvPicPr>
          <p:cNvPr id="276" name="Graphic 275" descr="Paper outline">
            <a:extLst>
              <a:ext uri="{FF2B5EF4-FFF2-40B4-BE49-F238E27FC236}">
                <a16:creationId xmlns:a16="http://schemas.microsoft.com/office/drawing/2014/main" id="{64FA919F-A75E-07F6-0386-3647A4E6EB5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99613" y="4717185"/>
            <a:ext cx="703352" cy="663244"/>
          </a:xfrm>
          <a:prstGeom prst="rect">
            <a:avLst/>
          </a:prstGeom>
        </p:spPr>
      </p:pic>
      <p:sp>
        <p:nvSpPr>
          <p:cNvPr id="278" name="TextBox 277">
            <a:extLst>
              <a:ext uri="{FF2B5EF4-FFF2-40B4-BE49-F238E27FC236}">
                <a16:creationId xmlns:a16="http://schemas.microsoft.com/office/drawing/2014/main" id="{9ADA77C2-1654-8F68-A222-59C2AC7715C0}"/>
              </a:ext>
            </a:extLst>
          </p:cNvPr>
          <p:cNvSpPr txBox="1"/>
          <p:nvPr/>
        </p:nvSpPr>
        <p:spPr>
          <a:xfrm>
            <a:off x="6093559" y="5254306"/>
            <a:ext cx="47901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pic>
        <p:nvPicPr>
          <p:cNvPr id="279" name="Graphic 278" descr="Folder outline">
            <a:extLst>
              <a:ext uri="{FF2B5EF4-FFF2-40B4-BE49-F238E27FC236}">
                <a16:creationId xmlns:a16="http://schemas.microsoft.com/office/drawing/2014/main" id="{39139F3F-92A0-E8C9-42CF-26462D34F0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31728" y="5303215"/>
            <a:ext cx="1827333" cy="1827333"/>
          </a:xfrm>
          <a:prstGeom prst="rect">
            <a:avLst/>
          </a:prstGeom>
        </p:spPr>
      </p:pic>
      <p:pic>
        <p:nvPicPr>
          <p:cNvPr id="280" name="Graphic 279" descr="Paper outline">
            <a:extLst>
              <a:ext uri="{FF2B5EF4-FFF2-40B4-BE49-F238E27FC236}">
                <a16:creationId xmlns:a16="http://schemas.microsoft.com/office/drawing/2014/main" id="{2B7705B4-E672-41E1-0187-CE0B1EFA8C5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13696" y="4704865"/>
            <a:ext cx="703352" cy="663244"/>
          </a:xfrm>
          <a:prstGeom prst="rect">
            <a:avLst/>
          </a:prstGeom>
        </p:spPr>
      </p:pic>
      <p:sp>
        <p:nvSpPr>
          <p:cNvPr id="281" name="TextBox 280">
            <a:extLst>
              <a:ext uri="{FF2B5EF4-FFF2-40B4-BE49-F238E27FC236}">
                <a16:creationId xmlns:a16="http://schemas.microsoft.com/office/drawing/2014/main" id="{C6937E4B-711D-FF40-C074-4A7F247DBB3B}"/>
              </a:ext>
            </a:extLst>
          </p:cNvPr>
          <p:cNvSpPr txBox="1"/>
          <p:nvPr/>
        </p:nvSpPr>
        <p:spPr>
          <a:xfrm>
            <a:off x="8213321" y="5269742"/>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sp>
        <p:nvSpPr>
          <p:cNvPr id="282" name="Oval 281">
            <a:extLst>
              <a:ext uri="{FF2B5EF4-FFF2-40B4-BE49-F238E27FC236}">
                <a16:creationId xmlns:a16="http://schemas.microsoft.com/office/drawing/2014/main" id="{BB6E7A7C-460F-BEEC-8F9E-C7FDB10A4EA2}"/>
              </a:ext>
            </a:extLst>
          </p:cNvPr>
          <p:cNvSpPr/>
          <p:nvPr/>
        </p:nvSpPr>
        <p:spPr>
          <a:xfrm>
            <a:off x="8689335" y="7580629"/>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3" name="Oval 282">
            <a:extLst>
              <a:ext uri="{FF2B5EF4-FFF2-40B4-BE49-F238E27FC236}">
                <a16:creationId xmlns:a16="http://schemas.microsoft.com/office/drawing/2014/main" id="{2FC3E60A-5E8B-DF74-BA81-594D8FE242D2}"/>
              </a:ext>
            </a:extLst>
          </p:cNvPr>
          <p:cNvSpPr/>
          <p:nvPr/>
        </p:nvSpPr>
        <p:spPr>
          <a:xfrm>
            <a:off x="8813817" y="7593539"/>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4" name="Oval 283">
            <a:extLst>
              <a:ext uri="{FF2B5EF4-FFF2-40B4-BE49-F238E27FC236}">
                <a16:creationId xmlns:a16="http://schemas.microsoft.com/office/drawing/2014/main" id="{2FD94C1F-6804-DD81-C136-587F74615300}"/>
              </a:ext>
            </a:extLst>
          </p:cNvPr>
          <p:cNvSpPr/>
          <p:nvPr/>
        </p:nvSpPr>
        <p:spPr>
          <a:xfrm>
            <a:off x="8699598" y="7309750"/>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5" name="Oval 284">
            <a:extLst>
              <a:ext uri="{FF2B5EF4-FFF2-40B4-BE49-F238E27FC236}">
                <a16:creationId xmlns:a16="http://schemas.microsoft.com/office/drawing/2014/main" id="{F5481559-338C-3440-4BD3-B1E6444AC01A}"/>
              </a:ext>
            </a:extLst>
          </p:cNvPr>
          <p:cNvSpPr/>
          <p:nvPr/>
        </p:nvSpPr>
        <p:spPr>
          <a:xfrm>
            <a:off x="8846745" y="7366830"/>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6" name="Oval 285">
            <a:extLst>
              <a:ext uri="{FF2B5EF4-FFF2-40B4-BE49-F238E27FC236}">
                <a16:creationId xmlns:a16="http://schemas.microsoft.com/office/drawing/2014/main" id="{64F17BBA-9A8A-D182-F335-7D89684A9F34}"/>
              </a:ext>
            </a:extLst>
          </p:cNvPr>
          <p:cNvSpPr/>
          <p:nvPr/>
        </p:nvSpPr>
        <p:spPr>
          <a:xfrm>
            <a:off x="8935915" y="7485197"/>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87" name="Straight Connector 286">
            <a:extLst>
              <a:ext uri="{FF2B5EF4-FFF2-40B4-BE49-F238E27FC236}">
                <a16:creationId xmlns:a16="http://schemas.microsoft.com/office/drawing/2014/main" id="{1C8C1304-246C-26F8-1605-3F7633401921}"/>
              </a:ext>
            </a:extLst>
          </p:cNvPr>
          <p:cNvCxnSpPr>
            <a:cxnSpLocks/>
            <a:stCxn id="282" idx="0"/>
            <a:endCxn id="284" idx="3"/>
          </p:cNvCxnSpPr>
          <p:nvPr/>
        </p:nvCxnSpPr>
        <p:spPr>
          <a:xfrm flipH="1" flipV="1">
            <a:off x="8709637" y="7383461"/>
            <a:ext cx="13974" cy="19716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8" name="Straight Connector 287">
            <a:extLst>
              <a:ext uri="{FF2B5EF4-FFF2-40B4-BE49-F238E27FC236}">
                <a16:creationId xmlns:a16="http://schemas.microsoft.com/office/drawing/2014/main" id="{9A595565-85B3-A609-76D4-08F2CB1FC5E0}"/>
              </a:ext>
            </a:extLst>
          </p:cNvPr>
          <p:cNvCxnSpPr>
            <a:cxnSpLocks/>
            <a:stCxn id="283" idx="0"/>
            <a:endCxn id="284" idx="4"/>
          </p:cNvCxnSpPr>
          <p:nvPr/>
        </p:nvCxnSpPr>
        <p:spPr>
          <a:xfrm flipH="1" flipV="1">
            <a:off x="8733874" y="7396108"/>
            <a:ext cx="114219" cy="1974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9" name="Straight Connector 288">
            <a:extLst>
              <a:ext uri="{FF2B5EF4-FFF2-40B4-BE49-F238E27FC236}">
                <a16:creationId xmlns:a16="http://schemas.microsoft.com/office/drawing/2014/main" id="{63432B0F-CADF-E60A-45E6-B85399F995ED}"/>
              </a:ext>
            </a:extLst>
          </p:cNvPr>
          <p:cNvCxnSpPr>
            <a:cxnSpLocks/>
            <a:stCxn id="285" idx="2"/>
            <a:endCxn id="284" idx="6"/>
          </p:cNvCxnSpPr>
          <p:nvPr/>
        </p:nvCxnSpPr>
        <p:spPr>
          <a:xfrm flipH="1" flipV="1">
            <a:off x="8768149" y="7352929"/>
            <a:ext cx="78596" cy="5708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90" name="Straight Connector 289">
            <a:extLst>
              <a:ext uri="{FF2B5EF4-FFF2-40B4-BE49-F238E27FC236}">
                <a16:creationId xmlns:a16="http://schemas.microsoft.com/office/drawing/2014/main" id="{7F2EEA5F-7A4D-CD7F-12AB-3784C3EC6D7B}"/>
              </a:ext>
            </a:extLst>
          </p:cNvPr>
          <p:cNvCxnSpPr>
            <a:cxnSpLocks/>
            <a:stCxn id="286" idx="1"/>
            <a:endCxn id="285" idx="5"/>
          </p:cNvCxnSpPr>
          <p:nvPr/>
        </p:nvCxnSpPr>
        <p:spPr>
          <a:xfrm flipH="1" flipV="1">
            <a:off x="8905257" y="7440541"/>
            <a:ext cx="40697" cy="5730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91" name="TextBox 290">
            <a:extLst>
              <a:ext uri="{FF2B5EF4-FFF2-40B4-BE49-F238E27FC236}">
                <a16:creationId xmlns:a16="http://schemas.microsoft.com/office/drawing/2014/main" id="{37083780-749C-F292-E820-2BEB2ECFDE53}"/>
              </a:ext>
            </a:extLst>
          </p:cNvPr>
          <p:cNvSpPr txBox="1"/>
          <p:nvPr/>
        </p:nvSpPr>
        <p:spPr>
          <a:xfrm>
            <a:off x="8369470" y="6770803"/>
            <a:ext cx="68201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Transform</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294" name="Rectangle 293">
            <a:extLst>
              <a:ext uri="{FF2B5EF4-FFF2-40B4-BE49-F238E27FC236}">
                <a16:creationId xmlns:a16="http://schemas.microsoft.com/office/drawing/2014/main" id="{4AB210FF-4175-DA8C-EDB8-57F67D20BC89}"/>
              </a:ext>
            </a:extLst>
          </p:cNvPr>
          <p:cNvSpPr/>
          <p:nvPr/>
        </p:nvSpPr>
        <p:spPr>
          <a:xfrm>
            <a:off x="7574097" y="4143303"/>
            <a:ext cx="1782550" cy="3852679"/>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5" name="TextBox 294">
            <a:extLst>
              <a:ext uri="{FF2B5EF4-FFF2-40B4-BE49-F238E27FC236}">
                <a16:creationId xmlns:a16="http://schemas.microsoft.com/office/drawing/2014/main" id="{1D15BFA7-BFB5-A1E0-A5D3-CEC91E78FCD9}"/>
              </a:ext>
            </a:extLst>
          </p:cNvPr>
          <p:cNvSpPr txBox="1"/>
          <p:nvPr/>
        </p:nvSpPr>
        <p:spPr>
          <a:xfrm>
            <a:off x="7576522" y="4117819"/>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Module</a:t>
            </a:r>
            <a:endParaRPr kumimoji="0" lang="en-US" sz="1000" b="0" i="0" u="none" strike="noStrike" cap="none" spc="0" normalizeH="0" baseline="0">
              <a:ln>
                <a:noFill/>
              </a:ln>
              <a:solidFill>
                <a:srgbClr val="4C4C4C"/>
              </a:solidFill>
              <a:effectLst/>
              <a:uFillTx/>
              <a:sym typeface="Source Sans Pro"/>
            </a:endParaRPr>
          </a:p>
        </p:txBody>
      </p:sp>
      <p:cxnSp>
        <p:nvCxnSpPr>
          <p:cNvPr id="296" name="Connector: Elbow 295">
            <a:extLst>
              <a:ext uri="{FF2B5EF4-FFF2-40B4-BE49-F238E27FC236}">
                <a16:creationId xmlns:a16="http://schemas.microsoft.com/office/drawing/2014/main" id="{08F3E6AE-3C0B-B1CC-0741-0E6388ADAF4C}"/>
              </a:ext>
            </a:extLst>
          </p:cNvPr>
          <p:cNvCxnSpPr>
            <a:cxnSpLocks/>
            <a:stCxn id="660" idx="0"/>
            <a:endCxn id="294" idx="2"/>
          </p:cNvCxnSpPr>
          <p:nvPr/>
        </p:nvCxnSpPr>
        <p:spPr>
          <a:xfrm rot="5400000" flipH="1" flipV="1">
            <a:off x="7584209" y="7748929"/>
            <a:ext cx="634110" cy="1128216"/>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7" name="Rectangle 296">
            <a:extLst>
              <a:ext uri="{FF2B5EF4-FFF2-40B4-BE49-F238E27FC236}">
                <a16:creationId xmlns:a16="http://schemas.microsoft.com/office/drawing/2014/main" id="{A6053866-04AE-C29B-3D2B-B6701F17D172}"/>
              </a:ext>
            </a:extLst>
          </p:cNvPr>
          <p:cNvSpPr/>
          <p:nvPr/>
        </p:nvSpPr>
        <p:spPr>
          <a:xfrm>
            <a:off x="7575511" y="4143303"/>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98" name="Graphic 297" descr="Folder outline">
            <a:extLst>
              <a:ext uri="{FF2B5EF4-FFF2-40B4-BE49-F238E27FC236}">
                <a16:creationId xmlns:a16="http://schemas.microsoft.com/office/drawing/2014/main" id="{931FCDAE-7D66-C032-D735-22D235B70F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55068" y="4105946"/>
            <a:ext cx="1827333" cy="1827333"/>
          </a:xfrm>
          <a:prstGeom prst="rect">
            <a:avLst/>
          </a:prstGeom>
        </p:spPr>
      </p:pic>
      <p:sp>
        <p:nvSpPr>
          <p:cNvPr id="299" name="TextBox 298">
            <a:extLst>
              <a:ext uri="{FF2B5EF4-FFF2-40B4-BE49-F238E27FC236}">
                <a16:creationId xmlns:a16="http://schemas.microsoft.com/office/drawing/2014/main" id="{DC7F40E4-C10F-ECAF-41EB-D96C0A48A8AD}"/>
              </a:ext>
            </a:extLst>
          </p:cNvPr>
          <p:cNvSpPr txBox="1"/>
          <p:nvPr/>
        </p:nvSpPr>
        <p:spPr>
          <a:xfrm>
            <a:off x="8246982" y="4387648"/>
            <a:ext cx="107186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Vignettes/Jira_*</a:t>
            </a:r>
            <a:endParaRPr kumimoji="0" lang="en-US" sz="800" b="0" i="0" u="none" strike="noStrike" cap="none" spc="0" normalizeH="0" baseline="0">
              <a:ln>
                <a:noFill/>
              </a:ln>
              <a:solidFill>
                <a:srgbClr val="4C4C4C"/>
              </a:solidFill>
              <a:effectLst/>
              <a:uFillTx/>
              <a:sym typeface="Source Sans Pro"/>
            </a:endParaRPr>
          </a:p>
        </p:txBody>
      </p:sp>
      <p:pic>
        <p:nvPicPr>
          <p:cNvPr id="300" name="Graphic 299" descr="Folder outline">
            <a:extLst>
              <a:ext uri="{FF2B5EF4-FFF2-40B4-BE49-F238E27FC236}">
                <a16:creationId xmlns:a16="http://schemas.microsoft.com/office/drawing/2014/main" id="{1A6F4A0C-2E84-7B8A-15FE-91C38CC4F6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60338" y="6450562"/>
            <a:ext cx="1827333" cy="1827333"/>
          </a:xfrm>
          <a:prstGeom prst="rect">
            <a:avLst/>
          </a:prstGeom>
        </p:spPr>
      </p:pic>
      <p:pic>
        <p:nvPicPr>
          <p:cNvPr id="301" name="Graphic 300" descr="Paper outline">
            <a:extLst>
              <a:ext uri="{FF2B5EF4-FFF2-40B4-BE49-F238E27FC236}">
                <a16:creationId xmlns:a16="http://schemas.microsoft.com/office/drawing/2014/main" id="{46C07C78-2649-B386-C92E-D7952A8C1F5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84759" y="5895947"/>
            <a:ext cx="703352" cy="663244"/>
          </a:xfrm>
          <a:prstGeom prst="rect">
            <a:avLst/>
          </a:prstGeom>
        </p:spPr>
      </p:pic>
      <p:pic>
        <p:nvPicPr>
          <p:cNvPr id="302" name="Graphic 301" descr="Paper outline">
            <a:extLst>
              <a:ext uri="{FF2B5EF4-FFF2-40B4-BE49-F238E27FC236}">
                <a16:creationId xmlns:a16="http://schemas.microsoft.com/office/drawing/2014/main" id="{13BF7B3F-62CC-707B-873F-3450D810E3C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16932" y="5909065"/>
            <a:ext cx="703352" cy="663244"/>
          </a:xfrm>
          <a:prstGeom prst="rect">
            <a:avLst/>
          </a:prstGeom>
        </p:spPr>
      </p:pic>
      <p:sp>
        <p:nvSpPr>
          <p:cNvPr id="303" name="TextBox 302">
            <a:extLst>
              <a:ext uri="{FF2B5EF4-FFF2-40B4-BE49-F238E27FC236}">
                <a16:creationId xmlns:a16="http://schemas.microsoft.com/office/drawing/2014/main" id="{8EF45485-8B6E-0DB0-7E1C-300982E2DB6F}"/>
              </a:ext>
            </a:extLst>
          </p:cNvPr>
          <p:cNvSpPr txBox="1"/>
          <p:nvPr/>
        </p:nvSpPr>
        <p:spPr>
          <a:xfrm>
            <a:off x="7888718" y="6429787"/>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exec</a:t>
            </a:r>
          </a:p>
        </p:txBody>
      </p:sp>
      <p:sp>
        <p:nvSpPr>
          <p:cNvPr id="304" name="TextBox 303">
            <a:extLst>
              <a:ext uri="{FF2B5EF4-FFF2-40B4-BE49-F238E27FC236}">
                <a16:creationId xmlns:a16="http://schemas.microsoft.com/office/drawing/2014/main" id="{A8E2B293-55BD-3488-1478-A9BA95CF609C}"/>
              </a:ext>
            </a:extLst>
          </p:cNvPr>
          <p:cNvSpPr txBox="1"/>
          <p:nvPr/>
        </p:nvSpPr>
        <p:spPr>
          <a:xfrm>
            <a:off x="8531265" y="6454181"/>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test</a:t>
            </a:r>
            <a:endParaRPr kumimoji="0" lang="en-US" sz="800" b="0" i="0" u="none" strike="noStrike" cap="none" spc="0" normalizeH="0" baseline="0">
              <a:ln>
                <a:noFill/>
              </a:ln>
              <a:solidFill>
                <a:srgbClr val="4C4C4C"/>
              </a:solidFill>
              <a:effectLst/>
              <a:uFillTx/>
              <a:sym typeface="Source Sans Pro"/>
            </a:endParaRPr>
          </a:p>
        </p:txBody>
      </p:sp>
      <p:pic>
        <p:nvPicPr>
          <p:cNvPr id="305" name="Graphic 304" descr="Folder outline">
            <a:extLst>
              <a:ext uri="{FF2B5EF4-FFF2-40B4-BE49-F238E27FC236}">
                <a16:creationId xmlns:a16="http://schemas.microsoft.com/office/drawing/2014/main" id="{B28987BE-18B9-C5B2-2669-A18ED0D0FB3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40553" y="5277961"/>
            <a:ext cx="1827333" cy="1827333"/>
          </a:xfrm>
          <a:prstGeom prst="rect">
            <a:avLst/>
          </a:prstGeom>
        </p:spPr>
      </p:pic>
      <p:sp>
        <p:nvSpPr>
          <p:cNvPr id="306" name="Line">
            <a:extLst>
              <a:ext uri="{FF2B5EF4-FFF2-40B4-BE49-F238E27FC236}">
                <a16:creationId xmlns:a16="http://schemas.microsoft.com/office/drawing/2014/main" id="{13AA95F0-2D81-7386-8E80-23352ADC7E05}"/>
              </a:ext>
            </a:extLst>
          </p:cNvPr>
          <p:cNvSpPr/>
          <p:nvPr/>
        </p:nvSpPr>
        <p:spPr>
          <a:xfrm flipV="1">
            <a:off x="5089822" y="4370884"/>
            <a:ext cx="0" cy="357347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07" name="TextBox 306">
            <a:extLst>
              <a:ext uri="{FF2B5EF4-FFF2-40B4-BE49-F238E27FC236}">
                <a16:creationId xmlns:a16="http://schemas.microsoft.com/office/drawing/2014/main" id="{30AFC86D-6AE0-01C7-0155-AA2CFED3603E}"/>
              </a:ext>
            </a:extLst>
          </p:cNvPr>
          <p:cNvSpPr txBox="1"/>
          <p:nvPr/>
        </p:nvSpPr>
        <p:spPr>
          <a:xfrm>
            <a:off x="5971429" y="5609019"/>
            <a:ext cx="682019"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tx1"/>
                </a:solidFill>
              </a:rPr>
              <a:t>Git.R</a:t>
            </a:r>
            <a:endParaRPr lang="en-US" sz="800" b="0">
              <a:solidFill>
                <a:schemeClr val="tx1"/>
              </a:solidFill>
            </a:endParaRP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08" name="TextBox 307">
            <a:extLst>
              <a:ext uri="{FF2B5EF4-FFF2-40B4-BE49-F238E27FC236}">
                <a16:creationId xmlns:a16="http://schemas.microsoft.com/office/drawing/2014/main" id="{DF62C6BF-66AB-EF84-1BF5-0C827AAF9BFB}"/>
              </a:ext>
            </a:extLst>
          </p:cNvPr>
          <p:cNvSpPr txBox="1"/>
          <p:nvPr/>
        </p:nvSpPr>
        <p:spPr>
          <a:xfrm>
            <a:off x="8349668" y="5587780"/>
            <a:ext cx="682019"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tx1"/>
                </a:solidFill>
              </a:rPr>
              <a:t>Jira.R</a:t>
            </a:r>
            <a:endParaRPr lang="en-US" sz="800" b="0">
              <a:solidFill>
                <a:schemeClr val="tx1"/>
              </a:solidFill>
            </a:endParaRP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09" name="TextBox 308">
            <a:extLst>
              <a:ext uri="{FF2B5EF4-FFF2-40B4-BE49-F238E27FC236}">
                <a16:creationId xmlns:a16="http://schemas.microsoft.com/office/drawing/2014/main" id="{B267C3D1-0634-B999-AABA-2C7724C7827C}"/>
              </a:ext>
            </a:extLst>
          </p:cNvPr>
          <p:cNvSpPr txBox="1"/>
          <p:nvPr/>
        </p:nvSpPr>
        <p:spPr>
          <a:xfrm>
            <a:off x="7794725" y="6847581"/>
            <a:ext cx="493231"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10" name="Manipulate Variables">
            <a:extLst>
              <a:ext uri="{FF2B5EF4-FFF2-40B4-BE49-F238E27FC236}">
                <a16:creationId xmlns:a16="http://schemas.microsoft.com/office/drawing/2014/main" id="{D4847D8A-7662-BC12-4E3C-E33701E98991}"/>
              </a:ext>
            </a:extLst>
          </p:cNvPr>
          <p:cNvSpPr txBox="1"/>
          <p:nvPr/>
        </p:nvSpPr>
        <p:spPr>
          <a:xfrm>
            <a:off x="10511618" y="6483217"/>
            <a:ext cx="1903395"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Internal Files</a:t>
            </a:r>
            <a:endParaRPr/>
          </a:p>
        </p:txBody>
      </p:sp>
      <p:pic>
        <p:nvPicPr>
          <p:cNvPr id="311" name="Graphic 310" descr="Paper outline">
            <a:extLst>
              <a:ext uri="{FF2B5EF4-FFF2-40B4-BE49-F238E27FC236}">
                <a16:creationId xmlns:a16="http://schemas.microsoft.com/office/drawing/2014/main" id="{FA89D0D2-F848-3F9C-AD75-3850F87769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74354" y="8402006"/>
            <a:ext cx="574107" cy="574107"/>
          </a:xfrm>
          <a:prstGeom prst="rect">
            <a:avLst/>
          </a:prstGeom>
        </p:spPr>
      </p:pic>
      <p:sp>
        <p:nvSpPr>
          <p:cNvPr id="316" name="TextBox 315">
            <a:extLst>
              <a:ext uri="{FF2B5EF4-FFF2-40B4-BE49-F238E27FC236}">
                <a16:creationId xmlns:a16="http://schemas.microsoft.com/office/drawing/2014/main" id="{A5DB5266-1B83-3362-2463-6B6DBE411A1A}"/>
              </a:ext>
            </a:extLst>
          </p:cNvPr>
          <p:cNvSpPr txBox="1"/>
          <p:nvPr/>
        </p:nvSpPr>
        <p:spPr>
          <a:xfrm>
            <a:off x="8528150" y="8984167"/>
            <a:ext cx="926156"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accent2"/>
                </a:solidFill>
              </a:rPr>
              <a:t>Idenitiy_match</a:t>
            </a:r>
            <a:r>
              <a:rPr lang="en-US" sz="800" b="0">
                <a:solidFill>
                  <a:schemeClr val="accent2"/>
                </a:solidFill>
              </a:rPr>
              <a:t>()</a:t>
            </a: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cxnSp>
        <p:nvCxnSpPr>
          <p:cNvPr id="317" name="Connector: Elbow 316">
            <a:extLst>
              <a:ext uri="{FF2B5EF4-FFF2-40B4-BE49-F238E27FC236}">
                <a16:creationId xmlns:a16="http://schemas.microsoft.com/office/drawing/2014/main" id="{9903AC69-368E-E961-8CB0-84843CBD5EBC}"/>
              </a:ext>
            </a:extLst>
          </p:cNvPr>
          <p:cNvCxnSpPr>
            <a:cxnSpLocks/>
            <a:stCxn id="320" idx="3"/>
          </p:cNvCxnSpPr>
          <p:nvPr/>
        </p:nvCxnSpPr>
        <p:spPr>
          <a:xfrm>
            <a:off x="9179050" y="7462170"/>
            <a:ext cx="1296395" cy="386199"/>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8" name="Connector: Elbow 317">
            <a:extLst>
              <a:ext uri="{FF2B5EF4-FFF2-40B4-BE49-F238E27FC236}">
                <a16:creationId xmlns:a16="http://schemas.microsoft.com/office/drawing/2014/main" id="{1603FB92-A5B7-A24F-2DBD-3E6368B35766}"/>
              </a:ext>
            </a:extLst>
          </p:cNvPr>
          <p:cNvCxnSpPr>
            <a:cxnSpLocks/>
          </p:cNvCxnSpPr>
          <p:nvPr/>
        </p:nvCxnSpPr>
        <p:spPr>
          <a:xfrm>
            <a:off x="8826955" y="6208114"/>
            <a:ext cx="1648490" cy="1640255"/>
          </a:xfrm>
          <a:prstGeom prst="bentConnector3">
            <a:avLst>
              <a:gd name="adj1" fmla="val 6123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319" name="Graphic 318" descr="Paper outline">
            <a:extLst>
              <a:ext uri="{FF2B5EF4-FFF2-40B4-BE49-F238E27FC236}">
                <a16:creationId xmlns:a16="http://schemas.microsoft.com/office/drawing/2014/main" id="{13D8911C-8BEF-A6B7-B17B-D06561106F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47792" y="7122320"/>
            <a:ext cx="401514" cy="378618"/>
          </a:xfrm>
          <a:prstGeom prst="rect">
            <a:avLst/>
          </a:prstGeom>
        </p:spPr>
      </p:pic>
      <p:pic>
        <p:nvPicPr>
          <p:cNvPr id="320" name="Graphic 319" descr="Paper outline">
            <a:extLst>
              <a:ext uri="{FF2B5EF4-FFF2-40B4-BE49-F238E27FC236}">
                <a16:creationId xmlns:a16="http://schemas.microsoft.com/office/drawing/2014/main" id="{310B988D-E319-F8F1-1E7B-34CD30E742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75698" y="7130548"/>
            <a:ext cx="703352" cy="663244"/>
          </a:xfrm>
          <a:prstGeom prst="rect">
            <a:avLst/>
          </a:prstGeom>
        </p:spPr>
      </p:pic>
      <p:pic>
        <p:nvPicPr>
          <p:cNvPr id="321" name="Graphic 320" descr="Paper outline">
            <a:extLst>
              <a:ext uri="{FF2B5EF4-FFF2-40B4-BE49-F238E27FC236}">
                <a16:creationId xmlns:a16="http://schemas.microsoft.com/office/drawing/2014/main" id="{F3650664-4728-5AD5-B68F-B8CFB7A68E6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95635" y="7139347"/>
            <a:ext cx="703352" cy="663244"/>
          </a:xfrm>
          <a:prstGeom prst="rect">
            <a:avLst/>
          </a:prstGeom>
        </p:spPr>
      </p:pic>
      <p:sp>
        <p:nvSpPr>
          <p:cNvPr id="322" name="Oval 321">
            <a:extLst>
              <a:ext uri="{FF2B5EF4-FFF2-40B4-BE49-F238E27FC236}">
                <a16:creationId xmlns:a16="http://schemas.microsoft.com/office/drawing/2014/main" id="{32440C5E-1266-CB79-DDBC-B7E88D9B5ADB}"/>
              </a:ext>
            </a:extLst>
          </p:cNvPr>
          <p:cNvSpPr/>
          <p:nvPr/>
        </p:nvSpPr>
        <p:spPr>
          <a:xfrm>
            <a:off x="8079420" y="7466557"/>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3" name="Oval 322">
            <a:extLst>
              <a:ext uri="{FF2B5EF4-FFF2-40B4-BE49-F238E27FC236}">
                <a16:creationId xmlns:a16="http://schemas.microsoft.com/office/drawing/2014/main" id="{6AABDF33-62C6-F2D0-0309-E5F1C2122023}"/>
              </a:ext>
            </a:extLst>
          </p:cNvPr>
          <p:cNvSpPr/>
          <p:nvPr/>
        </p:nvSpPr>
        <p:spPr>
          <a:xfrm>
            <a:off x="7994611" y="7331904"/>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4" name="Oval 323">
            <a:extLst>
              <a:ext uri="{FF2B5EF4-FFF2-40B4-BE49-F238E27FC236}">
                <a16:creationId xmlns:a16="http://schemas.microsoft.com/office/drawing/2014/main" id="{3F31E086-8846-B3C5-8AE7-D7F51F9F235F}"/>
              </a:ext>
            </a:extLst>
          </p:cNvPr>
          <p:cNvSpPr/>
          <p:nvPr/>
        </p:nvSpPr>
        <p:spPr>
          <a:xfrm>
            <a:off x="7995571" y="7610004"/>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5" name="Oval 324">
            <a:extLst>
              <a:ext uri="{FF2B5EF4-FFF2-40B4-BE49-F238E27FC236}">
                <a16:creationId xmlns:a16="http://schemas.microsoft.com/office/drawing/2014/main" id="{AAD21372-884D-33CC-1673-A5A7C09F5C96}"/>
              </a:ext>
            </a:extLst>
          </p:cNvPr>
          <p:cNvSpPr/>
          <p:nvPr/>
        </p:nvSpPr>
        <p:spPr>
          <a:xfrm>
            <a:off x="8238417" y="7466557"/>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27" name="Straight Connector 326">
            <a:extLst>
              <a:ext uri="{FF2B5EF4-FFF2-40B4-BE49-F238E27FC236}">
                <a16:creationId xmlns:a16="http://schemas.microsoft.com/office/drawing/2014/main" id="{1747360A-FBB0-B8F2-9B11-EB5C7B765548}"/>
              </a:ext>
            </a:extLst>
          </p:cNvPr>
          <p:cNvCxnSpPr>
            <a:cxnSpLocks/>
            <a:stCxn id="322" idx="1"/>
            <a:endCxn id="323" idx="5"/>
          </p:cNvCxnSpPr>
          <p:nvPr/>
        </p:nvCxnSpPr>
        <p:spPr>
          <a:xfrm flipH="1" flipV="1">
            <a:off x="8053123" y="7405615"/>
            <a:ext cx="36336" cy="7358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2" name="Straight Connector 331">
            <a:extLst>
              <a:ext uri="{FF2B5EF4-FFF2-40B4-BE49-F238E27FC236}">
                <a16:creationId xmlns:a16="http://schemas.microsoft.com/office/drawing/2014/main" id="{AC70EF38-FD16-0C93-318C-6B5C00D509FF}"/>
              </a:ext>
            </a:extLst>
          </p:cNvPr>
          <p:cNvCxnSpPr>
            <a:cxnSpLocks/>
            <a:stCxn id="325" idx="2"/>
            <a:endCxn id="322" idx="6"/>
          </p:cNvCxnSpPr>
          <p:nvPr/>
        </p:nvCxnSpPr>
        <p:spPr>
          <a:xfrm flipH="1">
            <a:off x="8147971" y="7509736"/>
            <a:ext cx="90446"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3" name="Straight Connector 332">
            <a:extLst>
              <a:ext uri="{FF2B5EF4-FFF2-40B4-BE49-F238E27FC236}">
                <a16:creationId xmlns:a16="http://schemas.microsoft.com/office/drawing/2014/main" id="{F23365AA-7D26-8FD7-3269-2EC58E3DD26C}"/>
              </a:ext>
            </a:extLst>
          </p:cNvPr>
          <p:cNvCxnSpPr>
            <a:cxnSpLocks/>
            <a:stCxn id="324" idx="7"/>
            <a:endCxn id="322" idx="3"/>
          </p:cNvCxnSpPr>
          <p:nvPr/>
        </p:nvCxnSpPr>
        <p:spPr>
          <a:xfrm flipV="1">
            <a:off x="8054083" y="7540268"/>
            <a:ext cx="35376" cy="8238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6" name="Straight Connector 335">
            <a:extLst>
              <a:ext uri="{FF2B5EF4-FFF2-40B4-BE49-F238E27FC236}">
                <a16:creationId xmlns:a16="http://schemas.microsoft.com/office/drawing/2014/main" id="{07161F1D-697D-80B9-B6D3-20D1B33E1BE1}"/>
              </a:ext>
            </a:extLst>
          </p:cNvPr>
          <p:cNvCxnSpPr>
            <a:cxnSpLocks/>
            <a:stCxn id="283" idx="0"/>
            <a:endCxn id="285" idx="4"/>
          </p:cNvCxnSpPr>
          <p:nvPr/>
        </p:nvCxnSpPr>
        <p:spPr>
          <a:xfrm flipV="1">
            <a:off x="8848093" y="7453188"/>
            <a:ext cx="32928" cy="14035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37" name="Oval 336">
            <a:extLst>
              <a:ext uri="{FF2B5EF4-FFF2-40B4-BE49-F238E27FC236}">
                <a16:creationId xmlns:a16="http://schemas.microsoft.com/office/drawing/2014/main" id="{1903DD18-CFD7-0F54-B824-635F03F0D13A}"/>
              </a:ext>
            </a:extLst>
          </p:cNvPr>
          <p:cNvSpPr/>
          <p:nvPr/>
        </p:nvSpPr>
        <p:spPr>
          <a:xfrm>
            <a:off x="6267303" y="7656935"/>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9" name="Oval 338">
            <a:extLst>
              <a:ext uri="{FF2B5EF4-FFF2-40B4-BE49-F238E27FC236}">
                <a16:creationId xmlns:a16="http://schemas.microsoft.com/office/drawing/2014/main" id="{23192D5C-A9A0-1780-C83A-58A7730F74C9}"/>
              </a:ext>
            </a:extLst>
          </p:cNvPr>
          <p:cNvSpPr/>
          <p:nvPr/>
        </p:nvSpPr>
        <p:spPr>
          <a:xfrm>
            <a:off x="6391785" y="7669845"/>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0" name="Oval 339">
            <a:extLst>
              <a:ext uri="{FF2B5EF4-FFF2-40B4-BE49-F238E27FC236}">
                <a16:creationId xmlns:a16="http://schemas.microsoft.com/office/drawing/2014/main" id="{90B5C75C-5AD9-D6DD-69FC-8555F2DBE295}"/>
              </a:ext>
            </a:extLst>
          </p:cNvPr>
          <p:cNvSpPr/>
          <p:nvPr/>
        </p:nvSpPr>
        <p:spPr>
          <a:xfrm>
            <a:off x="6277566" y="7386056"/>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3" name="Oval 342">
            <a:extLst>
              <a:ext uri="{FF2B5EF4-FFF2-40B4-BE49-F238E27FC236}">
                <a16:creationId xmlns:a16="http://schemas.microsoft.com/office/drawing/2014/main" id="{5F0FFE44-3C0D-75B7-81F6-3D07D28B185D}"/>
              </a:ext>
            </a:extLst>
          </p:cNvPr>
          <p:cNvSpPr/>
          <p:nvPr/>
        </p:nvSpPr>
        <p:spPr>
          <a:xfrm>
            <a:off x="6424713" y="7443136"/>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4" name="Oval 343">
            <a:extLst>
              <a:ext uri="{FF2B5EF4-FFF2-40B4-BE49-F238E27FC236}">
                <a16:creationId xmlns:a16="http://schemas.microsoft.com/office/drawing/2014/main" id="{DB043109-D47C-B040-5667-0A16F1EF6CE9}"/>
              </a:ext>
            </a:extLst>
          </p:cNvPr>
          <p:cNvSpPr/>
          <p:nvPr/>
        </p:nvSpPr>
        <p:spPr>
          <a:xfrm>
            <a:off x="6513883" y="7561503"/>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45" name="Straight Connector 344">
            <a:extLst>
              <a:ext uri="{FF2B5EF4-FFF2-40B4-BE49-F238E27FC236}">
                <a16:creationId xmlns:a16="http://schemas.microsoft.com/office/drawing/2014/main" id="{46DD4FEB-D6C8-5A4D-F645-2942EB522DA3}"/>
              </a:ext>
            </a:extLst>
          </p:cNvPr>
          <p:cNvCxnSpPr>
            <a:cxnSpLocks/>
            <a:stCxn id="337" idx="0"/>
            <a:endCxn id="340" idx="3"/>
          </p:cNvCxnSpPr>
          <p:nvPr/>
        </p:nvCxnSpPr>
        <p:spPr>
          <a:xfrm flipH="1" flipV="1">
            <a:off x="6287605" y="7459767"/>
            <a:ext cx="13974" cy="19716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6" name="Straight Connector 345">
            <a:extLst>
              <a:ext uri="{FF2B5EF4-FFF2-40B4-BE49-F238E27FC236}">
                <a16:creationId xmlns:a16="http://schemas.microsoft.com/office/drawing/2014/main" id="{A112F1B4-6A25-D82D-FBA5-A589B741AB03}"/>
              </a:ext>
            </a:extLst>
          </p:cNvPr>
          <p:cNvCxnSpPr>
            <a:cxnSpLocks/>
            <a:stCxn id="339" idx="0"/>
            <a:endCxn id="340" idx="4"/>
          </p:cNvCxnSpPr>
          <p:nvPr/>
        </p:nvCxnSpPr>
        <p:spPr>
          <a:xfrm flipH="1" flipV="1">
            <a:off x="6311842" y="7472414"/>
            <a:ext cx="114219" cy="1974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7" name="Straight Connector 346">
            <a:extLst>
              <a:ext uri="{FF2B5EF4-FFF2-40B4-BE49-F238E27FC236}">
                <a16:creationId xmlns:a16="http://schemas.microsoft.com/office/drawing/2014/main" id="{86D69011-2AE4-E3C6-1BF9-ECDE3DA6D166}"/>
              </a:ext>
            </a:extLst>
          </p:cNvPr>
          <p:cNvCxnSpPr>
            <a:cxnSpLocks/>
            <a:stCxn id="343" idx="2"/>
            <a:endCxn id="340" idx="6"/>
          </p:cNvCxnSpPr>
          <p:nvPr/>
        </p:nvCxnSpPr>
        <p:spPr>
          <a:xfrm flipH="1" flipV="1">
            <a:off x="6346117" y="7429235"/>
            <a:ext cx="78596" cy="5708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8" name="Straight Connector 347">
            <a:extLst>
              <a:ext uri="{FF2B5EF4-FFF2-40B4-BE49-F238E27FC236}">
                <a16:creationId xmlns:a16="http://schemas.microsoft.com/office/drawing/2014/main" id="{A3026FBF-1B49-0DF3-5D2D-F038E4164F72}"/>
              </a:ext>
            </a:extLst>
          </p:cNvPr>
          <p:cNvCxnSpPr>
            <a:cxnSpLocks/>
            <a:stCxn id="344" idx="1"/>
            <a:endCxn id="343" idx="5"/>
          </p:cNvCxnSpPr>
          <p:nvPr/>
        </p:nvCxnSpPr>
        <p:spPr>
          <a:xfrm flipH="1" flipV="1">
            <a:off x="6483225" y="7516847"/>
            <a:ext cx="40697" cy="5730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49" name="TextBox 348">
            <a:extLst>
              <a:ext uri="{FF2B5EF4-FFF2-40B4-BE49-F238E27FC236}">
                <a16:creationId xmlns:a16="http://schemas.microsoft.com/office/drawing/2014/main" id="{0C0CC6C2-F955-1AC2-F58D-3763D9B0CC16}"/>
              </a:ext>
            </a:extLst>
          </p:cNvPr>
          <p:cNvSpPr txBox="1"/>
          <p:nvPr/>
        </p:nvSpPr>
        <p:spPr>
          <a:xfrm>
            <a:off x="5947438" y="6847109"/>
            <a:ext cx="68201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Transform</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50" name="TextBox 349">
            <a:extLst>
              <a:ext uri="{FF2B5EF4-FFF2-40B4-BE49-F238E27FC236}">
                <a16:creationId xmlns:a16="http://schemas.microsoft.com/office/drawing/2014/main" id="{0C54BCFF-FCA8-CFEE-8692-F167B9645198}"/>
              </a:ext>
            </a:extLst>
          </p:cNvPr>
          <p:cNvSpPr txBox="1"/>
          <p:nvPr/>
        </p:nvSpPr>
        <p:spPr>
          <a:xfrm>
            <a:off x="5372693" y="6923887"/>
            <a:ext cx="493231"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351" name="Graphic 350" descr="Paper outline">
            <a:extLst>
              <a:ext uri="{FF2B5EF4-FFF2-40B4-BE49-F238E27FC236}">
                <a16:creationId xmlns:a16="http://schemas.microsoft.com/office/drawing/2014/main" id="{D524E6F1-A2D3-C1FA-24DC-A9023FA88E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25760" y="7198626"/>
            <a:ext cx="401514" cy="378618"/>
          </a:xfrm>
          <a:prstGeom prst="rect">
            <a:avLst/>
          </a:prstGeom>
        </p:spPr>
      </p:pic>
      <p:pic>
        <p:nvPicPr>
          <p:cNvPr id="376" name="Graphic 375" descr="Paper outline">
            <a:extLst>
              <a:ext uri="{FF2B5EF4-FFF2-40B4-BE49-F238E27FC236}">
                <a16:creationId xmlns:a16="http://schemas.microsoft.com/office/drawing/2014/main" id="{EA1CDD3D-FF6C-0DF6-3B77-3A211EBFAE6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53666" y="7206854"/>
            <a:ext cx="703352" cy="663244"/>
          </a:xfrm>
          <a:prstGeom prst="rect">
            <a:avLst/>
          </a:prstGeom>
        </p:spPr>
      </p:pic>
      <p:pic>
        <p:nvPicPr>
          <p:cNvPr id="377" name="Graphic 376" descr="Paper outline">
            <a:extLst>
              <a:ext uri="{FF2B5EF4-FFF2-40B4-BE49-F238E27FC236}">
                <a16:creationId xmlns:a16="http://schemas.microsoft.com/office/drawing/2014/main" id="{826A46E0-68DD-4D07-166D-48DDB6B06F0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3603" y="7215653"/>
            <a:ext cx="703352" cy="663244"/>
          </a:xfrm>
          <a:prstGeom prst="rect">
            <a:avLst/>
          </a:prstGeom>
        </p:spPr>
      </p:pic>
      <p:sp>
        <p:nvSpPr>
          <p:cNvPr id="378" name="Oval 377">
            <a:extLst>
              <a:ext uri="{FF2B5EF4-FFF2-40B4-BE49-F238E27FC236}">
                <a16:creationId xmlns:a16="http://schemas.microsoft.com/office/drawing/2014/main" id="{2166635B-65A9-B5B1-6B21-D74EDA4B87B7}"/>
              </a:ext>
            </a:extLst>
          </p:cNvPr>
          <p:cNvSpPr/>
          <p:nvPr/>
        </p:nvSpPr>
        <p:spPr>
          <a:xfrm>
            <a:off x="5657388" y="7542863"/>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9" name="Oval 378">
            <a:extLst>
              <a:ext uri="{FF2B5EF4-FFF2-40B4-BE49-F238E27FC236}">
                <a16:creationId xmlns:a16="http://schemas.microsoft.com/office/drawing/2014/main" id="{6BE3616E-AD41-5246-8E14-A1DB2827B2A3}"/>
              </a:ext>
            </a:extLst>
          </p:cNvPr>
          <p:cNvSpPr/>
          <p:nvPr/>
        </p:nvSpPr>
        <p:spPr>
          <a:xfrm>
            <a:off x="5572579" y="7408210"/>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81" name="Oval 380">
            <a:extLst>
              <a:ext uri="{FF2B5EF4-FFF2-40B4-BE49-F238E27FC236}">
                <a16:creationId xmlns:a16="http://schemas.microsoft.com/office/drawing/2014/main" id="{3B2DAD87-7F17-5C56-D996-AE9092D1ECB9}"/>
              </a:ext>
            </a:extLst>
          </p:cNvPr>
          <p:cNvSpPr/>
          <p:nvPr/>
        </p:nvSpPr>
        <p:spPr>
          <a:xfrm>
            <a:off x="5573539" y="7686310"/>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82" name="Oval 381">
            <a:extLst>
              <a:ext uri="{FF2B5EF4-FFF2-40B4-BE49-F238E27FC236}">
                <a16:creationId xmlns:a16="http://schemas.microsoft.com/office/drawing/2014/main" id="{699BFE6C-6B76-BBB9-2E04-C6BFF64EA863}"/>
              </a:ext>
            </a:extLst>
          </p:cNvPr>
          <p:cNvSpPr/>
          <p:nvPr/>
        </p:nvSpPr>
        <p:spPr>
          <a:xfrm>
            <a:off x="5816385" y="7542863"/>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83" name="Straight Connector 382">
            <a:extLst>
              <a:ext uri="{FF2B5EF4-FFF2-40B4-BE49-F238E27FC236}">
                <a16:creationId xmlns:a16="http://schemas.microsoft.com/office/drawing/2014/main" id="{244CDF98-251C-C405-95E0-BFEC6D4A9B58}"/>
              </a:ext>
            </a:extLst>
          </p:cNvPr>
          <p:cNvCxnSpPr>
            <a:cxnSpLocks/>
            <a:stCxn id="378" idx="1"/>
            <a:endCxn id="379" idx="5"/>
          </p:cNvCxnSpPr>
          <p:nvPr/>
        </p:nvCxnSpPr>
        <p:spPr>
          <a:xfrm flipH="1" flipV="1">
            <a:off x="5631091" y="7481921"/>
            <a:ext cx="36336" cy="7358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68" name="Straight Connector 767">
            <a:extLst>
              <a:ext uri="{FF2B5EF4-FFF2-40B4-BE49-F238E27FC236}">
                <a16:creationId xmlns:a16="http://schemas.microsoft.com/office/drawing/2014/main" id="{B852B735-A75B-1233-D8A3-9BFFDBF4C903}"/>
              </a:ext>
            </a:extLst>
          </p:cNvPr>
          <p:cNvCxnSpPr>
            <a:cxnSpLocks/>
            <a:stCxn id="382" idx="2"/>
            <a:endCxn id="378" idx="6"/>
          </p:cNvCxnSpPr>
          <p:nvPr/>
        </p:nvCxnSpPr>
        <p:spPr>
          <a:xfrm flipH="1">
            <a:off x="5725939" y="7586042"/>
            <a:ext cx="90446"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69" name="Straight Connector 768">
            <a:extLst>
              <a:ext uri="{FF2B5EF4-FFF2-40B4-BE49-F238E27FC236}">
                <a16:creationId xmlns:a16="http://schemas.microsoft.com/office/drawing/2014/main" id="{C38EC965-84DD-6823-3681-02A38C15A114}"/>
              </a:ext>
            </a:extLst>
          </p:cNvPr>
          <p:cNvCxnSpPr>
            <a:cxnSpLocks/>
            <a:stCxn id="381" idx="7"/>
            <a:endCxn id="378" idx="3"/>
          </p:cNvCxnSpPr>
          <p:nvPr/>
        </p:nvCxnSpPr>
        <p:spPr>
          <a:xfrm flipV="1">
            <a:off x="5632051" y="7616574"/>
            <a:ext cx="35376" cy="8238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70" name="Straight Connector 769">
            <a:extLst>
              <a:ext uri="{FF2B5EF4-FFF2-40B4-BE49-F238E27FC236}">
                <a16:creationId xmlns:a16="http://schemas.microsoft.com/office/drawing/2014/main" id="{34400FF2-8CDD-5C02-CDD3-CFAA52BDCA32}"/>
              </a:ext>
            </a:extLst>
          </p:cNvPr>
          <p:cNvCxnSpPr>
            <a:cxnSpLocks/>
            <a:stCxn id="339" idx="0"/>
            <a:endCxn id="343" idx="4"/>
          </p:cNvCxnSpPr>
          <p:nvPr/>
        </p:nvCxnSpPr>
        <p:spPr>
          <a:xfrm flipV="1">
            <a:off x="6426061" y="7529494"/>
            <a:ext cx="32928" cy="14035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771" name="Graphic 770" descr="Folder outline">
            <a:extLst>
              <a:ext uri="{FF2B5EF4-FFF2-40B4-BE49-F238E27FC236}">
                <a16:creationId xmlns:a16="http://schemas.microsoft.com/office/drawing/2014/main" id="{B2398EE3-2CE9-43F4-9EDF-0B36DFC7BE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31728" y="6500357"/>
            <a:ext cx="1827333" cy="1827333"/>
          </a:xfrm>
          <a:prstGeom prst="rect">
            <a:avLst/>
          </a:prstGeom>
        </p:spPr>
      </p:pic>
      <p:cxnSp>
        <p:nvCxnSpPr>
          <p:cNvPr id="772" name="Connector: Elbow 771">
            <a:extLst>
              <a:ext uri="{FF2B5EF4-FFF2-40B4-BE49-F238E27FC236}">
                <a16:creationId xmlns:a16="http://schemas.microsoft.com/office/drawing/2014/main" id="{482B3220-F96D-91A5-631E-E85F6ED8EFEB}"/>
              </a:ext>
            </a:extLst>
          </p:cNvPr>
          <p:cNvCxnSpPr>
            <a:cxnSpLocks/>
            <a:stCxn id="280" idx="3"/>
          </p:cNvCxnSpPr>
          <p:nvPr/>
        </p:nvCxnSpPr>
        <p:spPr>
          <a:xfrm>
            <a:off x="8817048" y="5036487"/>
            <a:ext cx="1658397" cy="2811882"/>
          </a:xfrm>
          <a:prstGeom prst="bentConnector3">
            <a:avLst>
              <a:gd name="adj1" fmla="val 6054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73" name="Create a visual hierarchy. Help users navigate the page with titles, subtitles, and subsubtitles">
            <a:extLst>
              <a:ext uri="{FF2B5EF4-FFF2-40B4-BE49-F238E27FC236}">
                <a16:creationId xmlns:a16="http://schemas.microsoft.com/office/drawing/2014/main" id="{467C6BCD-4C95-2185-1DF9-8779D185B67B}"/>
              </a:ext>
            </a:extLst>
          </p:cNvPr>
          <p:cNvSpPr txBox="1"/>
          <p:nvPr/>
        </p:nvSpPr>
        <p:spPr>
          <a:xfrm>
            <a:off x="10475445" y="5751632"/>
            <a:ext cx="2952178" cy="60880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Processed R tables can be called by, or passed between, modules and notebooks outside of a specific module context.</a:t>
            </a:r>
            <a:endParaRPr>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774" name="Create a visual hierarchy. Help users navigate the page with titles, subtitles, and subsubtitles">
            <a:extLst>
              <a:ext uri="{FF2B5EF4-FFF2-40B4-BE49-F238E27FC236}">
                <a16:creationId xmlns:a16="http://schemas.microsoft.com/office/drawing/2014/main" id="{47216240-85FA-45D0-DC7D-9AABF216857D}"/>
              </a:ext>
            </a:extLst>
          </p:cNvPr>
          <p:cNvSpPr txBox="1"/>
          <p:nvPr/>
        </p:nvSpPr>
        <p:spPr>
          <a:xfrm>
            <a:off x="10475445" y="4465003"/>
            <a:ext cx="2952178" cy="94120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chemeClr val="bg2">
                    <a:lumMod val="10000"/>
                  </a:schemeClr>
                </a:solidFill>
                <a:latin typeface="Source Sans Pro" panose="020B0503030403020204" pitchFamily="34" charset="0"/>
                <a:ea typeface="Source Sans Pro" panose="020B0503030403020204" pitchFamily="34" charset="0"/>
              </a:rPr>
              <a:t>Standardized R data structures. These are not limited to simple tables; they can represent sparse matrices, graph edge lists, and more- all interconnected by key columns. </a:t>
            </a:r>
          </a:p>
        </p:txBody>
      </p:sp>
      <p:graphicFrame>
        <p:nvGraphicFramePr>
          <p:cNvPr id="775" name="Table">
            <a:extLst>
              <a:ext uri="{FF2B5EF4-FFF2-40B4-BE49-F238E27FC236}">
                <a16:creationId xmlns:a16="http://schemas.microsoft.com/office/drawing/2014/main" id="{4F8D5936-B88B-93BC-AB6B-297313BB7AF7}"/>
              </a:ext>
            </a:extLst>
          </p:cNvPr>
          <p:cNvGraphicFramePr/>
          <p:nvPr>
            <p:extLst>
              <p:ext uri="{D42A27DB-BD31-4B8C-83A1-F6EECF244321}">
                <p14:modId xmlns:p14="http://schemas.microsoft.com/office/powerpoint/2010/main" val="3517586015"/>
              </p:ext>
            </p:extLst>
          </p:nvPr>
        </p:nvGraphicFramePr>
        <p:xfrm>
          <a:off x="8811258" y="3711754"/>
          <a:ext cx="269392" cy="21336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0">
                <a:tc>
                  <a:txBody>
                    <a:bodyPr/>
                    <a:lstStyle/>
                    <a:p>
                      <a:pPr defTabSz="914400">
                        <a:defRPr sz="700" b="0">
                          <a:latin typeface="+mj-lt"/>
                          <a:ea typeface="+mj-ea"/>
                          <a:cs typeface="+mj-cs"/>
                          <a:sym typeface="Source Sans Pro Regular"/>
                        </a:defRPr>
                      </a:pPr>
                      <a:endParaRPr>
                        <a:solidFill>
                          <a:schemeClr val="accent1">
                            <a:lumMod val="50000"/>
                          </a:schemeClr>
                        </a:solid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0">
                <a:tc>
                  <a:txBody>
                    <a:bodyPr/>
                    <a:lstStyle/>
                    <a:p>
                      <a:pPr defTabSz="914400">
                        <a:defRPr sz="700">
                          <a:sym typeface="Source Sans Pro Regular"/>
                        </a:defRPr>
                      </a:pPr>
                      <a:endParaRPr>
                        <a:solidFill>
                          <a:schemeClr val="accent1">
                            <a:lumMod val="75000"/>
                          </a:schemeClr>
                        </a:solid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265BF"/>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cxnSp>
        <p:nvCxnSpPr>
          <p:cNvPr id="776" name="Connector: Elbow 775">
            <a:extLst>
              <a:ext uri="{FF2B5EF4-FFF2-40B4-BE49-F238E27FC236}">
                <a16:creationId xmlns:a16="http://schemas.microsoft.com/office/drawing/2014/main" id="{B74C8B70-DD09-9D19-E36E-55B5E87AE9B8}"/>
              </a:ext>
            </a:extLst>
          </p:cNvPr>
          <p:cNvCxnSpPr>
            <a:cxnSpLocks/>
            <a:stCxn id="775" idx="3"/>
          </p:cNvCxnSpPr>
          <p:nvPr/>
        </p:nvCxnSpPr>
        <p:spPr>
          <a:xfrm>
            <a:off x="9080650" y="3818434"/>
            <a:ext cx="1430968" cy="1763184"/>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77" name="Connector: Elbow 776">
            <a:extLst>
              <a:ext uri="{FF2B5EF4-FFF2-40B4-BE49-F238E27FC236}">
                <a16:creationId xmlns:a16="http://schemas.microsoft.com/office/drawing/2014/main" id="{BB672E0F-E614-C551-1788-47B85C2DC23E}"/>
              </a:ext>
            </a:extLst>
          </p:cNvPr>
          <p:cNvCxnSpPr>
            <a:cxnSpLocks/>
            <a:stCxn id="687" idx="3"/>
          </p:cNvCxnSpPr>
          <p:nvPr/>
        </p:nvCxnSpPr>
        <p:spPr>
          <a:xfrm>
            <a:off x="9248461" y="3360976"/>
            <a:ext cx="1260100" cy="926858"/>
          </a:xfrm>
          <a:prstGeom prst="bentConnector3">
            <a:avLst>
              <a:gd name="adj1" fmla="val 82014"/>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78" name="Connector: Elbow 777">
            <a:extLst>
              <a:ext uri="{FF2B5EF4-FFF2-40B4-BE49-F238E27FC236}">
                <a16:creationId xmlns:a16="http://schemas.microsoft.com/office/drawing/2014/main" id="{B347074C-7E8A-E869-A5BF-4FDAB13CFFA6}"/>
              </a:ext>
            </a:extLst>
          </p:cNvPr>
          <p:cNvCxnSpPr>
            <a:cxnSpLocks/>
            <a:endCxn id="664" idx="2"/>
          </p:cNvCxnSpPr>
          <p:nvPr/>
        </p:nvCxnSpPr>
        <p:spPr>
          <a:xfrm rot="5400000" flipH="1" flipV="1">
            <a:off x="6014895" y="3691384"/>
            <a:ext cx="498075" cy="425047"/>
          </a:xfrm>
          <a:prstGeom prst="bentConnector3">
            <a:avLst>
              <a:gd name="adj1" fmla="val 50000"/>
            </a:avLst>
          </a:prstGeom>
          <a:noFill/>
          <a:ln w="25400" cap="flat">
            <a:solidFill>
              <a:srgbClr val="000000"/>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79" name="Connector: Elbow 778">
            <a:extLst>
              <a:ext uri="{FF2B5EF4-FFF2-40B4-BE49-F238E27FC236}">
                <a16:creationId xmlns:a16="http://schemas.microsoft.com/office/drawing/2014/main" id="{FF7CCED7-6276-22C7-DA22-0E22DD6A3DF3}"/>
              </a:ext>
            </a:extLst>
          </p:cNvPr>
          <p:cNvCxnSpPr>
            <a:cxnSpLocks/>
            <a:stCxn id="664" idx="0"/>
            <a:endCxn id="686" idx="3"/>
          </p:cNvCxnSpPr>
          <p:nvPr/>
        </p:nvCxnSpPr>
        <p:spPr>
          <a:xfrm rot="16200000" flipV="1">
            <a:off x="5919859" y="2557655"/>
            <a:ext cx="663195" cy="450001"/>
          </a:xfrm>
          <a:prstGeom prst="bentConnector2">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sp>
        <p:nvSpPr>
          <p:cNvPr id="780" name="Create a visual hierarchy. Help users navigate the page with titles, subtitles, and subsubtitles">
            <a:extLst>
              <a:ext uri="{FF2B5EF4-FFF2-40B4-BE49-F238E27FC236}">
                <a16:creationId xmlns:a16="http://schemas.microsoft.com/office/drawing/2014/main" id="{698DAABE-EC5A-D9A4-20A0-6882F7856E98}"/>
              </a:ext>
            </a:extLst>
          </p:cNvPr>
          <p:cNvSpPr txBox="1"/>
          <p:nvPr/>
        </p:nvSpPr>
        <p:spPr>
          <a:xfrm>
            <a:off x="10465649" y="1936554"/>
            <a:ext cx="3181845" cy="218154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Parsers: Automatically normalize diverse raw sources into uniform, structured R tables that are reusable across multiple transformations.</a:t>
            </a:r>
            <a:br>
              <a:rPr lang="en-US">
                <a:latin typeface="Source Sans Pro" panose="020B0503030403020204" pitchFamily="34" charset="0"/>
                <a:ea typeface="Source Sans Pro" panose="020B0503030403020204" pitchFamily="34" charset="0"/>
                <a:sym typeface="Source Sans Pro"/>
              </a:rPr>
            </a:br>
            <a:r>
              <a:rPr lang="en-US">
                <a:latin typeface="Source Sans Pro" panose="020B0503030403020204" pitchFamily="34" charset="0"/>
                <a:ea typeface="Source Sans Pro" panose="020B0503030403020204" pitchFamily="34" charset="0"/>
                <a:sym typeface="Source Sans Pro"/>
              </a:rPr>
              <a:t>Transformations: utilize functions-such as bipartite, temporal, and multimodal-to reshape tables into nodes, edges, and complex relationships.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Constructors: Generate general graphs from these tables, regardless of the underlying data source</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Projections</a:t>
            </a:r>
            <a:r>
              <a:rPr lang="en-US">
                <a:latin typeface="Source Sans Pro" panose="020B0503030403020204" pitchFamily="34" charset="0"/>
                <a:ea typeface="Source Sans Pro" panose="020B0503030403020204" pitchFamily="34" charset="0"/>
              </a:rPr>
              <a:t>: Output final data and analytical results directly to the terminal or console.</a:t>
            </a:r>
            <a:endParaRPr lang="en-US">
              <a:latin typeface="Source Sans Pro" panose="020B0503030403020204" pitchFamily="34" charset="0"/>
              <a:ea typeface="Source Sans Pro" panose="020B0503030403020204" pitchFamily="34" charset="0"/>
              <a:sym typeface="Source Sans Pro"/>
            </a:endParaRPr>
          </a:p>
        </p:txBody>
      </p:sp>
      <p:sp>
        <p:nvSpPr>
          <p:cNvPr id="781" name="Manipulate Variables">
            <a:extLst>
              <a:ext uri="{FF2B5EF4-FFF2-40B4-BE49-F238E27FC236}">
                <a16:creationId xmlns:a16="http://schemas.microsoft.com/office/drawing/2014/main" id="{9ED2F02F-6B5A-73C8-F507-FC7FB1D40EC2}"/>
              </a:ext>
            </a:extLst>
          </p:cNvPr>
          <p:cNvSpPr txBox="1"/>
          <p:nvPr/>
        </p:nvSpPr>
        <p:spPr>
          <a:xfrm>
            <a:off x="10511618" y="1606442"/>
            <a:ext cx="175200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Capabilities</a:t>
            </a:r>
            <a:endParaRPr/>
          </a:p>
        </p:txBody>
      </p:sp>
      <p:sp>
        <p:nvSpPr>
          <p:cNvPr id="782" name="Manipulate Variables">
            <a:extLst>
              <a:ext uri="{FF2B5EF4-FFF2-40B4-BE49-F238E27FC236}">
                <a16:creationId xmlns:a16="http://schemas.microsoft.com/office/drawing/2014/main" id="{F9B6F8BF-91F1-45A6-F2EF-55EBC8AEA228}"/>
              </a:ext>
            </a:extLst>
          </p:cNvPr>
          <p:cNvSpPr txBox="1"/>
          <p:nvPr/>
        </p:nvSpPr>
        <p:spPr>
          <a:xfrm>
            <a:off x="10511618" y="5411603"/>
            <a:ext cx="2071444"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External Tables</a:t>
            </a:r>
            <a:endParaRPr lang="en-US" sz="2500">
              <a:solidFill>
                <a:schemeClr val="tx2"/>
              </a:solidFill>
            </a:endParaRPr>
          </a:p>
        </p:txBody>
      </p:sp>
      <p:sp>
        <p:nvSpPr>
          <p:cNvPr id="783" name="Manipulate Variables">
            <a:extLst>
              <a:ext uri="{FF2B5EF4-FFF2-40B4-BE49-F238E27FC236}">
                <a16:creationId xmlns:a16="http://schemas.microsoft.com/office/drawing/2014/main" id="{6D974A31-7330-23C3-215B-C1730E363302}"/>
              </a:ext>
            </a:extLst>
          </p:cNvPr>
          <p:cNvSpPr txBox="1"/>
          <p:nvPr/>
        </p:nvSpPr>
        <p:spPr>
          <a:xfrm>
            <a:off x="10508561" y="8692478"/>
            <a:ext cx="1903395"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External Files</a:t>
            </a:r>
            <a:endParaRPr/>
          </a:p>
        </p:txBody>
      </p:sp>
      <p:sp>
        <p:nvSpPr>
          <p:cNvPr id="784" name="Rectangle 783">
            <a:extLst>
              <a:ext uri="{FF2B5EF4-FFF2-40B4-BE49-F238E27FC236}">
                <a16:creationId xmlns:a16="http://schemas.microsoft.com/office/drawing/2014/main" id="{6BE80596-5988-2198-B736-6FC4C5D77EE2}"/>
              </a:ext>
            </a:extLst>
          </p:cNvPr>
          <p:cNvSpPr/>
          <p:nvPr/>
        </p:nvSpPr>
        <p:spPr>
          <a:xfrm>
            <a:off x="5082239" y="2877825"/>
            <a:ext cx="4372067" cy="1115113"/>
          </a:xfrm>
          <a:prstGeom prst="rect">
            <a:avLst/>
          </a:prstGeom>
          <a:noFill/>
          <a:ln w="12700" cap="flat">
            <a:solidFill>
              <a:schemeClr val="accent6">
                <a:lumMod val="60000"/>
                <a:lumOff val="4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89" name="Create a visual hierarchy. Help users navigate the page with titles, subtitles, and subsubtitles">
            <a:extLst>
              <a:ext uri="{FF2B5EF4-FFF2-40B4-BE49-F238E27FC236}">
                <a16:creationId xmlns:a16="http://schemas.microsoft.com/office/drawing/2014/main" id="{84DE27ED-ED71-27EF-61B9-C567CF3FB8C2}"/>
              </a:ext>
            </a:extLst>
          </p:cNvPr>
          <p:cNvSpPr txBox="1"/>
          <p:nvPr/>
        </p:nvSpPr>
        <p:spPr>
          <a:xfrm>
            <a:off x="10508561" y="9078148"/>
            <a:ext cx="2700586" cy="135567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solidFill>
                  <a:schemeClr val="bg2">
                    <a:lumMod val="10000"/>
                  </a:schemeClr>
                </a:solidFill>
                <a:latin typeface="Source Sans Pro" panose="020B0503030403020204" pitchFamily="34" charset="0"/>
                <a:ea typeface="Source Sans Pro" panose="020B0503030403020204" pitchFamily="34" charset="0"/>
              </a:rPr>
              <a:t>Reusable R scripts and functions. Example of external file’s function</a:t>
            </a:r>
          </a:p>
          <a:p>
            <a:r>
              <a:rPr lang="en-US" err="1"/>
              <a:t>identity_match</a:t>
            </a:r>
            <a:r>
              <a:rPr lang="en-US"/>
              <a:t>()</a:t>
            </a:r>
          </a:p>
          <a:p>
            <a:r>
              <a:rPr lang="en-US" b="0">
                <a:solidFill>
                  <a:schemeClr val="bg2">
                    <a:lumMod val="10000"/>
                  </a:schemeClr>
                </a:solidFill>
              </a:rPr>
              <a:t>Matchtes tables based on column “</a:t>
            </a:r>
            <a:r>
              <a:rPr lang="en-US" b="0" err="1">
                <a:solidFill>
                  <a:schemeClr val="bg2">
                    <a:lumMod val="10000"/>
                  </a:schemeClr>
                </a:solidFill>
              </a:rPr>
              <a:t>author_name_email</a:t>
            </a:r>
            <a:r>
              <a:rPr lang="en-US" b="0">
                <a:solidFill>
                  <a:schemeClr val="bg2">
                    <a:lumMod val="10000"/>
                  </a:schemeClr>
                </a:solidFill>
              </a:rPr>
              <a:t>”</a:t>
            </a:r>
            <a:br>
              <a:rPr lang="en-US">
                <a:solidFill>
                  <a:schemeClr val="bg2">
                    <a:lumMod val="10000"/>
                  </a:schemeClr>
                </a:solidFill>
                <a:latin typeface="Source Sans Pro" panose="020B0503030403020204" pitchFamily="34" charset="0"/>
                <a:ea typeface="Source Sans Pro" panose="020B0503030403020204" pitchFamily="34" charset="0"/>
              </a:rPr>
            </a:br>
            <a:br>
              <a:rPr lang="en-US" sz="1000">
                <a:solidFill>
                  <a:schemeClr val="bg2">
                    <a:lumMod val="10000"/>
                  </a:schemeClr>
                </a:solidFill>
                <a:latin typeface="Source Sans Pro" panose="020B0503030403020204" pitchFamily="34" charset="0"/>
                <a:ea typeface="Source Sans Pro" panose="020B0503030403020204" pitchFamily="34" charset="0"/>
              </a:rPr>
            </a:b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cxnSp>
        <p:nvCxnSpPr>
          <p:cNvPr id="796" name="Connector: Elbow 795">
            <a:extLst>
              <a:ext uri="{FF2B5EF4-FFF2-40B4-BE49-F238E27FC236}">
                <a16:creationId xmlns:a16="http://schemas.microsoft.com/office/drawing/2014/main" id="{2AB6F050-52EA-0FAA-1749-6F1A97F54ECC}"/>
              </a:ext>
            </a:extLst>
          </p:cNvPr>
          <p:cNvCxnSpPr>
            <a:cxnSpLocks/>
            <a:stCxn id="311" idx="3"/>
          </p:cNvCxnSpPr>
          <p:nvPr/>
        </p:nvCxnSpPr>
        <p:spPr>
          <a:xfrm>
            <a:off x="9248461" y="8689060"/>
            <a:ext cx="1260100" cy="173433"/>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99" name="Connector: Elbow 798">
            <a:extLst>
              <a:ext uri="{FF2B5EF4-FFF2-40B4-BE49-F238E27FC236}">
                <a16:creationId xmlns:a16="http://schemas.microsoft.com/office/drawing/2014/main" id="{4825F5A3-F30F-755B-4FE4-59BE666B9F7A}"/>
              </a:ext>
            </a:extLst>
          </p:cNvPr>
          <p:cNvCxnSpPr>
            <a:cxnSpLocks/>
          </p:cNvCxnSpPr>
          <p:nvPr/>
        </p:nvCxnSpPr>
        <p:spPr>
          <a:xfrm flipV="1">
            <a:off x="7995571" y="8862493"/>
            <a:ext cx="2512990" cy="467521"/>
          </a:xfrm>
          <a:prstGeom prst="bentConnector3">
            <a:avLst>
              <a:gd name="adj1" fmla="val 7515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79563232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D8BD9-9368-70C1-E47F-9903F0602BC7}"/>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F60F569F-151E-66B7-3B29-DB9591A6CBD9}"/>
              </a:ext>
            </a:extLst>
          </p:cNvPr>
          <p:cNvPicPr>
            <a:picLocks noChangeAspect="1"/>
          </p:cNvPicPr>
          <p:nvPr/>
        </p:nvPicPr>
        <p:blipFill>
          <a:blip r:embed="rId3"/>
          <a:stretch>
            <a:fillRect/>
          </a:stretch>
        </p:blipFill>
        <p:spPr>
          <a:xfrm>
            <a:off x="9293201" y="-872888"/>
            <a:ext cx="5121226" cy="2990088"/>
          </a:xfrm>
          <a:prstGeom prst="rect">
            <a:avLst/>
          </a:prstGeom>
          <a:ln w="12700">
            <a:miter lim="400000"/>
          </a:ln>
        </p:spPr>
      </p:pic>
      <p:sp>
        <p:nvSpPr>
          <p:cNvPr id="312" name="Line">
            <a:extLst>
              <a:ext uri="{FF2B5EF4-FFF2-40B4-BE49-F238E27FC236}">
                <a16:creationId xmlns:a16="http://schemas.microsoft.com/office/drawing/2014/main" id="{6E1DB475-9DA0-438F-CCFA-F19F927054E4}"/>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C0FA2150-1A47-F736-FA97-EBCD3E5534D6}"/>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B97B957F-1219-9279-108B-13FCD2281215}"/>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Table</a:t>
            </a:r>
            <a:r>
              <a:t>: : </a:t>
            </a:r>
            <a:r>
              <a:rPr sz="3300">
                <a:latin typeface="Source Sans Pro Semibold"/>
                <a:ea typeface="Source Sans Pro Semibold"/>
                <a:cs typeface="Source Sans Pro Semibold"/>
                <a:sym typeface="Source Sans Pro Semibold"/>
              </a:rPr>
              <a:t>CHEAT SHEET</a:t>
            </a:r>
            <a:r>
              <a:t> </a:t>
            </a:r>
          </a:p>
        </p:txBody>
      </p:sp>
      <p:pic>
        <p:nvPicPr>
          <p:cNvPr id="8" name="Picture 7" descr="A picture containing text&#10;&#10;Description automatically generated">
            <a:extLst>
              <a:ext uri="{FF2B5EF4-FFF2-40B4-BE49-F238E27FC236}">
                <a16:creationId xmlns:a16="http://schemas.microsoft.com/office/drawing/2014/main" id="{5ED85A1C-012A-F4FB-C9CD-B479514560C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 name="TextBox 4">
            <a:extLst>
              <a:ext uri="{FF2B5EF4-FFF2-40B4-BE49-F238E27FC236}">
                <a16:creationId xmlns:a16="http://schemas.microsoft.com/office/drawing/2014/main" id="{30787696-D6D9-09CA-057D-7DC6DB38C58A}"/>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5">
                  <a:extLst>
                    <a:ext uri="{A12FA001-AC4F-418D-AE19-62706E023703}">
                      <ahyp:hlinkClr xmlns:ahyp="http://schemas.microsoft.com/office/drawing/2018/hyperlinkcolor" val="tx"/>
                    </a:ext>
                  </a:extLst>
                </a:hlinkClick>
              </a:rPr>
              <a:t>CC BY SA</a:t>
            </a:r>
            <a:r>
              <a:rPr lang="en-US" sz="1000" b="0">
                <a:solidFill>
                  <a:schemeClr val="tx1"/>
                </a:solidFill>
              </a:rPr>
              <a:t> John Flinn</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647" name="TextBox 646">
            <a:extLst>
              <a:ext uri="{FF2B5EF4-FFF2-40B4-BE49-F238E27FC236}">
                <a16:creationId xmlns:a16="http://schemas.microsoft.com/office/drawing/2014/main" id="{BBE8899B-8856-D570-C104-AE22C353CA44}"/>
              </a:ext>
            </a:extLst>
          </p:cNvPr>
          <p:cNvSpPr txBox="1"/>
          <p:nvPr/>
        </p:nvSpPr>
        <p:spPr>
          <a:xfrm>
            <a:off x="5220799" y="3232349"/>
            <a:ext cx="73797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Tables</a:t>
            </a:r>
          </a:p>
        </p:txBody>
      </p:sp>
      <p:sp>
        <p:nvSpPr>
          <p:cNvPr id="648" name="TextBox 647">
            <a:extLst>
              <a:ext uri="{FF2B5EF4-FFF2-40B4-BE49-F238E27FC236}">
                <a16:creationId xmlns:a16="http://schemas.microsoft.com/office/drawing/2014/main" id="{5298224F-7468-2419-DB2B-D5AD258AFE59}"/>
              </a:ext>
            </a:extLst>
          </p:cNvPr>
          <p:cNvSpPr txBox="1"/>
          <p:nvPr/>
        </p:nvSpPr>
        <p:spPr>
          <a:xfrm>
            <a:off x="6147787" y="9229460"/>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vig</a:t>
            </a:r>
            <a:r>
              <a:rPr lang="en-US" sz="1000" b="0"/>
              <a:t>/ .</a:t>
            </a:r>
            <a:r>
              <a:rPr lang="en-US" sz="1000" b="0" err="1"/>
              <a:t>Rmd</a:t>
            </a:r>
            <a:endParaRPr kumimoji="0" lang="en-US" sz="1000" b="0" i="0" u="none" strike="noStrike" cap="none" spc="0" normalizeH="0" baseline="0">
              <a:ln>
                <a:noFill/>
              </a:ln>
              <a:solidFill>
                <a:srgbClr val="4C4C4C"/>
              </a:solidFill>
              <a:effectLst/>
              <a:uFillTx/>
              <a:sym typeface="Source Sans Pro"/>
            </a:endParaRPr>
          </a:p>
        </p:txBody>
      </p:sp>
      <p:sp>
        <p:nvSpPr>
          <p:cNvPr id="649" name="Line">
            <a:extLst>
              <a:ext uri="{FF2B5EF4-FFF2-40B4-BE49-F238E27FC236}">
                <a16:creationId xmlns:a16="http://schemas.microsoft.com/office/drawing/2014/main" id="{96D0D787-D5F3-DC8D-A2BD-0EC5D43A2BC5}"/>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650" name="Layout Suggestions">
            <a:extLst>
              <a:ext uri="{FF2B5EF4-FFF2-40B4-BE49-F238E27FC236}">
                <a16:creationId xmlns:a16="http://schemas.microsoft.com/office/drawing/2014/main" id="{C75C1036-B1AC-9BBD-5A4D-E87232F4E310}"/>
              </a:ext>
            </a:extLst>
          </p:cNvPr>
          <p:cNvSpPr txBox="1"/>
          <p:nvPr/>
        </p:nvSpPr>
        <p:spPr>
          <a:xfrm>
            <a:off x="318622" y="1597555"/>
            <a:ext cx="13497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sp>
        <p:nvSpPr>
          <p:cNvPr id="651" name="TextBox 650">
            <a:extLst>
              <a:ext uri="{FF2B5EF4-FFF2-40B4-BE49-F238E27FC236}">
                <a16:creationId xmlns:a16="http://schemas.microsoft.com/office/drawing/2014/main" id="{12F2A028-473B-5291-D8F5-C661BF7F3019}"/>
              </a:ext>
            </a:extLst>
          </p:cNvPr>
          <p:cNvSpPr txBox="1"/>
          <p:nvPr/>
        </p:nvSpPr>
        <p:spPr>
          <a:xfrm>
            <a:off x="293963" y="1931241"/>
            <a:ext cx="2952178" cy="8134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a:solidFill>
                  <a:schemeClr val="bg2">
                    <a:lumMod val="10000"/>
                  </a:schemeClr>
                </a:solidFill>
                <a:latin typeface="+mj-lt"/>
                <a:sym typeface="Source Sans Pro Light"/>
              </a:rPr>
              <a:t>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the download and analysis of multiple sources, such as Git, Jira, and </a:t>
            </a:r>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Light"/>
              </a:rPr>
              <a:t>Github</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 using </a:t>
            </a:r>
            <a:r>
              <a:rPr lang="en-US">
                <a:solidFill>
                  <a:schemeClr val="bg2">
                    <a:lumMod val="10000"/>
                  </a:schemeClr>
                </a:solidFill>
                <a:latin typeface="Source Sans Pro" panose="020B0503030403020204" pitchFamily="34" charset="0"/>
                <a:ea typeface="Source Sans Pro" panose="020B0503030403020204" pitchFamily="34" charset="0"/>
                <a:sym typeface="Source Sans Pro Light"/>
              </a:rPr>
              <a:t>tables</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 that are controlled by modules.</a:t>
            </a:r>
            <a:endParaRPr lang="en-US" b="0">
              <a:solidFill>
                <a:schemeClr val="bg2">
                  <a:lumMod val="10000"/>
                </a:schemeClr>
              </a:solidFill>
              <a:latin typeface="Source Sans Pro" panose="020B0503030403020204" pitchFamily="34" charset="0"/>
              <a:ea typeface="Source Sans Pro" panose="020B0503030403020204" pitchFamily="34" charset="0"/>
            </a:endParaRPr>
          </a:p>
        </p:txBody>
      </p:sp>
      <p:sp>
        <p:nvSpPr>
          <p:cNvPr id="652" name="Layout Suggestions">
            <a:extLst>
              <a:ext uri="{FF2B5EF4-FFF2-40B4-BE49-F238E27FC236}">
                <a16:creationId xmlns:a16="http://schemas.microsoft.com/office/drawing/2014/main" id="{0B035515-25B0-D582-7985-C732E6F5E07F}"/>
              </a:ext>
            </a:extLst>
          </p:cNvPr>
          <p:cNvSpPr txBox="1"/>
          <p:nvPr/>
        </p:nvSpPr>
        <p:spPr>
          <a:xfrm>
            <a:off x="4928113" y="1618434"/>
            <a:ext cx="3892248"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sp>
        <p:nvSpPr>
          <p:cNvPr id="653" name="Manipulate Variables">
            <a:extLst>
              <a:ext uri="{FF2B5EF4-FFF2-40B4-BE49-F238E27FC236}">
                <a16:creationId xmlns:a16="http://schemas.microsoft.com/office/drawing/2014/main" id="{9403475A-D0CB-E045-DC4D-04E87036F9AA}"/>
              </a:ext>
            </a:extLst>
          </p:cNvPr>
          <p:cNvSpPr txBox="1"/>
          <p:nvPr/>
        </p:nvSpPr>
        <p:spPr>
          <a:xfrm>
            <a:off x="307711" y="8125778"/>
            <a:ext cx="1490793"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Notebooks</a:t>
            </a:r>
            <a:endParaRPr/>
          </a:p>
        </p:txBody>
      </p:sp>
      <p:sp>
        <p:nvSpPr>
          <p:cNvPr id="654" name="Create a visual hierarchy. Help users navigate the page with titles, subtitles, and subsubtitles">
            <a:extLst>
              <a:ext uri="{FF2B5EF4-FFF2-40B4-BE49-F238E27FC236}">
                <a16:creationId xmlns:a16="http://schemas.microsoft.com/office/drawing/2014/main" id="{4FBC250B-0E0B-14D8-76FC-07714EB0BA69}"/>
              </a:ext>
            </a:extLst>
          </p:cNvPr>
          <p:cNvSpPr txBox="1"/>
          <p:nvPr/>
        </p:nvSpPr>
        <p:spPr>
          <a:xfrm>
            <a:off x="279097" y="8473488"/>
            <a:ext cx="2974015" cy="77500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solidFill>
                  <a:schemeClr val="bg2">
                    <a:lumMod val="10000"/>
                  </a:schemeClr>
                </a:solidFill>
                <a:latin typeface="Source Sans Pro" panose="020B0503030403020204" pitchFamily="34" charset="0"/>
                <a:ea typeface="Source Sans Pro" panose="020B0503030403020204" pitchFamily="34" charset="0"/>
              </a:rPr>
              <a:t>Acting as the u</a:t>
            </a:r>
            <a:r>
              <a:rPr lang="en-US">
                <a:solidFill>
                  <a:schemeClr val="bg2">
                    <a:lumMod val="10000"/>
                  </a:schemeClr>
                </a:solidFill>
                <a:latin typeface="Source Sans Pro" panose="020B0503030403020204" pitchFamily="34" charset="0"/>
                <a:ea typeface="Source Sans Pro" panose="020B0503030403020204" pitchFamily="34" charset="0"/>
                <a:sym typeface="Source Sans Pro"/>
              </a:rPr>
              <a:t>ser interface. these .</a:t>
            </a:r>
            <a:r>
              <a:rPr lang="en-US" err="1">
                <a:solidFill>
                  <a:schemeClr val="bg2">
                    <a:lumMod val="10000"/>
                  </a:schemeClr>
                </a:solidFill>
                <a:latin typeface="Source Sans Pro" panose="020B0503030403020204" pitchFamily="34" charset="0"/>
                <a:ea typeface="Source Sans Pro" panose="020B0503030403020204" pitchFamily="34" charset="0"/>
                <a:sym typeface="Source Sans Pro"/>
              </a:rPr>
              <a:t>Rmd</a:t>
            </a:r>
            <a:r>
              <a:rPr lang="en-US">
                <a:solidFill>
                  <a:schemeClr val="bg2">
                    <a:lumMod val="10000"/>
                  </a:schemeClr>
                </a:solidFill>
                <a:latin typeface="Source Sans Pro" panose="020B0503030403020204" pitchFamily="34" charset="0"/>
                <a:ea typeface="Source Sans Pro" panose="020B0503030403020204" pitchFamily="34" charset="0"/>
                <a:sym typeface="Source Sans Pro"/>
              </a:rPr>
              <a:t> files </a:t>
            </a:r>
            <a:r>
              <a:rPr lang="en-US" b="0">
                <a:solidFill>
                  <a:schemeClr val="bg2">
                    <a:lumMod val="10000"/>
                  </a:schemeClr>
                </a:solidFill>
                <a:latin typeface="Source Sans Pro" panose="020B0503030403020204" pitchFamily="34" charset="0"/>
                <a:ea typeface="Source Sans Pro" panose="020B0503030403020204" pitchFamily="34" charset="0"/>
              </a:rPr>
              <a:t>call specific modules- passing and receiving standardized R tables to create final analyses and exports.</a:t>
            </a:r>
            <a:r>
              <a:rPr lang="en-US">
                <a:solidFill>
                  <a:schemeClr val="bg2">
                    <a:lumMod val="10000"/>
                  </a:schemeClr>
                </a:solidFill>
                <a:latin typeface="Source Sans Pro" panose="020B0503030403020204" pitchFamily="34" charset="0"/>
                <a:ea typeface="Source Sans Pro" panose="020B0503030403020204" pitchFamily="34" charset="0"/>
                <a:sym typeface="Source Sans Pro"/>
              </a:rPr>
              <a:t> </a:t>
            </a:r>
          </a:p>
        </p:txBody>
      </p:sp>
      <p:sp>
        <p:nvSpPr>
          <p:cNvPr id="655" name="TextBox 654">
            <a:extLst>
              <a:ext uri="{FF2B5EF4-FFF2-40B4-BE49-F238E27FC236}">
                <a16:creationId xmlns:a16="http://schemas.microsoft.com/office/drawing/2014/main" id="{534F0AF2-5B9E-0C62-293A-38630D6705E9}"/>
              </a:ext>
            </a:extLst>
          </p:cNvPr>
          <p:cNvSpPr txBox="1"/>
          <p:nvPr/>
        </p:nvSpPr>
        <p:spPr>
          <a:xfrm>
            <a:off x="4424135" y="5890824"/>
            <a:ext cx="65467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Container</a:t>
            </a:r>
          </a:p>
        </p:txBody>
      </p:sp>
      <p:sp>
        <p:nvSpPr>
          <p:cNvPr id="656" name="Manipulate Variables">
            <a:extLst>
              <a:ext uri="{FF2B5EF4-FFF2-40B4-BE49-F238E27FC236}">
                <a16:creationId xmlns:a16="http://schemas.microsoft.com/office/drawing/2014/main" id="{D8271009-F0E1-3C37-79AF-AF36CE0F150C}"/>
              </a:ext>
            </a:extLst>
          </p:cNvPr>
          <p:cNvSpPr txBox="1"/>
          <p:nvPr/>
        </p:nvSpPr>
        <p:spPr>
          <a:xfrm>
            <a:off x="291803" y="5478359"/>
            <a:ext cx="160620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sz="2500"/>
              <a:t>Data Tables</a:t>
            </a:r>
            <a:endParaRPr sz="2500">
              <a:solidFill>
                <a:schemeClr val="tx2"/>
              </a:solidFill>
            </a:endParaRPr>
          </a:p>
        </p:txBody>
      </p:sp>
      <p:sp>
        <p:nvSpPr>
          <p:cNvPr id="657" name="Create a visual hierarchy. Help users navigate the page with titles, subtitles, and subsubtitles">
            <a:extLst>
              <a:ext uri="{FF2B5EF4-FFF2-40B4-BE49-F238E27FC236}">
                <a16:creationId xmlns:a16="http://schemas.microsoft.com/office/drawing/2014/main" id="{A919803C-2F92-369A-ED49-27B022EAB2D8}"/>
              </a:ext>
            </a:extLst>
          </p:cNvPr>
          <p:cNvSpPr txBox="1"/>
          <p:nvPr/>
        </p:nvSpPr>
        <p:spPr>
          <a:xfrm>
            <a:off x="275426" y="5811914"/>
            <a:ext cx="2952178" cy="941203"/>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Core units of connection between modules. They are linked by </a:t>
            </a:r>
            <a:r>
              <a:rPr lang="en-US" b="0">
                <a:solidFill>
                  <a:schemeClr val="accent2"/>
                </a:solidFill>
                <a:latin typeface="Source Sans Pro" panose="020B0503030403020204" pitchFamily="34" charset="0"/>
                <a:ea typeface="Source Sans Pro" panose="020B0503030403020204" pitchFamily="34" charset="0"/>
                <a:sym typeface="Source Sans Pro Light"/>
              </a:rPr>
              <a:t>columns </a:t>
            </a:r>
            <a:r>
              <a:rPr lang="en-US">
                <a:latin typeface="Source Sans Pro" panose="020B0503030403020204" pitchFamily="34" charset="0"/>
                <a:ea typeface="Source Sans Pro" panose="020B0503030403020204" pitchFamily="34" charset="0"/>
              </a:rPr>
              <a:t>-indicated by the  </a:t>
            </a:r>
            <a:r>
              <a:rPr lang="en-US" b="0">
                <a:solidFill>
                  <a:schemeClr val="accent1">
                    <a:lumMod val="50000"/>
                  </a:schemeClr>
                </a:solidFill>
                <a:latin typeface="Source Sans Pro" panose="020B0503030403020204" pitchFamily="34" charset="0"/>
                <a:ea typeface="Source Sans Pro" panose="020B0503030403020204" pitchFamily="34" charset="0"/>
                <a:sym typeface="Source Sans Pro Light"/>
              </a:rPr>
              <a:t>dark blue row</a:t>
            </a:r>
            <a:r>
              <a:rPr lang="en-US" b="0">
                <a:solidFill>
                  <a:srgbClr val="000000"/>
                </a:solidFill>
                <a:latin typeface="Source Sans Pro" panose="020B0503030403020204" pitchFamily="34" charset="0"/>
                <a:ea typeface="Source Sans Pro" panose="020B0503030403020204" pitchFamily="34" charset="0"/>
                <a:sym typeface="Source Sans Pro Light"/>
              </a:rPr>
              <a:t> within a common R data structure. Support for other formats is planned.</a:t>
            </a:r>
            <a:endParaRPr>
              <a:latin typeface="Source Sans Pro" panose="020B0503030403020204" pitchFamily="34" charset="0"/>
              <a:ea typeface="Source Sans Pro" panose="020B0503030403020204" pitchFamily="34" charset="0"/>
              <a:sym typeface="Source Sans Pro"/>
            </a:endParaRPr>
          </a:p>
        </p:txBody>
      </p:sp>
      <p:cxnSp>
        <p:nvCxnSpPr>
          <p:cNvPr id="658" name="Connector: Elbow 657">
            <a:extLst>
              <a:ext uri="{FF2B5EF4-FFF2-40B4-BE49-F238E27FC236}">
                <a16:creationId xmlns:a16="http://schemas.microsoft.com/office/drawing/2014/main" id="{A282F939-AF3F-436E-A8DC-3177717E91D4}"/>
              </a:ext>
            </a:extLst>
          </p:cNvPr>
          <p:cNvCxnSpPr>
            <a:cxnSpLocks/>
            <a:endCxn id="647" idx="1"/>
          </p:cNvCxnSpPr>
          <p:nvPr/>
        </p:nvCxnSpPr>
        <p:spPr>
          <a:xfrm flipV="1">
            <a:off x="1898012" y="3377220"/>
            <a:ext cx="3322787" cy="2271154"/>
          </a:xfrm>
          <a:prstGeom prst="bentConnector3">
            <a:avLst>
              <a:gd name="adj1" fmla="val 7428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59" name="Connector: Elbow 658">
            <a:extLst>
              <a:ext uri="{FF2B5EF4-FFF2-40B4-BE49-F238E27FC236}">
                <a16:creationId xmlns:a16="http://schemas.microsoft.com/office/drawing/2014/main" id="{8E90D84F-E3BC-651F-F39D-1BF5DB90A5D1}"/>
              </a:ext>
            </a:extLst>
          </p:cNvPr>
          <p:cNvCxnSpPr>
            <a:cxnSpLocks/>
            <a:endCxn id="680" idx="1"/>
          </p:cNvCxnSpPr>
          <p:nvPr/>
        </p:nvCxnSpPr>
        <p:spPr>
          <a:xfrm flipV="1">
            <a:off x="1759445" y="3052722"/>
            <a:ext cx="2496953" cy="1504804"/>
          </a:xfrm>
          <a:prstGeom prst="bentConnector3">
            <a:avLst>
              <a:gd name="adj1" fmla="val 8561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660" name="Graphic 659" descr="Paper outline">
            <a:extLst>
              <a:ext uri="{FF2B5EF4-FFF2-40B4-BE49-F238E27FC236}">
                <a16:creationId xmlns:a16="http://schemas.microsoft.com/office/drawing/2014/main" id="{51D846B9-FBE8-F8DD-4869-B97CA76626A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26128" y="8630092"/>
            <a:ext cx="1422056" cy="1422056"/>
          </a:xfrm>
          <a:prstGeom prst="rect">
            <a:avLst/>
          </a:prstGeom>
        </p:spPr>
      </p:pic>
      <p:sp>
        <p:nvSpPr>
          <p:cNvPr id="661" name="TextBox 660">
            <a:extLst>
              <a:ext uri="{FF2B5EF4-FFF2-40B4-BE49-F238E27FC236}">
                <a16:creationId xmlns:a16="http://schemas.microsoft.com/office/drawing/2014/main" id="{38AFFD2C-9506-4695-2B57-7E387B6C1186}"/>
              </a:ext>
            </a:extLst>
          </p:cNvPr>
          <p:cNvSpPr txBox="1"/>
          <p:nvPr/>
        </p:nvSpPr>
        <p:spPr>
          <a:xfrm>
            <a:off x="6836832" y="9944569"/>
            <a:ext cx="108813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b</a:t>
            </a:r>
            <a:r>
              <a:rPr kumimoji="0" lang="en-US" sz="1000" b="0" i="0" u="none" strike="noStrike" cap="none" spc="0" normalizeH="0" baseline="0" err="1">
                <a:ln>
                  <a:noFill/>
                </a:ln>
                <a:solidFill>
                  <a:srgbClr val="4C4C4C"/>
                </a:solidFill>
                <a:effectLst/>
                <a:uFillTx/>
                <a:sym typeface="Source Sans Pro"/>
              </a:rPr>
              <a:t>ug_count.Rmd</a:t>
            </a:r>
            <a:endParaRPr kumimoji="0" lang="en-US" sz="1000" b="0" i="0" u="none" strike="noStrike" cap="none" spc="0" normalizeH="0" baseline="0">
              <a:ln>
                <a:noFill/>
              </a:ln>
              <a:solidFill>
                <a:srgbClr val="4C4C4C"/>
              </a:solidFill>
              <a:effectLst/>
              <a:uFillTx/>
              <a:sym typeface="Source Sans Pro"/>
            </a:endParaRPr>
          </a:p>
        </p:txBody>
      </p:sp>
      <p:graphicFrame>
        <p:nvGraphicFramePr>
          <p:cNvPr id="662" name="Table">
            <a:extLst>
              <a:ext uri="{FF2B5EF4-FFF2-40B4-BE49-F238E27FC236}">
                <a16:creationId xmlns:a16="http://schemas.microsoft.com/office/drawing/2014/main" id="{E74C0123-8876-113F-9274-A5DC9524CEA0}"/>
              </a:ext>
            </a:extLst>
          </p:cNvPr>
          <p:cNvGraphicFramePr/>
          <p:nvPr/>
        </p:nvGraphicFramePr>
        <p:xfrm>
          <a:off x="6064413" y="3176654"/>
          <a:ext cx="269392" cy="42672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8534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graphicFrame>
        <p:nvGraphicFramePr>
          <p:cNvPr id="663" name="Table">
            <a:extLst>
              <a:ext uri="{FF2B5EF4-FFF2-40B4-BE49-F238E27FC236}">
                <a16:creationId xmlns:a16="http://schemas.microsoft.com/office/drawing/2014/main" id="{95B057FE-D6AE-1662-A151-FB4595242528}"/>
              </a:ext>
            </a:extLst>
          </p:cNvPr>
          <p:cNvGraphicFramePr/>
          <p:nvPr/>
        </p:nvGraphicFramePr>
        <p:xfrm>
          <a:off x="6422050" y="3165658"/>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664" name="Rectangle 663">
            <a:extLst>
              <a:ext uri="{FF2B5EF4-FFF2-40B4-BE49-F238E27FC236}">
                <a16:creationId xmlns:a16="http://schemas.microsoft.com/office/drawing/2014/main" id="{D995EA60-08AE-2F70-3D08-9401B0095FA0}"/>
              </a:ext>
            </a:extLst>
          </p:cNvPr>
          <p:cNvSpPr/>
          <p:nvPr/>
        </p:nvSpPr>
        <p:spPr>
          <a:xfrm>
            <a:off x="6020660" y="3114253"/>
            <a:ext cx="911592" cy="540616"/>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665" name="Straight Arrow Connector 664">
            <a:extLst>
              <a:ext uri="{FF2B5EF4-FFF2-40B4-BE49-F238E27FC236}">
                <a16:creationId xmlns:a16="http://schemas.microsoft.com/office/drawing/2014/main" id="{2C000332-6424-D249-FA37-08676A9EB5B1}"/>
              </a:ext>
            </a:extLst>
          </p:cNvPr>
          <p:cNvCxnSpPr>
            <a:cxnSpLocks/>
          </p:cNvCxnSpPr>
          <p:nvPr/>
        </p:nvCxnSpPr>
        <p:spPr>
          <a:xfrm>
            <a:off x="6863776" y="3209411"/>
            <a:ext cx="1699802" cy="0"/>
          </a:xfrm>
          <a:prstGeom prst="straightConnector1">
            <a:avLst/>
          </a:prstGeom>
          <a:noFill/>
          <a:ln w="25400" cap="flat">
            <a:solidFill>
              <a:schemeClr val="accent2"/>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pic>
        <p:nvPicPr>
          <p:cNvPr id="666" name="Graphic 665" descr="Paper outline">
            <a:extLst>
              <a:ext uri="{FF2B5EF4-FFF2-40B4-BE49-F238E27FC236}">
                <a16:creationId xmlns:a16="http://schemas.microsoft.com/office/drawing/2014/main" id="{3DE5D99D-5408-F113-B125-F052603A81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68547" y="5895947"/>
            <a:ext cx="703352" cy="663244"/>
          </a:xfrm>
          <a:prstGeom prst="rect">
            <a:avLst/>
          </a:prstGeom>
        </p:spPr>
      </p:pic>
      <p:pic>
        <p:nvPicPr>
          <p:cNvPr id="667" name="Graphic 666" descr="Paper outline">
            <a:extLst>
              <a:ext uri="{FF2B5EF4-FFF2-40B4-BE49-F238E27FC236}">
                <a16:creationId xmlns:a16="http://schemas.microsoft.com/office/drawing/2014/main" id="{1940931D-9762-A76B-A0EF-C1C5F230C80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93234" y="5912904"/>
            <a:ext cx="703352" cy="663244"/>
          </a:xfrm>
          <a:prstGeom prst="rect">
            <a:avLst/>
          </a:prstGeom>
        </p:spPr>
      </p:pic>
      <p:pic>
        <p:nvPicPr>
          <p:cNvPr id="668" name="Graphic 667" descr="Paper outline">
            <a:extLst>
              <a:ext uri="{FF2B5EF4-FFF2-40B4-BE49-F238E27FC236}">
                <a16:creationId xmlns:a16="http://schemas.microsoft.com/office/drawing/2014/main" id="{647F282C-15CA-674E-4568-9136F5CE48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56143" y="4704865"/>
            <a:ext cx="703352" cy="663244"/>
          </a:xfrm>
          <a:prstGeom prst="rect">
            <a:avLst/>
          </a:prstGeom>
        </p:spPr>
      </p:pic>
      <p:sp>
        <p:nvSpPr>
          <p:cNvPr id="669" name="TextBox 668">
            <a:extLst>
              <a:ext uri="{FF2B5EF4-FFF2-40B4-BE49-F238E27FC236}">
                <a16:creationId xmlns:a16="http://schemas.microsoft.com/office/drawing/2014/main" id="{5283BDCA-5F8E-5430-566F-EAB42AF7B596}"/>
              </a:ext>
            </a:extLst>
          </p:cNvPr>
          <p:cNvSpPr txBox="1"/>
          <p:nvPr/>
        </p:nvSpPr>
        <p:spPr>
          <a:xfrm>
            <a:off x="5478459" y="6454235"/>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exec</a:t>
            </a:r>
          </a:p>
        </p:txBody>
      </p:sp>
      <p:sp>
        <p:nvSpPr>
          <p:cNvPr id="670" name="TextBox 669">
            <a:extLst>
              <a:ext uri="{FF2B5EF4-FFF2-40B4-BE49-F238E27FC236}">
                <a16:creationId xmlns:a16="http://schemas.microsoft.com/office/drawing/2014/main" id="{2D794479-93F4-46C1-99A9-F80DF00AC5FE}"/>
              </a:ext>
            </a:extLst>
          </p:cNvPr>
          <p:cNvSpPr txBox="1"/>
          <p:nvPr/>
        </p:nvSpPr>
        <p:spPr>
          <a:xfrm>
            <a:off x="6134197" y="6446667"/>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test</a:t>
            </a:r>
            <a:endParaRPr kumimoji="0" lang="en-US" sz="800" b="0" i="0" u="none" strike="noStrike" cap="none" spc="0" normalizeH="0" baseline="0">
              <a:ln>
                <a:noFill/>
              </a:ln>
              <a:solidFill>
                <a:srgbClr val="4C4C4C"/>
              </a:solidFill>
              <a:effectLst/>
              <a:uFillTx/>
              <a:sym typeface="Source Sans Pro"/>
            </a:endParaRPr>
          </a:p>
        </p:txBody>
      </p:sp>
      <p:sp>
        <p:nvSpPr>
          <p:cNvPr id="671" name="TextBox 670">
            <a:extLst>
              <a:ext uri="{FF2B5EF4-FFF2-40B4-BE49-F238E27FC236}">
                <a16:creationId xmlns:a16="http://schemas.microsoft.com/office/drawing/2014/main" id="{9ACBAD19-E43E-73A5-757C-679B74670181}"/>
              </a:ext>
            </a:extLst>
          </p:cNvPr>
          <p:cNvSpPr txBox="1"/>
          <p:nvPr/>
        </p:nvSpPr>
        <p:spPr>
          <a:xfrm>
            <a:off x="5446724" y="5272128"/>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cxnSp>
        <p:nvCxnSpPr>
          <p:cNvPr id="672" name="Straight Connector 671">
            <a:extLst>
              <a:ext uri="{FF2B5EF4-FFF2-40B4-BE49-F238E27FC236}">
                <a16:creationId xmlns:a16="http://schemas.microsoft.com/office/drawing/2014/main" id="{168DCCB8-B419-0D3A-68C0-D4D2B3C42316}"/>
              </a:ext>
            </a:extLst>
          </p:cNvPr>
          <p:cNvCxnSpPr>
            <a:cxnSpLocks/>
          </p:cNvCxnSpPr>
          <p:nvPr/>
        </p:nvCxnSpPr>
        <p:spPr>
          <a:xfrm flipH="1">
            <a:off x="5162559" y="3654869"/>
            <a:ext cx="850390" cy="466983"/>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73" name="Straight Connector 672">
            <a:extLst>
              <a:ext uri="{FF2B5EF4-FFF2-40B4-BE49-F238E27FC236}">
                <a16:creationId xmlns:a16="http://schemas.microsoft.com/office/drawing/2014/main" id="{07037549-8DF8-D1C2-7FF9-70324FD37BCA}"/>
              </a:ext>
            </a:extLst>
          </p:cNvPr>
          <p:cNvCxnSpPr>
            <a:cxnSpLocks/>
          </p:cNvCxnSpPr>
          <p:nvPr/>
        </p:nvCxnSpPr>
        <p:spPr>
          <a:xfrm>
            <a:off x="6939963" y="3640333"/>
            <a:ext cx="0" cy="488134"/>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74" name="Straight Connector 673">
            <a:extLst>
              <a:ext uri="{FF2B5EF4-FFF2-40B4-BE49-F238E27FC236}">
                <a16:creationId xmlns:a16="http://schemas.microsoft.com/office/drawing/2014/main" id="{97C5CE72-6F8E-169A-8AD8-97B7266D4A64}"/>
              </a:ext>
            </a:extLst>
          </p:cNvPr>
          <p:cNvCxnSpPr>
            <a:cxnSpLocks/>
          </p:cNvCxnSpPr>
          <p:nvPr/>
        </p:nvCxnSpPr>
        <p:spPr>
          <a:xfrm>
            <a:off x="9318848" y="3617888"/>
            <a:ext cx="4211" cy="503964"/>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75" name="Straight Connector 674">
            <a:extLst>
              <a:ext uri="{FF2B5EF4-FFF2-40B4-BE49-F238E27FC236}">
                <a16:creationId xmlns:a16="http://schemas.microsoft.com/office/drawing/2014/main" id="{C76316D3-4E48-F277-98AE-DCBD917B7466}"/>
              </a:ext>
            </a:extLst>
          </p:cNvPr>
          <p:cNvCxnSpPr>
            <a:cxnSpLocks/>
          </p:cNvCxnSpPr>
          <p:nvPr/>
        </p:nvCxnSpPr>
        <p:spPr>
          <a:xfrm flipH="1">
            <a:off x="7589568" y="3608975"/>
            <a:ext cx="917232" cy="540568"/>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76" name="Connector: Elbow 675">
            <a:extLst>
              <a:ext uri="{FF2B5EF4-FFF2-40B4-BE49-F238E27FC236}">
                <a16:creationId xmlns:a16="http://schemas.microsoft.com/office/drawing/2014/main" id="{99925CEE-D63D-E8CA-07A3-03F516DD88AD}"/>
              </a:ext>
            </a:extLst>
          </p:cNvPr>
          <p:cNvCxnSpPr>
            <a:cxnSpLocks/>
            <a:endCxn id="648" idx="1"/>
          </p:cNvCxnSpPr>
          <p:nvPr/>
        </p:nvCxnSpPr>
        <p:spPr>
          <a:xfrm>
            <a:off x="1798504" y="8295793"/>
            <a:ext cx="4349283" cy="1078538"/>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aphicFrame>
        <p:nvGraphicFramePr>
          <p:cNvPr id="677" name="Table">
            <a:extLst>
              <a:ext uri="{FF2B5EF4-FFF2-40B4-BE49-F238E27FC236}">
                <a16:creationId xmlns:a16="http://schemas.microsoft.com/office/drawing/2014/main" id="{2ED12620-222D-4F49-83FB-D7FA74B79131}"/>
              </a:ext>
            </a:extLst>
          </p:cNvPr>
          <p:cNvGraphicFramePr/>
          <p:nvPr/>
        </p:nvGraphicFramePr>
        <p:xfrm>
          <a:off x="8575424" y="3136092"/>
          <a:ext cx="306944" cy="44586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sp>
        <p:nvSpPr>
          <p:cNvPr id="678" name="Manipulate Variables">
            <a:extLst>
              <a:ext uri="{FF2B5EF4-FFF2-40B4-BE49-F238E27FC236}">
                <a16:creationId xmlns:a16="http://schemas.microsoft.com/office/drawing/2014/main" id="{BD5AAD17-8E87-7420-0A2F-ECB474238497}"/>
              </a:ext>
            </a:extLst>
          </p:cNvPr>
          <p:cNvSpPr txBox="1"/>
          <p:nvPr/>
        </p:nvSpPr>
        <p:spPr>
          <a:xfrm>
            <a:off x="303918" y="4387511"/>
            <a:ext cx="1455527"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Data Layer</a:t>
            </a:r>
            <a:endParaRPr/>
          </a:p>
        </p:txBody>
      </p:sp>
      <p:sp>
        <p:nvSpPr>
          <p:cNvPr id="679" name="Create a visual hierarchy. Help users navigate the page with titles, subtitles, and subsubtitles">
            <a:extLst>
              <a:ext uri="{FF2B5EF4-FFF2-40B4-BE49-F238E27FC236}">
                <a16:creationId xmlns:a16="http://schemas.microsoft.com/office/drawing/2014/main" id="{599551C3-D377-8DF5-2BD6-76FE0BE84FFA}"/>
              </a:ext>
            </a:extLst>
          </p:cNvPr>
          <p:cNvSpPr txBox="1"/>
          <p:nvPr/>
        </p:nvSpPr>
        <p:spPr>
          <a:xfrm>
            <a:off x="291591" y="4723621"/>
            <a:ext cx="2952178" cy="775003"/>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Feed specific standardized R tables to modules while protecting the raw ingested data. This layer defines the linking columns used between all modules.</a:t>
            </a:r>
            <a:endParaRPr>
              <a:latin typeface="Source Sans Pro" panose="020B0503030403020204" pitchFamily="34" charset="0"/>
              <a:ea typeface="Source Sans Pro" panose="020B0503030403020204" pitchFamily="34" charset="0"/>
              <a:sym typeface="Source Sans Pro"/>
            </a:endParaRPr>
          </a:p>
        </p:txBody>
      </p:sp>
      <p:sp>
        <p:nvSpPr>
          <p:cNvPr id="680" name="TextBox 679">
            <a:extLst>
              <a:ext uri="{FF2B5EF4-FFF2-40B4-BE49-F238E27FC236}">
                <a16:creationId xmlns:a16="http://schemas.microsoft.com/office/drawing/2014/main" id="{1573C359-9DF0-4FF5-F692-987C5A0EC3BF}"/>
              </a:ext>
            </a:extLst>
          </p:cNvPr>
          <p:cNvSpPr txBox="1"/>
          <p:nvPr/>
        </p:nvSpPr>
        <p:spPr>
          <a:xfrm>
            <a:off x="4256398" y="2907851"/>
            <a:ext cx="76235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Data Layer</a:t>
            </a:r>
            <a:endParaRPr kumimoji="0" lang="en-US" sz="1000" b="0" i="0" u="none" strike="noStrike" cap="none" spc="0" normalizeH="0" baseline="0">
              <a:ln>
                <a:noFill/>
              </a:ln>
              <a:solidFill>
                <a:srgbClr val="4C4C4C"/>
              </a:solidFill>
              <a:effectLst/>
              <a:uFillTx/>
              <a:sym typeface="Source Sans Pro"/>
            </a:endParaRPr>
          </a:p>
        </p:txBody>
      </p:sp>
      <p:cxnSp>
        <p:nvCxnSpPr>
          <p:cNvPr id="681" name="Connector: Elbow 680">
            <a:extLst>
              <a:ext uri="{FF2B5EF4-FFF2-40B4-BE49-F238E27FC236}">
                <a16:creationId xmlns:a16="http://schemas.microsoft.com/office/drawing/2014/main" id="{97A15D18-55FD-BAA8-5F58-E6713A7FAAD1}"/>
              </a:ext>
            </a:extLst>
          </p:cNvPr>
          <p:cNvCxnSpPr>
            <a:cxnSpLocks/>
            <a:endCxn id="655" idx="1"/>
          </p:cNvCxnSpPr>
          <p:nvPr/>
        </p:nvCxnSpPr>
        <p:spPr>
          <a:xfrm flipV="1">
            <a:off x="1466683" y="6035695"/>
            <a:ext cx="2957452" cy="886754"/>
          </a:xfrm>
          <a:prstGeom prst="bentConnector3">
            <a:avLst>
              <a:gd name="adj1" fmla="val 69097"/>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82" name="TextBox 681">
            <a:extLst>
              <a:ext uri="{FF2B5EF4-FFF2-40B4-BE49-F238E27FC236}">
                <a16:creationId xmlns:a16="http://schemas.microsoft.com/office/drawing/2014/main" id="{5F0CD928-5367-EC66-9832-7AEB76584D1E}"/>
              </a:ext>
            </a:extLst>
          </p:cNvPr>
          <p:cNvSpPr txBox="1"/>
          <p:nvPr/>
        </p:nvSpPr>
        <p:spPr>
          <a:xfrm>
            <a:off x="4783015" y="2321284"/>
            <a:ext cx="75086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Raw Data</a:t>
            </a:r>
            <a:endParaRPr kumimoji="0" lang="en-US" sz="1000" b="0" i="0" u="none" strike="noStrike" cap="none" spc="0" normalizeH="0" baseline="0">
              <a:ln>
                <a:noFill/>
              </a:ln>
              <a:solidFill>
                <a:srgbClr val="4C4C4C"/>
              </a:solidFill>
              <a:effectLst/>
              <a:uFillTx/>
              <a:sym typeface="Source Sans Pro"/>
            </a:endParaRPr>
          </a:p>
        </p:txBody>
      </p:sp>
      <p:sp>
        <p:nvSpPr>
          <p:cNvPr id="683" name="TextBox 682">
            <a:extLst>
              <a:ext uri="{FF2B5EF4-FFF2-40B4-BE49-F238E27FC236}">
                <a16:creationId xmlns:a16="http://schemas.microsoft.com/office/drawing/2014/main" id="{44106D67-2201-F644-A03D-137F2B5F33C0}"/>
              </a:ext>
            </a:extLst>
          </p:cNvPr>
          <p:cNvSpPr txBox="1"/>
          <p:nvPr/>
        </p:nvSpPr>
        <p:spPr>
          <a:xfrm>
            <a:off x="7326066" y="2870274"/>
            <a:ext cx="8085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accent2"/>
                </a:solidFill>
                <a:effectLst/>
                <a:uFillTx/>
                <a:sym typeface="Source Sans Pro"/>
              </a:rPr>
              <a:t>Connection</a:t>
            </a:r>
          </a:p>
        </p:txBody>
      </p:sp>
      <p:sp>
        <p:nvSpPr>
          <p:cNvPr id="684" name="Rectangle 683">
            <a:extLst>
              <a:ext uri="{FF2B5EF4-FFF2-40B4-BE49-F238E27FC236}">
                <a16:creationId xmlns:a16="http://schemas.microsoft.com/office/drawing/2014/main" id="{D1CBF7F4-BD60-6F7E-2E14-C569ED88F878}"/>
              </a:ext>
            </a:extLst>
          </p:cNvPr>
          <p:cNvSpPr/>
          <p:nvPr/>
        </p:nvSpPr>
        <p:spPr>
          <a:xfrm>
            <a:off x="5160134" y="4152944"/>
            <a:ext cx="1782550" cy="3852679"/>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85" name="TextBox 684">
            <a:extLst>
              <a:ext uri="{FF2B5EF4-FFF2-40B4-BE49-F238E27FC236}">
                <a16:creationId xmlns:a16="http://schemas.microsoft.com/office/drawing/2014/main" id="{42EB1F16-C6FB-81D7-2DFD-0275F9279EDA}"/>
              </a:ext>
            </a:extLst>
          </p:cNvPr>
          <p:cNvSpPr txBox="1"/>
          <p:nvPr/>
        </p:nvSpPr>
        <p:spPr>
          <a:xfrm>
            <a:off x="5162559" y="4127460"/>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686" name="Rectangle 685">
            <a:extLst>
              <a:ext uri="{FF2B5EF4-FFF2-40B4-BE49-F238E27FC236}">
                <a16:creationId xmlns:a16="http://schemas.microsoft.com/office/drawing/2014/main" id="{F1653938-9BAA-C4AD-8526-A170B18FF1FB}"/>
              </a:ext>
            </a:extLst>
          </p:cNvPr>
          <p:cNvSpPr/>
          <p:nvPr/>
        </p:nvSpPr>
        <p:spPr>
          <a:xfrm>
            <a:off x="5592020" y="2186429"/>
            <a:ext cx="434435" cy="529258"/>
          </a:xfrm>
          <a:prstGeom prst="rect">
            <a:avLst/>
          </a:prstGeom>
          <a:noFill/>
          <a:ln w="12700" cap="flat">
            <a:solidFill>
              <a:schemeClr val="bg2">
                <a:lumMod val="10000"/>
              </a:schemeClr>
            </a:solidFill>
            <a:prstDash val="sysDot"/>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687" name="Table">
            <a:extLst>
              <a:ext uri="{FF2B5EF4-FFF2-40B4-BE49-F238E27FC236}">
                <a16:creationId xmlns:a16="http://schemas.microsoft.com/office/drawing/2014/main" id="{84A3FA0A-2351-B15C-40CE-F91AF9AAF038}"/>
              </a:ext>
            </a:extLst>
          </p:cNvPr>
          <p:cNvGraphicFramePr/>
          <p:nvPr/>
        </p:nvGraphicFramePr>
        <p:xfrm>
          <a:off x="8979069" y="3147616"/>
          <a:ext cx="269392" cy="42672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8534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688" name="Rectangle 687">
            <a:extLst>
              <a:ext uri="{FF2B5EF4-FFF2-40B4-BE49-F238E27FC236}">
                <a16:creationId xmlns:a16="http://schemas.microsoft.com/office/drawing/2014/main" id="{6F5F7B0C-7314-045B-D7F7-52789231356C}"/>
              </a:ext>
            </a:extLst>
          </p:cNvPr>
          <p:cNvSpPr/>
          <p:nvPr/>
        </p:nvSpPr>
        <p:spPr>
          <a:xfrm>
            <a:off x="8502463" y="3084001"/>
            <a:ext cx="860298" cy="540616"/>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89" name="Oval 688">
            <a:extLst>
              <a:ext uri="{FF2B5EF4-FFF2-40B4-BE49-F238E27FC236}">
                <a16:creationId xmlns:a16="http://schemas.microsoft.com/office/drawing/2014/main" id="{86A74810-1431-BCB6-B450-65682E845E25}"/>
              </a:ext>
            </a:extLst>
          </p:cNvPr>
          <p:cNvSpPr/>
          <p:nvPr/>
        </p:nvSpPr>
        <p:spPr>
          <a:xfrm>
            <a:off x="5659771" y="2212397"/>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90" name="Oval 689">
            <a:extLst>
              <a:ext uri="{FF2B5EF4-FFF2-40B4-BE49-F238E27FC236}">
                <a16:creationId xmlns:a16="http://schemas.microsoft.com/office/drawing/2014/main" id="{86C266D2-CA64-50FD-42BD-6B131257BBCA}"/>
              </a:ext>
            </a:extLst>
          </p:cNvPr>
          <p:cNvSpPr/>
          <p:nvPr/>
        </p:nvSpPr>
        <p:spPr>
          <a:xfrm>
            <a:off x="5659122" y="2513929"/>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691" name="Straight Connector 690">
            <a:extLst>
              <a:ext uri="{FF2B5EF4-FFF2-40B4-BE49-F238E27FC236}">
                <a16:creationId xmlns:a16="http://schemas.microsoft.com/office/drawing/2014/main" id="{1BCA78B9-DEA9-AD9C-8718-E60DF86EC37B}"/>
              </a:ext>
            </a:extLst>
          </p:cNvPr>
          <p:cNvCxnSpPr>
            <a:cxnSpLocks/>
            <a:stCxn id="689" idx="2"/>
            <a:endCxn id="690" idx="2"/>
          </p:cNvCxnSpPr>
          <p:nvPr/>
        </p:nvCxnSpPr>
        <p:spPr>
          <a:xfrm flipH="1">
            <a:off x="5659122" y="2283766"/>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697" name="Straight Connector 696">
            <a:extLst>
              <a:ext uri="{FF2B5EF4-FFF2-40B4-BE49-F238E27FC236}">
                <a16:creationId xmlns:a16="http://schemas.microsoft.com/office/drawing/2014/main" id="{697CF7DC-F7C3-6024-0226-C7D94DEAF733}"/>
              </a:ext>
            </a:extLst>
          </p:cNvPr>
          <p:cNvCxnSpPr>
            <a:cxnSpLocks/>
            <a:stCxn id="689" idx="6"/>
            <a:endCxn id="690" idx="6"/>
          </p:cNvCxnSpPr>
          <p:nvPr/>
        </p:nvCxnSpPr>
        <p:spPr>
          <a:xfrm flipH="1">
            <a:off x="5950165" y="2283766"/>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698" name="Connector: Elbow 697">
            <a:extLst>
              <a:ext uri="{FF2B5EF4-FFF2-40B4-BE49-F238E27FC236}">
                <a16:creationId xmlns:a16="http://schemas.microsoft.com/office/drawing/2014/main" id="{D9BE54E6-A97C-24B5-13F6-4A1053E14DED}"/>
              </a:ext>
            </a:extLst>
          </p:cNvPr>
          <p:cNvCxnSpPr>
            <a:cxnSpLocks/>
            <a:endCxn id="682" idx="1"/>
          </p:cNvCxnSpPr>
          <p:nvPr/>
        </p:nvCxnSpPr>
        <p:spPr>
          <a:xfrm flipV="1">
            <a:off x="2256266" y="2466155"/>
            <a:ext cx="2526749" cy="472716"/>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00" name="Connector: Elbow 699">
            <a:extLst>
              <a:ext uri="{FF2B5EF4-FFF2-40B4-BE49-F238E27FC236}">
                <a16:creationId xmlns:a16="http://schemas.microsoft.com/office/drawing/2014/main" id="{C3448232-6CB4-7978-E1C5-240780E77CA2}"/>
              </a:ext>
            </a:extLst>
          </p:cNvPr>
          <p:cNvCxnSpPr>
            <a:cxnSpLocks/>
            <a:stCxn id="660" idx="0"/>
            <a:endCxn id="684" idx="2"/>
          </p:cNvCxnSpPr>
          <p:nvPr/>
        </p:nvCxnSpPr>
        <p:spPr>
          <a:xfrm rot="16200000" flipV="1">
            <a:off x="6382049" y="7674984"/>
            <a:ext cx="624469" cy="1285747"/>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01" name="Manipulate Variables">
            <a:extLst>
              <a:ext uri="{FF2B5EF4-FFF2-40B4-BE49-F238E27FC236}">
                <a16:creationId xmlns:a16="http://schemas.microsoft.com/office/drawing/2014/main" id="{CD666DAD-1AAC-E6C7-6C66-B6CFF459E4C8}"/>
              </a:ext>
            </a:extLst>
          </p:cNvPr>
          <p:cNvSpPr txBox="1"/>
          <p:nvPr/>
        </p:nvSpPr>
        <p:spPr>
          <a:xfrm>
            <a:off x="307711" y="6752434"/>
            <a:ext cx="115897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Modules</a:t>
            </a:r>
            <a:endParaRPr/>
          </a:p>
        </p:txBody>
      </p:sp>
      <p:sp>
        <p:nvSpPr>
          <p:cNvPr id="702" name="Create a visual hierarchy. Help users navigate the page with titles, subtitles, and subsubtitles">
            <a:extLst>
              <a:ext uri="{FF2B5EF4-FFF2-40B4-BE49-F238E27FC236}">
                <a16:creationId xmlns:a16="http://schemas.microsoft.com/office/drawing/2014/main" id="{B13FC6E7-7F1F-4E52-8E56-74495B3E3B5D}"/>
              </a:ext>
            </a:extLst>
          </p:cNvPr>
          <p:cNvSpPr txBox="1"/>
          <p:nvPr/>
        </p:nvSpPr>
        <p:spPr>
          <a:xfrm>
            <a:off x="275721" y="7082047"/>
            <a:ext cx="3141449" cy="1033536"/>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r>
              <a:rPr lang="en-US" b="0">
                <a:solidFill>
                  <a:schemeClr val="bg2">
                    <a:lumMod val="10000"/>
                  </a:schemeClr>
                </a:solidFill>
              </a:rPr>
              <a:t>Reusable containers for R scripts (.R files), functions, transforms, and notebooks (showcases). They ingest and process standardized tables to generate graphs, metrics, and transformed data for analysis.</a:t>
            </a:r>
          </a:p>
        </p:txBody>
      </p:sp>
      <p:sp>
        <p:nvSpPr>
          <p:cNvPr id="703" name="Rectangle 702">
            <a:extLst>
              <a:ext uri="{FF2B5EF4-FFF2-40B4-BE49-F238E27FC236}">
                <a16:creationId xmlns:a16="http://schemas.microsoft.com/office/drawing/2014/main" id="{E0EB8F31-D080-79E2-C51C-452AD6C3E8F6}"/>
              </a:ext>
            </a:extLst>
          </p:cNvPr>
          <p:cNvSpPr/>
          <p:nvPr/>
        </p:nvSpPr>
        <p:spPr>
          <a:xfrm>
            <a:off x="5161548" y="4152944"/>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56" name="Manipulate Variables">
            <a:extLst>
              <a:ext uri="{FF2B5EF4-FFF2-40B4-BE49-F238E27FC236}">
                <a16:creationId xmlns:a16="http://schemas.microsoft.com/office/drawing/2014/main" id="{7D77820D-BF0E-2C43-5D7B-A751F1E93F2E}"/>
              </a:ext>
            </a:extLst>
          </p:cNvPr>
          <p:cNvSpPr txBox="1"/>
          <p:nvPr/>
        </p:nvSpPr>
        <p:spPr>
          <a:xfrm>
            <a:off x="10508561" y="4117819"/>
            <a:ext cx="2071444"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Internal Tables</a:t>
            </a:r>
            <a:endParaRPr lang="en-US" sz="2500">
              <a:solidFill>
                <a:schemeClr val="tx2"/>
              </a:solidFill>
            </a:endParaRPr>
          </a:p>
        </p:txBody>
      </p:sp>
      <p:sp>
        <p:nvSpPr>
          <p:cNvPr id="258" name="Create a visual hierarchy. Help users navigate the page with titles, subtitles, and subsubtitles">
            <a:extLst>
              <a:ext uri="{FF2B5EF4-FFF2-40B4-BE49-F238E27FC236}">
                <a16:creationId xmlns:a16="http://schemas.microsoft.com/office/drawing/2014/main" id="{947FC572-CE1F-0759-6F3B-02D0A130AA48}"/>
              </a:ext>
            </a:extLst>
          </p:cNvPr>
          <p:cNvSpPr txBox="1"/>
          <p:nvPr/>
        </p:nvSpPr>
        <p:spPr>
          <a:xfrm>
            <a:off x="10475445" y="6847109"/>
            <a:ext cx="2952178" cy="2002519"/>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r>
              <a:rPr lang="en-US" b="0">
                <a:solidFill>
                  <a:schemeClr val="bg2">
                    <a:lumMod val="10000"/>
                  </a:schemeClr>
                </a:solidFill>
                <a:latin typeface="Source Sans Pro" panose="020B0503030403020204" pitchFamily="34" charset="0"/>
                <a:ea typeface="Source Sans Pro" panose="020B0503030403020204" pitchFamily="34" charset="0"/>
                <a:sym typeface="Source Sans Pro"/>
              </a:rPr>
              <a:t>R resources-including .</a:t>
            </a:r>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a:rPr>
              <a:t>Rmd</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a:rPr>
              <a:t> files, .R scripts, and functions that are internal to a module and operate consistently on standardized internal R tables. </a:t>
            </a:r>
            <a:r>
              <a:rPr lang="en-US" b="0">
                <a:solidFill>
                  <a:schemeClr val="bg2">
                    <a:lumMod val="10000"/>
                  </a:schemeClr>
                </a:solidFill>
                <a:latin typeface="Source Sans Pro" panose="020B0503030403020204" pitchFamily="34" charset="0"/>
                <a:ea typeface="Source Sans Pro" panose="020B0503030403020204" pitchFamily="34" charset="0"/>
              </a:rPr>
              <a:t>Example of internal file’s function</a:t>
            </a:r>
            <a:br>
              <a:rPr lang="en-US">
                <a:latin typeface="Source Sans Pro" panose="020B0503030403020204" pitchFamily="34" charset="0"/>
                <a:ea typeface="Source Sans Pro" panose="020B0503030403020204" pitchFamily="34" charset="0"/>
                <a:sym typeface="Source Sans Pro"/>
              </a:rPr>
            </a:br>
            <a:br>
              <a:rPr lang="en-US">
                <a:latin typeface="Source Sans Pro" panose="020B0503030403020204" pitchFamily="34" charset="0"/>
                <a:ea typeface="Source Sans Pro" panose="020B0503030403020204" pitchFamily="34" charset="0"/>
                <a:sym typeface="Source Sans Pro"/>
              </a:rPr>
            </a:br>
            <a:r>
              <a:rPr lang="en-US" err="1"/>
              <a:t>bipartite_graph_projection</a:t>
            </a:r>
            <a:r>
              <a:rPr lang="en-US"/>
              <a:t>()</a:t>
            </a:r>
          </a:p>
          <a:p>
            <a:r>
              <a:rPr lang="en-US" b="0">
                <a:solidFill>
                  <a:schemeClr val="bg2">
                    <a:lumMod val="10000"/>
                  </a:schemeClr>
                </a:solidFill>
              </a:rPr>
              <a:t>Performs bipartite projection on multimodal graphs.</a:t>
            </a:r>
            <a:endParaRPr lang="en-US">
              <a:solidFill>
                <a:schemeClr val="bg2">
                  <a:lumMod val="10000"/>
                </a:schemeClr>
              </a:solidFill>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cxnSp>
        <p:nvCxnSpPr>
          <p:cNvPr id="259" name="Straight Connector 258">
            <a:extLst>
              <a:ext uri="{FF2B5EF4-FFF2-40B4-BE49-F238E27FC236}">
                <a16:creationId xmlns:a16="http://schemas.microsoft.com/office/drawing/2014/main" id="{CA684994-9A51-B798-2252-9A44EB03BA0E}"/>
              </a:ext>
            </a:extLst>
          </p:cNvPr>
          <p:cNvCxnSpPr>
            <a:cxnSpLocks/>
          </p:cNvCxnSpPr>
          <p:nvPr/>
        </p:nvCxnSpPr>
        <p:spPr>
          <a:xfrm>
            <a:off x="8063162" y="2656666"/>
            <a:ext cx="443638" cy="427335"/>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sp>
        <p:nvSpPr>
          <p:cNvPr id="260" name="Rectangle 259">
            <a:extLst>
              <a:ext uri="{FF2B5EF4-FFF2-40B4-BE49-F238E27FC236}">
                <a16:creationId xmlns:a16="http://schemas.microsoft.com/office/drawing/2014/main" id="{DE90EAFB-7F79-FB3C-5C57-C36BB608FF84}"/>
              </a:ext>
            </a:extLst>
          </p:cNvPr>
          <p:cNvSpPr/>
          <p:nvPr/>
        </p:nvSpPr>
        <p:spPr>
          <a:xfrm>
            <a:off x="8063162" y="2147451"/>
            <a:ext cx="434435" cy="529258"/>
          </a:xfrm>
          <a:prstGeom prst="rect">
            <a:avLst/>
          </a:prstGeom>
          <a:noFill/>
          <a:ln w="12700" cap="flat">
            <a:solidFill>
              <a:schemeClr val="bg2">
                <a:lumMod val="10000"/>
              </a:schemeClr>
            </a:solidFill>
            <a:prstDash val="sysDot"/>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61" name="Oval 260">
            <a:extLst>
              <a:ext uri="{FF2B5EF4-FFF2-40B4-BE49-F238E27FC236}">
                <a16:creationId xmlns:a16="http://schemas.microsoft.com/office/drawing/2014/main" id="{56C68150-C379-F839-A086-F5E1652E0B85}"/>
              </a:ext>
            </a:extLst>
          </p:cNvPr>
          <p:cNvSpPr/>
          <p:nvPr/>
        </p:nvSpPr>
        <p:spPr>
          <a:xfrm>
            <a:off x="8130913" y="2173419"/>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62" name="Oval 261">
            <a:extLst>
              <a:ext uri="{FF2B5EF4-FFF2-40B4-BE49-F238E27FC236}">
                <a16:creationId xmlns:a16="http://schemas.microsoft.com/office/drawing/2014/main" id="{CA9D2C77-78C8-FA3C-8BDE-D9D76B83199E}"/>
              </a:ext>
            </a:extLst>
          </p:cNvPr>
          <p:cNvSpPr/>
          <p:nvPr/>
        </p:nvSpPr>
        <p:spPr>
          <a:xfrm>
            <a:off x="8130264" y="2474951"/>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63" name="Straight Connector 262">
            <a:extLst>
              <a:ext uri="{FF2B5EF4-FFF2-40B4-BE49-F238E27FC236}">
                <a16:creationId xmlns:a16="http://schemas.microsoft.com/office/drawing/2014/main" id="{99BB7BAF-D130-1C0C-4CD8-EA230C71CA0A}"/>
              </a:ext>
            </a:extLst>
          </p:cNvPr>
          <p:cNvCxnSpPr>
            <a:cxnSpLocks/>
            <a:stCxn id="261" idx="2"/>
            <a:endCxn id="262" idx="2"/>
          </p:cNvCxnSpPr>
          <p:nvPr/>
        </p:nvCxnSpPr>
        <p:spPr>
          <a:xfrm flipH="1">
            <a:off x="8130264" y="2244788"/>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BA9B3175-E653-3E1F-3850-58CD85B93A60}"/>
              </a:ext>
            </a:extLst>
          </p:cNvPr>
          <p:cNvCxnSpPr>
            <a:cxnSpLocks/>
            <a:stCxn id="261" idx="6"/>
            <a:endCxn id="262" idx="6"/>
          </p:cNvCxnSpPr>
          <p:nvPr/>
        </p:nvCxnSpPr>
        <p:spPr>
          <a:xfrm flipH="1">
            <a:off x="8421307" y="2244788"/>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265" name="Straight Connector 264">
            <a:extLst>
              <a:ext uri="{FF2B5EF4-FFF2-40B4-BE49-F238E27FC236}">
                <a16:creationId xmlns:a16="http://schemas.microsoft.com/office/drawing/2014/main" id="{02516F42-D316-C2B6-2F72-F34906F47597}"/>
              </a:ext>
            </a:extLst>
          </p:cNvPr>
          <p:cNvCxnSpPr>
            <a:cxnSpLocks/>
          </p:cNvCxnSpPr>
          <p:nvPr/>
        </p:nvCxnSpPr>
        <p:spPr>
          <a:xfrm>
            <a:off x="5590097" y="2692115"/>
            <a:ext cx="436358" cy="422138"/>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266" name="Straight Connector 265">
            <a:extLst>
              <a:ext uri="{FF2B5EF4-FFF2-40B4-BE49-F238E27FC236}">
                <a16:creationId xmlns:a16="http://schemas.microsoft.com/office/drawing/2014/main" id="{6D28772D-DAE8-6A62-120D-B42872B84B0B}"/>
              </a:ext>
            </a:extLst>
          </p:cNvPr>
          <p:cNvCxnSpPr>
            <a:cxnSpLocks/>
          </p:cNvCxnSpPr>
          <p:nvPr/>
        </p:nvCxnSpPr>
        <p:spPr>
          <a:xfrm>
            <a:off x="8504200" y="2678035"/>
            <a:ext cx="376821" cy="405813"/>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267" name="Straight Connector 266">
            <a:extLst>
              <a:ext uri="{FF2B5EF4-FFF2-40B4-BE49-F238E27FC236}">
                <a16:creationId xmlns:a16="http://schemas.microsoft.com/office/drawing/2014/main" id="{232E5E09-822E-8E39-54CC-A5FFBE9E82DB}"/>
              </a:ext>
            </a:extLst>
          </p:cNvPr>
          <p:cNvCxnSpPr>
            <a:cxnSpLocks/>
          </p:cNvCxnSpPr>
          <p:nvPr/>
        </p:nvCxnSpPr>
        <p:spPr>
          <a:xfrm>
            <a:off x="6019522" y="2704945"/>
            <a:ext cx="376821" cy="405813"/>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sp>
        <p:nvSpPr>
          <p:cNvPr id="268" name="Manipulate Variables">
            <a:extLst>
              <a:ext uri="{FF2B5EF4-FFF2-40B4-BE49-F238E27FC236}">
                <a16:creationId xmlns:a16="http://schemas.microsoft.com/office/drawing/2014/main" id="{E0696FB6-55E2-2C78-C9A2-445550A6155D}"/>
              </a:ext>
            </a:extLst>
          </p:cNvPr>
          <p:cNvSpPr txBox="1"/>
          <p:nvPr/>
        </p:nvSpPr>
        <p:spPr>
          <a:xfrm>
            <a:off x="286175" y="2768856"/>
            <a:ext cx="197009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Data Ingestion</a:t>
            </a:r>
            <a:endParaRPr/>
          </a:p>
        </p:txBody>
      </p:sp>
      <p:sp>
        <p:nvSpPr>
          <p:cNvPr id="269" name="Create a visual hierarchy. Help users navigate the page with titles, subtitles, and subsubtitles">
            <a:extLst>
              <a:ext uri="{FF2B5EF4-FFF2-40B4-BE49-F238E27FC236}">
                <a16:creationId xmlns:a16="http://schemas.microsoft.com/office/drawing/2014/main" id="{C06227CB-8680-7294-A30D-4953550F0E46}"/>
              </a:ext>
            </a:extLst>
          </p:cNvPr>
          <p:cNvSpPr txBox="1"/>
          <p:nvPr/>
        </p:nvSpPr>
        <p:spPr>
          <a:xfrm>
            <a:off x="290016" y="3081248"/>
            <a:ext cx="2952178" cy="1312073"/>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rgbClr val="000000"/>
                </a:solidFill>
                <a:latin typeface="Source Sans Pro" panose="020B0503030403020204" pitchFamily="34" charset="0"/>
                <a:ea typeface="Source Sans Pro" panose="020B0503030403020204" pitchFamily="34" charset="0"/>
              </a:rPr>
              <a:t>Handles diverse raw data formats such as CSV, gitlog, and Mbox from local or network sources, then loads them as initial R structures for standardization.</a:t>
            </a:r>
            <a:br>
              <a:rPr lang="en-US" b="0">
                <a:solidFill>
                  <a:srgbClr val="000000"/>
                </a:solidFill>
                <a:latin typeface="Source Sans Pro" panose="020B0503030403020204" pitchFamily="34" charset="0"/>
                <a:ea typeface="Source Sans Pro" panose="020B0503030403020204" pitchFamily="34" charset="0"/>
              </a:rPr>
            </a:br>
            <a:endParaRPr lang="en-US" b="0">
              <a:solidFill>
                <a:schemeClr val="bg2">
                  <a:lumMod val="10000"/>
                </a:schemeClr>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Download </a:t>
            </a:r>
            <a:r>
              <a:rPr lang="en-US">
                <a:latin typeface="Source Sans Pro" panose="020B0503030403020204" pitchFamily="34" charset="0"/>
                <a:ea typeface="Source Sans Pro" panose="020B0503030403020204" pitchFamily="34" charset="0"/>
              </a:rPr>
              <a:t>raw data: </a:t>
            </a:r>
            <a:r>
              <a:rPr lang="en-US" err="1">
                <a:latin typeface="Source Sans Pro" panose="020B0503030403020204" pitchFamily="34" charset="0"/>
                <a:ea typeface="Source Sans Pro" panose="020B0503030403020204" pitchFamily="34" charset="0"/>
              </a:rPr>
              <a:t>cheatsheets</a:t>
            </a:r>
            <a:r>
              <a:rPr lang="en-US">
                <a:latin typeface="Source Sans Pro" panose="020B0503030403020204" pitchFamily="34" charset="0"/>
                <a:ea typeface="Source Sans Pro" panose="020B0503030403020204" pitchFamily="34" charset="0"/>
              </a:rPr>
              <a:t>/refresher-cheatsheet.pdf</a:t>
            </a:r>
            <a:endParaRPr>
              <a:latin typeface="Source Sans Pro" panose="020B0503030403020204" pitchFamily="34" charset="0"/>
              <a:ea typeface="Source Sans Pro" panose="020B0503030403020204" pitchFamily="34" charset="0"/>
              <a:sym typeface="Source Sans Pro"/>
            </a:endParaRPr>
          </a:p>
        </p:txBody>
      </p:sp>
      <p:sp>
        <p:nvSpPr>
          <p:cNvPr id="270" name="Line">
            <a:extLst>
              <a:ext uri="{FF2B5EF4-FFF2-40B4-BE49-F238E27FC236}">
                <a16:creationId xmlns:a16="http://schemas.microsoft.com/office/drawing/2014/main" id="{5BA09E27-2535-EFD0-7227-69ABE2301B7B}"/>
              </a:ext>
            </a:extLst>
          </p:cNvPr>
          <p:cNvSpPr/>
          <p:nvPr/>
        </p:nvSpPr>
        <p:spPr>
          <a:xfrm flipV="1">
            <a:off x="5018756" y="2869669"/>
            <a:ext cx="0" cy="478432"/>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71" name="Line">
            <a:extLst>
              <a:ext uri="{FF2B5EF4-FFF2-40B4-BE49-F238E27FC236}">
                <a16:creationId xmlns:a16="http://schemas.microsoft.com/office/drawing/2014/main" id="{A2A084BC-1241-EA43-A626-A6DAE928F939}"/>
              </a:ext>
            </a:extLst>
          </p:cNvPr>
          <p:cNvSpPr/>
          <p:nvPr/>
        </p:nvSpPr>
        <p:spPr>
          <a:xfrm flipV="1">
            <a:off x="5962251" y="3136092"/>
            <a:ext cx="0" cy="49779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72" name="Line">
            <a:extLst>
              <a:ext uri="{FF2B5EF4-FFF2-40B4-BE49-F238E27FC236}">
                <a16:creationId xmlns:a16="http://schemas.microsoft.com/office/drawing/2014/main" id="{9F0988DE-A306-BCD7-2813-348D2AD67C3A}"/>
              </a:ext>
            </a:extLst>
          </p:cNvPr>
          <p:cNvSpPr/>
          <p:nvPr/>
        </p:nvSpPr>
        <p:spPr>
          <a:xfrm flipV="1">
            <a:off x="5534840" y="2194325"/>
            <a:ext cx="0" cy="49779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73" name="Line">
            <a:extLst>
              <a:ext uri="{FF2B5EF4-FFF2-40B4-BE49-F238E27FC236}">
                <a16:creationId xmlns:a16="http://schemas.microsoft.com/office/drawing/2014/main" id="{B5F55079-40A6-593D-D192-EBBA04DEF3E4}"/>
              </a:ext>
            </a:extLst>
          </p:cNvPr>
          <p:cNvSpPr/>
          <p:nvPr/>
        </p:nvSpPr>
        <p:spPr>
          <a:xfrm flipV="1">
            <a:off x="6824980" y="8689060"/>
            <a:ext cx="11852" cy="128536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pic>
        <p:nvPicPr>
          <p:cNvPr id="274" name="Graphic 273" descr="Folder outline">
            <a:extLst>
              <a:ext uri="{FF2B5EF4-FFF2-40B4-BE49-F238E27FC236}">
                <a16:creationId xmlns:a16="http://schemas.microsoft.com/office/drawing/2014/main" id="{40F2D96C-2BD1-6137-832E-A6B9CBC0118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41105" y="4115587"/>
            <a:ext cx="1827333" cy="1827333"/>
          </a:xfrm>
          <a:prstGeom prst="rect">
            <a:avLst/>
          </a:prstGeom>
        </p:spPr>
      </p:pic>
      <p:sp>
        <p:nvSpPr>
          <p:cNvPr id="275" name="TextBox 274">
            <a:extLst>
              <a:ext uri="{FF2B5EF4-FFF2-40B4-BE49-F238E27FC236}">
                <a16:creationId xmlns:a16="http://schemas.microsoft.com/office/drawing/2014/main" id="{9F546CF0-218B-2F8C-6D09-F0D925FDD9BB}"/>
              </a:ext>
            </a:extLst>
          </p:cNvPr>
          <p:cNvSpPr txBox="1"/>
          <p:nvPr/>
        </p:nvSpPr>
        <p:spPr>
          <a:xfrm>
            <a:off x="5884752" y="4388935"/>
            <a:ext cx="95208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Vignettes/git_*</a:t>
            </a:r>
            <a:endParaRPr kumimoji="0" lang="en-US" sz="800" b="0" i="0" u="none" strike="noStrike" cap="none" spc="0" normalizeH="0" baseline="0">
              <a:ln>
                <a:noFill/>
              </a:ln>
              <a:solidFill>
                <a:srgbClr val="4C4C4C"/>
              </a:solidFill>
              <a:effectLst/>
              <a:uFillTx/>
              <a:sym typeface="Source Sans Pro"/>
            </a:endParaRPr>
          </a:p>
        </p:txBody>
      </p:sp>
      <p:pic>
        <p:nvPicPr>
          <p:cNvPr id="276" name="Graphic 275" descr="Paper outline">
            <a:extLst>
              <a:ext uri="{FF2B5EF4-FFF2-40B4-BE49-F238E27FC236}">
                <a16:creationId xmlns:a16="http://schemas.microsoft.com/office/drawing/2014/main" id="{5D383C65-6366-3809-49D2-6654B1393D6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99613" y="4717185"/>
            <a:ext cx="703352" cy="663244"/>
          </a:xfrm>
          <a:prstGeom prst="rect">
            <a:avLst/>
          </a:prstGeom>
        </p:spPr>
      </p:pic>
      <p:sp>
        <p:nvSpPr>
          <p:cNvPr id="278" name="TextBox 277">
            <a:extLst>
              <a:ext uri="{FF2B5EF4-FFF2-40B4-BE49-F238E27FC236}">
                <a16:creationId xmlns:a16="http://schemas.microsoft.com/office/drawing/2014/main" id="{0DF4D290-E2D7-E269-482F-98EAB0EC092F}"/>
              </a:ext>
            </a:extLst>
          </p:cNvPr>
          <p:cNvSpPr txBox="1"/>
          <p:nvPr/>
        </p:nvSpPr>
        <p:spPr>
          <a:xfrm>
            <a:off x="6093559" y="5254306"/>
            <a:ext cx="47901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pic>
        <p:nvPicPr>
          <p:cNvPr id="279" name="Graphic 278" descr="Folder outline">
            <a:extLst>
              <a:ext uri="{FF2B5EF4-FFF2-40B4-BE49-F238E27FC236}">
                <a16:creationId xmlns:a16="http://schemas.microsoft.com/office/drawing/2014/main" id="{B68B5C65-B56A-4AF4-5581-AF40161A00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31728" y="5303215"/>
            <a:ext cx="1827333" cy="1827333"/>
          </a:xfrm>
          <a:prstGeom prst="rect">
            <a:avLst/>
          </a:prstGeom>
        </p:spPr>
      </p:pic>
      <p:pic>
        <p:nvPicPr>
          <p:cNvPr id="280" name="Graphic 279" descr="Paper outline">
            <a:extLst>
              <a:ext uri="{FF2B5EF4-FFF2-40B4-BE49-F238E27FC236}">
                <a16:creationId xmlns:a16="http://schemas.microsoft.com/office/drawing/2014/main" id="{20C2A61C-44B4-A663-D9BC-54A00700DCC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13696" y="4704865"/>
            <a:ext cx="703352" cy="663244"/>
          </a:xfrm>
          <a:prstGeom prst="rect">
            <a:avLst/>
          </a:prstGeom>
        </p:spPr>
      </p:pic>
      <p:sp>
        <p:nvSpPr>
          <p:cNvPr id="281" name="TextBox 280">
            <a:extLst>
              <a:ext uri="{FF2B5EF4-FFF2-40B4-BE49-F238E27FC236}">
                <a16:creationId xmlns:a16="http://schemas.microsoft.com/office/drawing/2014/main" id="{73DD6448-57E8-F99D-B860-41803A0A4EA2}"/>
              </a:ext>
            </a:extLst>
          </p:cNvPr>
          <p:cNvSpPr txBox="1"/>
          <p:nvPr/>
        </p:nvSpPr>
        <p:spPr>
          <a:xfrm>
            <a:off x="8213321" y="5269742"/>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sp>
        <p:nvSpPr>
          <p:cNvPr id="282" name="Oval 281">
            <a:extLst>
              <a:ext uri="{FF2B5EF4-FFF2-40B4-BE49-F238E27FC236}">
                <a16:creationId xmlns:a16="http://schemas.microsoft.com/office/drawing/2014/main" id="{956B7B7E-9C8C-7ACF-1714-4AFBBF7DD0DB}"/>
              </a:ext>
            </a:extLst>
          </p:cNvPr>
          <p:cNvSpPr/>
          <p:nvPr/>
        </p:nvSpPr>
        <p:spPr>
          <a:xfrm>
            <a:off x="8689335" y="7580629"/>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3" name="Oval 282">
            <a:extLst>
              <a:ext uri="{FF2B5EF4-FFF2-40B4-BE49-F238E27FC236}">
                <a16:creationId xmlns:a16="http://schemas.microsoft.com/office/drawing/2014/main" id="{0A994150-BE8A-3496-B5CA-EA1FC559F8CF}"/>
              </a:ext>
            </a:extLst>
          </p:cNvPr>
          <p:cNvSpPr/>
          <p:nvPr/>
        </p:nvSpPr>
        <p:spPr>
          <a:xfrm>
            <a:off x="8813817" y="7593539"/>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4" name="Oval 283">
            <a:extLst>
              <a:ext uri="{FF2B5EF4-FFF2-40B4-BE49-F238E27FC236}">
                <a16:creationId xmlns:a16="http://schemas.microsoft.com/office/drawing/2014/main" id="{02D9F20E-F61C-B6D3-5D44-AAB06A6F90FE}"/>
              </a:ext>
            </a:extLst>
          </p:cNvPr>
          <p:cNvSpPr/>
          <p:nvPr/>
        </p:nvSpPr>
        <p:spPr>
          <a:xfrm>
            <a:off x="8699598" y="7309750"/>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5" name="Oval 284">
            <a:extLst>
              <a:ext uri="{FF2B5EF4-FFF2-40B4-BE49-F238E27FC236}">
                <a16:creationId xmlns:a16="http://schemas.microsoft.com/office/drawing/2014/main" id="{12CF3AB6-6E13-ABAA-60FF-1B7E632CE0BC}"/>
              </a:ext>
            </a:extLst>
          </p:cNvPr>
          <p:cNvSpPr/>
          <p:nvPr/>
        </p:nvSpPr>
        <p:spPr>
          <a:xfrm>
            <a:off x="8846745" y="7366830"/>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6" name="Oval 285">
            <a:extLst>
              <a:ext uri="{FF2B5EF4-FFF2-40B4-BE49-F238E27FC236}">
                <a16:creationId xmlns:a16="http://schemas.microsoft.com/office/drawing/2014/main" id="{1EBA6F54-2BF9-09CC-7254-C94FE7769732}"/>
              </a:ext>
            </a:extLst>
          </p:cNvPr>
          <p:cNvSpPr/>
          <p:nvPr/>
        </p:nvSpPr>
        <p:spPr>
          <a:xfrm>
            <a:off x="8935915" y="7485197"/>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87" name="Straight Connector 286">
            <a:extLst>
              <a:ext uri="{FF2B5EF4-FFF2-40B4-BE49-F238E27FC236}">
                <a16:creationId xmlns:a16="http://schemas.microsoft.com/office/drawing/2014/main" id="{D9C0DAA5-E6D5-4C95-FEF8-087597BB5EA2}"/>
              </a:ext>
            </a:extLst>
          </p:cNvPr>
          <p:cNvCxnSpPr>
            <a:cxnSpLocks/>
            <a:stCxn id="282" idx="0"/>
            <a:endCxn id="284" idx="3"/>
          </p:cNvCxnSpPr>
          <p:nvPr/>
        </p:nvCxnSpPr>
        <p:spPr>
          <a:xfrm flipH="1" flipV="1">
            <a:off x="8709637" y="7383461"/>
            <a:ext cx="13974" cy="19716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8" name="Straight Connector 287">
            <a:extLst>
              <a:ext uri="{FF2B5EF4-FFF2-40B4-BE49-F238E27FC236}">
                <a16:creationId xmlns:a16="http://schemas.microsoft.com/office/drawing/2014/main" id="{ED26CC2B-0C03-157A-F49C-1AC0BBE7B4A3}"/>
              </a:ext>
            </a:extLst>
          </p:cNvPr>
          <p:cNvCxnSpPr>
            <a:cxnSpLocks/>
            <a:stCxn id="283" idx="0"/>
            <a:endCxn id="284" idx="4"/>
          </p:cNvCxnSpPr>
          <p:nvPr/>
        </p:nvCxnSpPr>
        <p:spPr>
          <a:xfrm flipH="1" flipV="1">
            <a:off x="8733874" y="7396108"/>
            <a:ext cx="114219" cy="1974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9" name="Straight Connector 288">
            <a:extLst>
              <a:ext uri="{FF2B5EF4-FFF2-40B4-BE49-F238E27FC236}">
                <a16:creationId xmlns:a16="http://schemas.microsoft.com/office/drawing/2014/main" id="{EB552D56-9A5A-13FD-C9F0-787ED2856702}"/>
              </a:ext>
            </a:extLst>
          </p:cNvPr>
          <p:cNvCxnSpPr>
            <a:cxnSpLocks/>
            <a:stCxn id="285" idx="2"/>
            <a:endCxn id="284" idx="6"/>
          </p:cNvCxnSpPr>
          <p:nvPr/>
        </p:nvCxnSpPr>
        <p:spPr>
          <a:xfrm flipH="1" flipV="1">
            <a:off x="8768149" y="7352929"/>
            <a:ext cx="78596" cy="5708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90" name="Straight Connector 289">
            <a:extLst>
              <a:ext uri="{FF2B5EF4-FFF2-40B4-BE49-F238E27FC236}">
                <a16:creationId xmlns:a16="http://schemas.microsoft.com/office/drawing/2014/main" id="{E555CB23-2B0C-143F-99ED-B8511E54D201}"/>
              </a:ext>
            </a:extLst>
          </p:cNvPr>
          <p:cNvCxnSpPr>
            <a:cxnSpLocks/>
            <a:stCxn id="286" idx="1"/>
            <a:endCxn id="285" idx="5"/>
          </p:cNvCxnSpPr>
          <p:nvPr/>
        </p:nvCxnSpPr>
        <p:spPr>
          <a:xfrm flipH="1" flipV="1">
            <a:off x="8905257" y="7440541"/>
            <a:ext cx="40697" cy="5730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91" name="TextBox 290">
            <a:extLst>
              <a:ext uri="{FF2B5EF4-FFF2-40B4-BE49-F238E27FC236}">
                <a16:creationId xmlns:a16="http://schemas.microsoft.com/office/drawing/2014/main" id="{43693156-644A-D177-DE5F-746FEEECD4DA}"/>
              </a:ext>
            </a:extLst>
          </p:cNvPr>
          <p:cNvSpPr txBox="1"/>
          <p:nvPr/>
        </p:nvSpPr>
        <p:spPr>
          <a:xfrm>
            <a:off x="8369470" y="6770803"/>
            <a:ext cx="68201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Transform</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294" name="Rectangle 293">
            <a:extLst>
              <a:ext uri="{FF2B5EF4-FFF2-40B4-BE49-F238E27FC236}">
                <a16:creationId xmlns:a16="http://schemas.microsoft.com/office/drawing/2014/main" id="{CCBB90CC-18AD-4ABC-87AD-09ADEC69F80D}"/>
              </a:ext>
            </a:extLst>
          </p:cNvPr>
          <p:cNvSpPr/>
          <p:nvPr/>
        </p:nvSpPr>
        <p:spPr>
          <a:xfrm>
            <a:off x="7574097" y="4143303"/>
            <a:ext cx="1782550" cy="3852679"/>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5" name="TextBox 294">
            <a:extLst>
              <a:ext uri="{FF2B5EF4-FFF2-40B4-BE49-F238E27FC236}">
                <a16:creationId xmlns:a16="http://schemas.microsoft.com/office/drawing/2014/main" id="{9E1677B8-B4CD-2DA1-0722-D9076B0CCE73}"/>
              </a:ext>
            </a:extLst>
          </p:cNvPr>
          <p:cNvSpPr txBox="1"/>
          <p:nvPr/>
        </p:nvSpPr>
        <p:spPr>
          <a:xfrm>
            <a:off x="7576522" y="4117819"/>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Module</a:t>
            </a:r>
            <a:endParaRPr kumimoji="0" lang="en-US" sz="1000" b="0" i="0" u="none" strike="noStrike" cap="none" spc="0" normalizeH="0" baseline="0">
              <a:ln>
                <a:noFill/>
              </a:ln>
              <a:solidFill>
                <a:srgbClr val="4C4C4C"/>
              </a:solidFill>
              <a:effectLst/>
              <a:uFillTx/>
              <a:sym typeface="Source Sans Pro"/>
            </a:endParaRPr>
          </a:p>
        </p:txBody>
      </p:sp>
      <p:cxnSp>
        <p:nvCxnSpPr>
          <p:cNvPr id="296" name="Connector: Elbow 295">
            <a:extLst>
              <a:ext uri="{FF2B5EF4-FFF2-40B4-BE49-F238E27FC236}">
                <a16:creationId xmlns:a16="http://schemas.microsoft.com/office/drawing/2014/main" id="{2D8A0AD5-6DC3-9C60-E697-87E3F661F69B}"/>
              </a:ext>
            </a:extLst>
          </p:cNvPr>
          <p:cNvCxnSpPr>
            <a:cxnSpLocks/>
            <a:stCxn id="660" idx="0"/>
            <a:endCxn id="294" idx="2"/>
          </p:cNvCxnSpPr>
          <p:nvPr/>
        </p:nvCxnSpPr>
        <p:spPr>
          <a:xfrm rot="5400000" flipH="1" flipV="1">
            <a:off x="7584209" y="7748929"/>
            <a:ext cx="634110" cy="1128216"/>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7" name="Rectangle 296">
            <a:extLst>
              <a:ext uri="{FF2B5EF4-FFF2-40B4-BE49-F238E27FC236}">
                <a16:creationId xmlns:a16="http://schemas.microsoft.com/office/drawing/2014/main" id="{D36AAEDB-6803-2D89-7948-FA31D6BFD070}"/>
              </a:ext>
            </a:extLst>
          </p:cNvPr>
          <p:cNvSpPr/>
          <p:nvPr/>
        </p:nvSpPr>
        <p:spPr>
          <a:xfrm>
            <a:off x="7575511" y="4143303"/>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98" name="Graphic 297" descr="Folder outline">
            <a:extLst>
              <a:ext uri="{FF2B5EF4-FFF2-40B4-BE49-F238E27FC236}">
                <a16:creationId xmlns:a16="http://schemas.microsoft.com/office/drawing/2014/main" id="{8E556606-7932-AD80-3CD6-DAD8F247C8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55068" y="4105946"/>
            <a:ext cx="1827333" cy="1827333"/>
          </a:xfrm>
          <a:prstGeom prst="rect">
            <a:avLst/>
          </a:prstGeom>
        </p:spPr>
      </p:pic>
      <p:sp>
        <p:nvSpPr>
          <p:cNvPr id="299" name="TextBox 298">
            <a:extLst>
              <a:ext uri="{FF2B5EF4-FFF2-40B4-BE49-F238E27FC236}">
                <a16:creationId xmlns:a16="http://schemas.microsoft.com/office/drawing/2014/main" id="{54823811-E2EB-F5E6-2E13-3B7D120055F4}"/>
              </a:ext>
            </a:extLst>
          </p:cNvPr>
          <p:cNvSpPr txBox="1"/>
          <p:nvPr/>
        </p:nvSpPr>
        <p:spPr>
          <a:xfrm>
            <a:off x="8246982" y="4387648"/>
            <a:ext cx="107186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Vignettes/Jira_*</a:t>
            </a:r>
            <a:endParaRPr kumimoji="0" lang="en-US" sz="800" b="0" i="0" u="none" strike="noStrike" cap="none" spc="0" normalizeH="0" baseline="0">
              <a:ln>
                <a:noFill/>
              </a:ln>
              <a:solidFill>
                <a:srgbClr val="4C4C4C"/>
              </a:solidFill>
              <a:effectLst/>
              <a:uFillTx/>
              <a:sym typeface="Source Sans Pro"/>
            </a:endParaRPr>
          </a:p>
        </p:txBody>
      </p:sp>
      <p:pic>
        <p:nvPicPr>
          <p:cNvPr id="300" name="Graphic 299" descr="Folder outline">
            <a:extLst>
              <a:ext uri="{FF2B5EF4-FFF2-40B4-BE49-F238E27FC236}">
                <a16:creationId xmlns:a16="http://schemas.microsoft.com/office/drawing/2014/main" id="{7C851E15-B6AF-E688-0035-94870AE569A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60338" y="6450562"/>
            <a:ext cx="1827333" cy="1827333"/>
          </a:xfrm>
          <a:prstGeom prst="rect">
            <a:avLst/>
          </a:prstGeom>
        </p:spPr>
      </p:pic>
      <p:pic>
        <p:nvPicPr>
          <p:cNvPr id="301" name="Graphic 300" descr="Paper outline">
            <a:extLst>
              <a:ext uri="{FF2B5EF4-FFF2-40B4-BE49-F238E27FC236}">
                <a16:creationId xmlns:a16="http://schemas.microsoft.com/office/drawing/2014/main" id="{C30EEB7A-510D-1628-4D24-B46FBE43CBB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84759" y="5895947"/>
            <a:ext cx="703352" cy="663244"/>
          </a:xfrm>
          <a:prstGeom prst="rect">
            <a:avLst/>
          </a:prstGeom>
        </p:spPr>
      </p:pic>
      <p:pic>
        <p:nvPicPr>
          <p:cNvPr id="302" name="Graphic 301" descr="Paper outline">
            <a:extLst>
              <a:ext uri="{FF2B5EF4-FFF2-40B4-BE49-F238E27FC236}">
                <a16:creationId xmlns:a16="http://schemas.microsoft.com/office/drawing/2014/main" id="{7F1A7149-ED14-A1B5-3C70-D948FBE68F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16932" y="5909065"/>
            <a:ext cx="703352" cy="663244"/>
          </a:xfrm>
          <a:prstGeom prst="rect">
            <a:avLst/>
          </a:prstGeom>
        </p:spPr>
      </p:pic>
      <p:sp>
        <p:nvSpPr>
          <p:cNvPr id="303" name="TextBox 302">
            <a:extLst>
              <a:ext uri="{FF2B5EF4-FFF2-40B4-BE49-F238E27FC236}">
                <a16:creationId xmlns:a16="http://schemas.microsoft.com/office/drawing/2014/main" id="{D8DA8295-6E11-79C4-A8CA-C82181D12741}"/>
              </a:ext>
            </a:extLst>
          </p:cNvPr>
          <p:cNvSpPr txBox="1"/>
          <p:nvPr/>
        </p:nvSpPr>
        <p:spPr>
          <a:xfrm>
            <a:off x="7888718" y="6429787"/>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exec</a:t>
            </a:r>
          </a:p>
        </p:txBody>
      </p:sp>
      <p:sp>
        <p:nvSpPr>
          <p:cNvPr id="304" name="TextBox 303">
            <a:extLst>
              <a:ext uri="{FF2B5EF4-FFF2-40B4-BE49-F238E27FC236}">
                <a16:creationId xmlns:a16="http://schemas.microsoft.com/office/drawing/2014/main" id="{B742FC76-0F5C-BE8F-CA7D-74EFA06973FD}"/>
              </a:ext>
            </a:extLst>
          </p:cNvPr>
          <p:cNvSpPr txBox="1"/>
          <p:nvPr/>
        </p:nvSpPr>
        <p:spPr>
          <a:xfrm>
            <a:off x="8531265" y="6454181"/>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test</a:t>
            </a:r>
            <a:endParaRPr kumimoji="0" lang="en-US" sz="800" b="0" i="0" u="none" strike="noStrike" cap="none" spc="0" normalizeH="0" baseline="0">
              <a:ln>
                <a:noFill/>
              </a:ln>
              <a:solidFill>
                <a:srgbClr val="4C4C4C"/>
              </a:solidFill>
              <a:effectLst/>
              <a:uFillTx/>
              <a:sym typeface="Source Sans Pro"/>
            </a:endParaRPr>
          </a:p>
        </p:txBody>
      </p:sp>
      <p:pic>
        <p:nvPicPr>
          <p:cNvPr id="305" name="Graphic 304" descr="Folder outline">
            <a:extLst>
              <a:ext uri="{FF2B5EF4-FFF2-40B4-BE49-F238E27FC236}">
                <a16:creationId xmlns:a16="http://schemas.microsoft.com/office/drawing/2014/main" id="{025A47DD-E00C-A853-2551-59625A915B8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40553" y="5277961"/>
            <a:ext cx="1827333" cy="1827333"/>
          </a:xfrm>
          <a:prstGeom prst="rect">
            <a:avLst/>
          </a:prstGeom>
        </p:spPr>
      </p:pic>
      <p:sp>
        <p:nvSpPr>
          <p:cNvPr id="306" name="Line">
            <a:extLst>
              <a:ext uri="{FF2B5EF4-FFF2-40B4-BE49-F238E27FC236}">
                <a16:creationId xmlns:a16="http://schemas.microsoft.com/office/drawing/2014/main" id="{1EA8877A-F144-32B7-2C5A-02765B77CB81}"/>
              </a:ext>
            </a:extLst>
          </p:cNvPr>
          <p:cNvSpPr/>
          <p:nvPr/>
        </p:nvSpPr>
        <p:spPr>
          <a:xfrm flipV="1">
            <a:off x="5089822" y="4370884"/>
            <a:ext cx="0" cy="357347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07" name="TextBox 306">
            <a:extLst>
              <a:ext uri="{FF2B5EF4-FFF2-40B4-BE49-F238E27FC236}">
                <a16:creationId xmlns:a16="http://schemas.microsoft.com/office/drawing/2014/main" id="{4D103D66-0077-A741-CA00-5F322500844A}"/>
              </a:ext>
            </a:extLst>
          </p:cNvPr>
          <p:cNvSpPr txBox="1"/>
          <p:nvPr/>
        </p:nvSpPr>
        <p:spPr>
          <a:xfrm>
            <a:off x="5971429" y="5609019"/>
            <a:ext cx="682019"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tx1"/>
                </a:solidFill>
              </a:rPr>
              <a:t>Git.R</a:t>
            </a:r>
            <a:endParaRPr lang="en-US" sz="800" b="0">
              <a:solidFill>
                <a:schemeClr val="tx1"/>
              </a:solidFill>
            </a:endParaRP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08" name="TextBox 307">
            <a:extLst>
              <a:ext uri="{FF2B5EF4-FFF2-40B4-BE49-F238E27FC236}">
                <a16:creationId xmlns:a16="http://schemas.microsoft.com/office/drawing/2014/main" id="{1B61EBC1-8AE8-68A3-052E-319F35AC3531}"/>
              </a:ext>
            </a:extLst>
          </p:cNvPr>
          <p:cNvSpPr txBox="1"/>
          <p:nvPr/>
        </p:nvSpPr>
        <p:spPr>
          <a:xfrm>
            <a:off x="8349668" y="5587780"/>
            <a:ext cx="682019"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tx1"/>
                </a:solidFill>
              </a:rPr>
              <a:t>Jira.R</a:t>
            </a:r>
            <a:endParaRPr lang="en-US" sz="800" b="0">
              <a:solidFill>
                <a:schemeClr val="tx1"/>
              </a:solidFill>
            </a:endParaRP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09" name="TextBox 308">
            <a:extLst>
              <a:ext uri="{FF2B5EF4-FFF2-40B4-BE49-F238E27FC236}">
                <a16:creationId xmlns:a16="http://schemas.microsoft.com/office/drawing/2014/main" id="{333B2913-B0A1-E4FB-716F-FA864F75EC7B}"/>
              </a:ext>
            </a:extLst>
          </p:cNvPr>
          <p:cNvSpPr txBox="1"/>
          <p:nvPr/>
        </p:nvSpPr>
        <p:spPr>
          <a:xfrm>
            <a:off x="7794725" y="6847581"/>
            <a:ext cx="493231"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10" name="Manipulate Variables">
            <a:extLst>
              <a:ext uri="{FF2B5EF4-FFF2-40B4-BE49-F238E27FC236}">
                <a16:creationId xmlns:a16="http://schemas.microsoft.com/office/drawing/2014/main" id="{A42B536A-1169-2D06-0327-D841CEB046D2}"/>
              </a:ext>
            </a:extLst>
          </p:cNvPr>
          <p:cNvSpPr txBox="1"/>
          <p:nvPr/>
        </p:nvSpPr>
        <p:spPr>
          <a:xfrm>
            <a:off x="10511618" y="6483217"/>
            <a:ext cx="1903395"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Internal Files</a:t>
            </a:r>
            <a:endParaRPr/>
          </a:p>
        </p:txBody>
      </p:sp>
      <p:pic>
        <p:nvPicPr>
          <p:cNvPr id="311" name="Graphic 310" descr="Paper outline">
            <a:extLst>
              <a:ext uri="{FF2B5EF4-FFF2-40B4-BE49-F238E27FC236}">
                <a16:creationId xmlns:a16="http://schemas.microsoft.com/office/drawing/2014/main" id="{6C1F8E50-EEFB-8844-23E4-1BF0DBDCCC8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74354" y="8402006"/>
            <a:ext cx="574107" cy="574107"/>
          </a:xfrm>
          <a:prstGeom prst="rect">
            <a:avLst/>
          </a:prstGeom>
        </p:spPr>
      </p:pic>
      <p:sp>
        <p:nvSpPr>
          <p:cNvPr id="316" name="TextBox 315">
            <a:extLst>
              <a:ext uri="{FF2B5EF4-FFF2-40B4-BE49-F238E27FC236}">
                <a16:creationId xmlns:a16="http://schemas.microsoft.com/office/drawing/2014/main" id="{5E517F18-5E7E-DF3C-F2E0-82E9CAFF200F}"/>
              </a:ext>
            </a:extLst>
          </p:cNvPr>
          <p:cNvSpPr txBox="1"/>
          <p:nvPr/>
        </p:nvSpPr>
        <p:spPr>
          <a:xfrm>
            <a:off x="8528150" y="8984167"/>
            <a:ext cx="926156"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accent2"/>
                </a:solidFill>
              </a:rPr>
              <a:t>Idenitiy_match</a:t>
            </a:r>
            <a:r>
              <a:rPr lang="en-US" sz="800" b="0">
                <a:solidFill>
                  <a:schemeClr val="accent2"/>
                </a:solidFill>
              </a:rPr>
              <a:t>()</a:t>
            </a: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cxnSp>
        <p:nvCxnSpPr>
          <p:cNvPr id="317" name="Connector: Elbow 316">
            <a:extLst>
              <a:ext uri="{FF2B5EF4-FFF2-40B4-BE49-F238E27FC236}">
                <a16:creationId xmlns:a16="http://schemas.microsoft.com/office/drawing/2014/main" id="{5ACE2EB6-005D-1C2D-A3FE-7E7FDDEBE445}"/>
              </a:ext>
            </a:extLst>
          </p:cNvPr>
          <p:cNvCxnSpPr>
            <a:cxnSpLocks/>
            <a:stCxn id="320" idx="3"/>
          </p:cNvCxnSpPr>
          <p:nvPr/>
        </p:nvCxnSpPr>
        <p:spPr>
          <a:xfrm>
            <a:off x="9179050" y="7462170"/>
            <a:ext cx="1296395" cy="386199"/>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8" name="Connector: Elbow 317">
            <a:extLst>
              <a:ext uri="{FF2B5EF4-FFF2-40B4-BE49-F238E27FC236}">
                <a16:creationId xmlns:a16="http://schemas.microsoft.com/office/drawing/2014/main" id="{2B4CEDF1-F3B2-880A-1D78-B691CB13B8D4}"/>
              </a:ext>
            </a:extLst>
          </p:cNvPr>
          <p:cNvCxnSpPr>
            <a:cxnSpLocks/>
          </p:cNvCxnSpPr>
          <p:nvPr/>
        </p:nvCxnSpPr>
        <p:spPr>
          <a:xfrm>
            <a:off x="8826955" y="6208114"/>
            <a:ext cx="1648490" cy="1640255"/>
          </a:xfrm>
          <a:prstGeom prst="bentConnector3">
            <a:avLst>
              <a:gd name="adj1" fmla="val 6123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319" name="Graphic 318" descr="Paper outline">
            <a:extLst>
              <a:ext uri="{FF2B5EF4-FFF2-40B4-BE49-F238E27FC236}">
                <a16:creationId xmlns:a16="http://schemas.microsoft.com/office/drawing/2014/main" id="{B1DEA0D9-1CE6-7D74-E116-3D48D39C809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47792" y="7122320"/>
            <a:ext cx="401514" cy="378618"/>
          </a:xfrm>
          <a:prstGeom prst="rect">
            <a:avLst/>
          </a:prstGeom>
        </p:spPr>
      </p:pic>
      <p:pic>
        <p:nvPicPr>
          <p:cNvPr id="320" name="Graphic 319" descr="Paper outline">
            <a:extLst>
              <a:ext uri="{FF2B5EF4-FFF2-40B4-BE49-F238E27FC236}">
                <a16:creationId xmlns:a16="http://schemas.microsoft.com/office/drawing/2014/main" id="{52B21E32-085B-35B8-51C7-5873E2EF5C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75698" y="7130548"/>
            <a:ext cx="703352" cy="663244"/>
          </a:xfrm>
          <a:prstGeom prst="rect">
            <a:avLst/>
          </a:prstGeom>
        </p:spPr>
      </p:pic>
      <p:pic>
        <p:nvPicPr>
          <p:cNvPr id="321" name="Graphic 320" descr="Paper outline">
            <a:extLst>
              <a:ext uri="{FF2B5EF4-FFF2-40B4-BE49-F238E27FC236}">
                <a16:creationId xmlns:a16="http://schemas.microsoft.com/office/drawing/2014/main" id="{CC9921B4-5A97-A187-55C8-83525C3303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95635" y="7139347"/>
            <a:ext cx="703352" cy="663244"/>
          </a:xfrm>
          <a:prstGeom prst="rect">
            <a:avLst/>
          </a:prstGeom>
        </p:spPr>
      </p:pic>
      <p:sp>
        <p:nvSpPr>
          <p:cNvPr id="322" name="Oval 321">
            <a:extLst>
              <a:ext uri="{FF2B5EF4-FFF2-40B4-BE49-F238E27FC236}">
                <a16:creationId xmlns:a16="http://schemas.microsoft.com/office/drawing/2014/main" id="{DCB18713-50DA-0C9D-54E7-16FC79853DAA}"/>
              </a:ext>
            </a:extLst>
          </p:cNvPr>
          <p:cNvSpPr/>
          <p:nvPr/>
        </p:nvSpPr>
        <p:spPr>
          <a:xfrm>
            <a:off x="8079420" y="7466557"/>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3" name="Oval 322">
            <a:extLst>
              <a:ext uri="{FF2B5EF4-FFF2-40B4-BE49-F238E27FC236}">
                <a16:creationId xmlns:a16="http://schemas.microsoft.com/office/drawing/2014/main" id="{867C7F4D-8CB8-977A-5A64-E7E0E1702681}"/>
              </a:ext>
            </a:extLst>
          </p:cNvPr>
          <p:cNvSpPr/>
          <p:nvPr/>
        </p:nvSpPr>
        <p:spPr>
          <a:xfrm>
            <a:off x="7994611" y="7331904"/>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4" name="Oval 323">
            <a:extLst>
              <a:ext uri="{FF2B5EF4-FFF2-40B4-BE49-F238E27FC236}">
                <a16:creationId xmlns:a16="http://schemas.microsoft.com/office/drawing/2014/main" id="{082786CD-2279-472A-5C9A-F0126CCA73A2}"/>
              </a:ext>
            </a:extLst>
          </p:cNvPr>
          <p:cNvSpPr/>
          <p:nvPr/>
        </p:nvSpPr>
        <p:spPr>
          <a:xfrm>
            <a:off x="7995571" y="7610004"/>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5" name="Oval 324">
            <a:extLst>
              <a:ext uri="{FF2B5EF4-FFF2-40B4-BE49-F238E27FC236}">
                <a16:creationId xmlns:a16="http://schemas.microsoft.com/office/drawing/2014/main" id="{F68E2801-F78E-3F3D-ADF4-2083D18A7042}"/>
              </a:ext>
            </a:extLst>
          </p:cNvPr>
          <p:cNvSpPr/>
          <p:nvPr/>
        </p:nvSpPr>
        <p:spPr>
          <a:xfrm>
            <a:off x="8238417" y="7466557"/>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27" name="Straight Connector 326">
            <a:extLst>
              <a:ext uri="{FF2B5EF4-FFF2-40B4-BE49-F238E27FC236}">
                <a16:creationId xmlns:a16="http://schemas.microsoft.com/office/drawing/2014/main" id="{51CD7CE3-EAD1-69CD-2E6C-C67EB61E07FD}"/>
              </a:ext>
            </a:extLst>
          </p:cNvPr>
          <p:cNvCxnSpPr>
            <a:cxnSpLocks/>
            <a:stCxn id="322" idx="1"/>
            <a:endCxn id="323" idx="5"/>
          </p:cNvCxnSpPr>
          <p:nvPr/>
        </p:nvCxnSpPr>
        <p:spPr>
          <a:xfrm flipH="1" flipV="1">
            <a:off x="8053123" y="7405615"/>
            <a:ext cx="36336" cy="7358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2" name="Straight Connector 331">
            <a:extLst>
              <a:ext uri="{FF2B5EF4-FFF2-40B4-BE49-F238E27FC236}">
                <a16:creationId xmlns:a16="http://schemas.microsoft.com/office/drawing/2014/main" id="{DDB804D9-8A42-65F1-1D27-48EB8AD60E8E}"/>
              </a:ext>
            </a:extLst>
          </p:cNvPr>
          <p:cNvCxnSpPr>
            <a:cxnSpLocks/>
            <a:stCxn id="325" idx="2"/>
            <a:endCxn id="322" idx="6"/>
          </p:cNvCxnSpPr>
          <p:nvPr/>
        </p:nvCxnSpPr>
        <p:spPr>
          <a:xfrm flipH="1">
            <a:off x="8147971" y="7509736"/>
            <a:ext cx="90446"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3" name="Straight Connector 332">
            <a:extLst>
              <a:ext uri="{FF2B5EF4-FFF2-40B4-BE49-F238E27FC236}">
                <a16:creationId xmlns:a16="http://schemas.microsoft.com/office/drawing/2014/main" id="{3A8DE5D1-E1FF-33AB-F9EA-10EEF02E0551}"/>
              </a:ext>
            </a:extLst>
          </p:cNvPr>
          <p:cNvCxnSpPr>
            <a:cxnSpLocks/>
            <a:stCxn id="324" idx="7"/>
            <a:endCxn id="322" idx="3"/>
          </p:cNvCxnSpPr>
          <p:nvPr/>
        </p:nvCxnSpPr>
        <p:spPr>
          <a:xfrm flipV="1">
            <a:off x="8054083" y="7540268"/>
            <a:ext cx="35376" cy="8238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6" name="Straight Connector 335">
            <a:extLst>
              <a:ext uri="{FF2B5EF4-FFF2-40B4-BE49-F238E27FC236}">
                <a16:creationId xmlns:a16="http://schemas.microsoft.com/office/drawing/2014/main" id="{AE6CAD5D-C3E2-F6B8-8305-4BD41917AA1B}"/>
              </a:ext>
            </a:extLst>
          </p:cNvPr>
          <p:cNvCxnSpPr>
            <a:cxnSpLocks/>
            <a:stCxn id="283" idx="0"/>
            <a:endCxn id="285" idx="4"/>
          </p:cNvCxnSpPr>
          <p:nvPr/>
        </p:nvCxnSpPr>
        <p:spPr>
          <a:xfrm flipV="1">
            <a:off x="8848093" y="7453188"/>
            <a:ext cx="32928" cy="14035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37" name="Oval 336">
            <a:extLst>
              <a:ext uri="{FF2B5EF4-FFF2-40B4-BE49-F238E27FC236}">
                <a16:creationId xmlns:a16="http://schemas.microsoft.com/office/drawing/2014/main" id="{4DB5824E-C84A-5EF9-734C-34D542780F65}"/>
              </a:ext>
            </a:extLst>
          </p:cNvPr>
          <p:cNvSpPr/>
          <p:nvPr/>
        </p:nvSpPr>
        <p:spPr>
          <a:xfrm>
            <a:off x="6267303" y="7656935"/>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9" name="Oval 338">
            <a:extLst>
              <a:ext uri="{FF2B5EF4-FFF2-40B4-BE49-F238E27FC236}">
                <a16:creationId xmlns:a16="http://schemas.microsoft.com/office/drawing/2014/main" id="{3CA70191-F131-A534-674A-EFB211BE8B0D}"/>
              </a:ext>
            </a:extLst>
          </p:cNvPr>
          <p:cNvSpPr/>
          <p:nvPr/>
        </p:nvSpPr>
        <p:spPr>
          <a:xfrm>
            <a:off x="6391785" y="7669845"/>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0" name="Oval 339">
            <a:extLst>
              <a:ext uri="{FF2B5EF4-FFF2-40B4-BE49-F238E27FC236}">
                <a16:creationId xmlns:a16="http://schemas.microsoft.com/office/drawing/2014/main" id="{5FCB467E-7420-6480-B8F0-B9452FADCB58}"/>
              </a:ext>
            </a:extLst>
          </p:cNvPr>
          <p:cNvSpPr/>
          <p:nvPr/>
        </p:nvSpPr>
        <p:spPr>
          <a:xfrm>
            <a:off x="6277566" y="7386056"/>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3" name="Oval 342">
            <a:extLst>
              <a:ext uri="{FF2B5EF4-FFF2-40B4-BE49-F238E27FC236}">
                <a16:creationId xmlns:a16="http://schemas.microsoft.com/office/drawing/2014/main" id="{DD9074B7-A84D-1B1C-F51C-0E66C85F120F}"/>
              </a:ext>
            </a:extLst>
          </p:cNvPr>
          <p:cNvSpPr/>
          <p:nvPr/>
        </p:nvSpPr>
        <p:spPr>
          <a:xfrm>
            <a:off x="6424713" y="7443136"/>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4" name="Oval 343">
            <a:extLst>
              <a:ext uri="{FF2B5EF4-FFF2-40B4-BE49-F238E27FC236}">
                <a16:creationId xmlns:a16="http://schemas.microsoft.com/office/drawing/2014/main" id="{8234953E-0F49-5F6D-C523-9A71F02C7033}"/>
              </a:ext>
            </a:extLst>
          </p:cNvPr>
          <p:cNvSpPr/>
          <p:nvPr/>
        </p:nvSpPr>
        <p:spPr>
          <a:xfrm>
            <a:off x="6513883" y="7561503"/>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45" name="Straight Connector 344">
            <a:extLst>
              <a:ext uri="{FF2B5EF4-FFF2-40B4-BE49-F238E27FC236}">
                <a16:creationId xmlns:a16="http://schemas.microsoft.com/office/drawing/2014/main" id="{B9CBA687-21DA-925B-D042-4BBADC1DB7EE}"/>
              </a:ext>
            </a:extLst>
          </p:cNvPr>
          <p:cNvCxnSpPr>
            <a:cxnSpLocks/>
            <a:stCxn id="337" idx="0"/>
            <a:endCxn id="340" idx="3"/>
          </p:cNvCxnSpPr>
          <p:nvPr/>
        </p:nvCxnSpPr>
        <p:spPr>
          <a:xfrm flipH="1" flipV="1">
            <a:off x="6287605" y="7459767"/>
            <a:ext cx="13974" cy="19716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6" name="Straight Connector 345">
            <a:extLst>
              <a:ext uri="{FF2B5EF4-FFF2-40B4-BE49-F238E27FC236}">
                <a16:creationId xmlns:a16="http://schemas.microsoft.com/office/drawing/2014/main" id="{BDB1D14E-50EE-C31B-2C55-91F9ED451B50}"/>
              </a:ext>
            </a:extLst>
          </p:cNvPr>
          <p:cNvCxnSpPr>
            <a:cxnSpLocks/>
            <a:stCxn id="339" idx="0"/>
            <a:endCxn id="340" idx="4"/>
          </p:cNvCxnSpPr>
          <p:nvPr/>
        </p:nvCxnSpPr>
        <p:spPr>
          <a:xfrm flipH="1" flipV="1">
            <a:off x="6311842" y="7472414"/>
            <a:ext cx="114219" cy="1974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7" name="Straight Connector 346">
            <a:extLst>
              <a:ext uri="{FF2B5EF4-FFF2-40B4-BE49-F238E27FC236}">
                <a16:creationId xmlns:a16="http://schemas.microsoft.com/office/drawing/2014/main" id="{56003746-A313-21A0-830C-0C49D84A0843}"/>
              </a:ext>
            </a:extLst>
          </p:cNvPr>
          <p:cNvCxnSpPr>
            <a:cxnSpLocks/>
            <a:stCxn id="343" idx="2"/>
            <a:endCxn id="340" idx="6"/>
          </p:cNvCxnSpPr>
          <p:nvPr/>
        </p:nvCxnSpPr>
        <p:spPr>
          <a:xfrm flipH="1" flipV="1">
            <a:off x="6346117" y="7429235"/>
            <a:ext cx="78596" cy="5708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8" name="Straight Connector 347">
            <a:extLst>
              <a:ext uri="{FF2B5EF4-FFF2-40B4-BE49-F238E27FC236}">
                <a16:creationId xmlns:a16="http://schemas.microsoft.com/office/drawing/2014/main" id="{979AB6D0-4D30-0D74-2C05-380A16BE75CA}"/>
              </a:ext>
            </a:extLst>
          </p:cNvPr>
          <p:cNvCxnSpPr>
            <a:cxnSpLocks/>
            <a:stCxn id="344" idx="1"/>
            <a:endCxn id="343" idx="5"/>
          </p:cNvCxnSpPr>
          <p:nvPr/>
        </p:nvCxnSpPr>
        <p:spPr>
          <a:xfrm flipH="1" flipV="1">
            <a:off x="6483225" y="7516847"/>
            <a:ext cx="40697" cy="5730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49" name="TextBox 348">
            <a:extLst>
              <a:ext uri="{FF2B5EF4-FFF2-40B4-BE49-F238E27FC236}">
                <a16:creationId xmlns:a16="http://schemas.microsoft.com/office/drawing/2014/main" id="{64643764-BAE9-7D26-0D32-255BF2A1711A}"/>
              </a:ext>
            </a:extLst>
          </p:cNvPr>
          <p:cNvSpPr txBox="1"/>
          <p:nvPr/>
        </p:nvSpPr>
        <p:spPr>
          <a:xfrm>
            <a:off x="5947438" y="6847109"/>
            <a:ext cx="68201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Transform</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50" name="TextBox 349">
            <a:extLst>
              <a:ext uri="{FF2B5EF4-FFF2-40B4-BE49-F238E27FC236}">
                <a16:creationId xmlns:a16="http://schemas.microsoft.com/office/drawing/2014/main" id="{57907989-8B4F-6E54-55A2-4D5657ADB4E1}"/>
              </a:ext>
            </a:extLst>
          </p:cNvPr>
          <p:cNvSpPr txBox="1"/>
          <p:nvPr/>
        </p:nvSpPr>
        <p:spPr>
          <a:xfrm>
            <a:off x="5372693" y="6923887"/>
            <a:ext cx="493231"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351" name="Graphic 350" descr="Paper outline">
            <a:extLst>
              <a:ext uri="{FF2B5EF4-FFF2-40B4-BE49-F238E27FC236}">
                <a16:creationId xmlns:a16="http://schemas.microsoft.com/office/drawing/2014/main" id="{E822FA8E-6CC9-5C85-8CF1-E0DFF6509C6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25760" y="7198626"/>
            <a:ext cx="401514" cy="378618"/>
          </a:xfrm>
          <a:prstGeom prst="rect">
            <a:avLst/>
          </a:prstGeom>
        </p:spPr>
      </p:pic>
      <p:pic>
        <p:nvPicPr>
          <p:cNvPr id="376" name="Graphic 375" descr="Paper outline">
            <a:extLst>
              <a:ext uri="{FF2B5EF4-FFF2-40B4-BE49-F238E27FC236}">
                <a16:creationId xmlns:a16="http://schemas.microsoft.com/office/drawing/2014/main" id="{48881980-9D26-BCB1-328F-2421893FB69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53666" y="7206854"/>
            <a:ext cx="703352" cy="663244"/>
          </a:xfrm>
          <a:prstGeom prst="rect">
            <a:avLst/>
          </a:prstGeom>
        </p:spPr>
      </p:pic>
      <p:pic>
        <p:nvPicPr>
          <p:cNvPr id="377" name="Graphic 376" descr="Paper outline">
            <a:extLst>
              <a:ext uri="{FF2B5EF4-FFF2-40B4-BE49-F238E27FC236}">
                <a16:creationId xmlns:a16="http://schemas.microsoft.com/office/drawing/2014/main" id="{B7648D74-AFDA-D9B6-8D90-2816B2123FA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3603" y="7215653"/>
            <a:ext cx="703352" cy="663244"/>
          </a:xfrm>
          <a:prstGeom prst="rect">
            <a:avLst/>
          </a:prstGeom>
        </p:spPr>
      </p:pic>
      <p:sp>
        <p:nvSpPr>
          <p:cNvPr id="378" name="Oval 377">
            <a:extLst>
              <a:ext uri="{FF2B5EF4-FFF2-40B4-BE49-F238E27FC236}">
                <a16:creationId xmlns:a16="http://schemas.microsoft.com/office/drawing/2014/main" id="{EED08A8B-FD96-9273-FE25-E38402E39360}"/>
              </a:ext>
            </a:extLst>
          </p:cNvPr>
          <p:cNvSpPr/>
          <p:nvPr/>
        </p:nvSpPr>
        <p:spPr>
          <a:xfrm>
            <a:off x="5657388" y="7542863"/>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9" name="Oval 378">
            <a:extLst>
              <a:ext uri="{FF2B5EF4-FFF2-40B4-BE49-F238E27FC236}">
                <a16:creationId xmlns:a16="http://schemas.microsoft.com/office/drawing/2014/main" id="{ACDE66A2-D7B9-5327-632F-80C476975021}"/>
              </a:ext>
            </a:extLst>
          </p:cNvPr>
          <p:cNvSpPr/>
          <p:nvPr/>
        </p:nvSpPr>
        <p:spPr>
          <a:xfrm>
            <a:off x="5572579" y="7408210"/>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81" name="Oval 380">
            <a:extLst>
              <a:ext uri="{FF2B5EF4-FFF2-40B4-BE49-F238E27FC236}">
                <a16:creationId xmlns:a16="http://schemas.microsoft.com/office/drawing/2014/main" id="{37A6F7B4-233E-9473-CC11-1B2D9C277773}"/>
              </a:ext>
            </a:extLst>
          </p:cNvPr>
          <p:cNvSpPr/>
          <p:nvPr/>
        </p:nvSpPr>
        <p:spPr>
          <a:xfrm>
            <a:off x="5573539" y="7686310"/>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82" name="Oval 381">
            <a:extLst>
              <a:ext uri="{FF2B5EF4-FFF2-40B4-BE49-F238E27FC236}">
                <a16:creationId xmlns:a16="http://schemas.microsoft.com/office/drawing/2014/main" id="{0CEA7FB2-9CBD-D2CF-2F82-B1215B286E88}"/>
              </a:ext>
            </a:extLst>
          </p:cNvPr>
          <p:cNvSpPr/>
          <p:nvPr/>
        </p:nvSpPr>
        <p:spPr>
          <a:xfrm>
            <a:off x="5816385" y="7542863"/>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83" name="Straight Connector 382">
            <a:extLst>
              <a:ext uri="{FF2B5EF4-FFF2-40B4-BE49-F238E27FC236}">
                <a16:creationId xmlns:a16="http://schemas.microsoft.com/office/drawing/2014/main" id="{4D57673F-5EEE-9C05-A261-93A31D2678B4}"/>
              </a:ext>
            </a:extLst>
          </p:cNvPr>
          <p:cNvCxnSpPr>
            <a:cxnSpLocks/>
            <a:stCxn id="378" idx="1"/>
            <a:endCxn id="379" idx="5"/>
          </p:cNvCxnSpPr>
          <p:nvPr/>
        </p:nvCxnSpPr>
        <p:spPr>
          <a:xfrm flipH="1" flipV="1">
            <a:off x="5631091" y="7481921"/>
            <a:ext cx="36336" cy="7358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68" name="Straight Connector 767">
            <a:extLst>
              <a:ext uri="{FF2B5EF4-FFF2-40B4-BE49-F238E27FC236}">
                <a16:creationId xmlns:a16="http://schemas.microsoft.com/office/drawing/2014/main" id="{1E868AA1-E1C1-57C4-AE62-81ED49525939}"/>
              </a:ext>
            </a:extLst>
          </p:cNvPr>
          <p:cNvCxnSpPr>
            <a:cxnSpLocks/>
            <a:stCxn id="382" idx="2"/>
            <a:endCxn id="378" idx="6"/>
          </p:cNvCxnSpPr>
          <p:nvPr/>
        </p:nvCxnSpPr>
        <p:spPr>
          <a:xfrm flipH="1">
            <a:off x="5725939" y="7586042"/>
            <a:ext cx="90446"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69" name="Straight Connector 768">
            <a:extLst>
              <a:ext uri="{FF2B5EF4-FFF2-40B4-BE49-F238E27FC236}">
                <a16:creationId xmlns:a16="http://schemas.microsoft.com/office/drawing/2014/main" id="{4CAACF7B-058A-866D-158E-D7801C604A76}"/>
              </a:ext>
            </a:extLst>
          </p:cNvPr>
          <p:cNvCxnSpPr>
            <a:cxnSpLocks/>
            <a:stCxn id="381" idx="7"/>
            <a:endCxn id="378" idx="3"/>
          </p:cNvCxnSpPr>
          <p:nvPr/>
        </p:nvCxnSpPr>
        <p:spPr>
          <a:xfrm flipV="1">
            <a:off x="5632051" y="7616574"/>
            <a:ext cx="35376" cy="8238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70" name="Straight Connector 769">
            <a:extLst>
              <a:ext uri="{FF2B5EF4-FFF2-40B4-BE49-F238E27FC236}">
                <a16:creationId xmlns:a16="http://schemas.microsoft.com/office/drawing/2014/main" id="{32E8D97D-CD41-C73A-08A5-364E9116B341}"/>
              </a:ext>
            </a:extLst>
          </p:cNvPr>
          <p:cNvCxnSpPr>
            <a:cxnSpLocks/>
            <a:stCxn id="339" idx="0"/>
            <a:endCxn id="343" idx="4"/>
          </p:cNvCxnSpPr>
          <p:nvPr/>
        </p:nvCxnSpPr>
        <p:spPr>
          <a:xfrm flipV="1">
            <a:off x="6426061" y="7529494"/>
            <a:ext cx="32928" cy="14035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771" name="Graphic 770" descr="Folder outline">
            <a:extLst>
              <a:ext uri="{FF2B5EF4-FFF2-40B4-BE49-F238E27FC236}">
                <a16:creationId xmlns:a16="http://schemas.microsoft.com/office/drawing/2014/main" id="{9075F67E-7CD8-77BA-A947-6A5451701D8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31728" y="6500357"/>
            <a:ext cx="1827333" cy="1827333"/>
          </a:xfrm>
          <a:prstGeom prst="rect">
            <a:avLst/>
          </a:prstGeom>
        </p:spPr>
      </p:pic>
      <p:cxnSp>
        <p:nvCxnSpPr>
          <p:cNvPr id="772" name="Connector: Elbow 771">
            <a:extLst>
              <a:ext uri="{FF2B5EF4-FFF2-40B4-BE49-F238E27FC236}">
                <a16:creationId xmlns:a16="http://schemas.microsoft.com/office/drawing/2014/main" id="{65BF2AD7-2525-5543-4C02-71BAFBDF489E}"/>
              </a:ext>
            </a:extLst>
          </p:cNvPr>
          <p:cNvCxnSpPr>
            <a:cxnSpLocks/>
            <a:stCxn id="280" idx="3"/>
          </p:cNvCxnSpPr>
          <p:nvPr/>
        </p:nvCxnSpPr>
        <p:spPr>
          <a:xfrm>
            <a:off x="8817048" y="5036487"/>
            <a:ext cx="1658397" cy="2811882"/>
          </a:xfrm>
          <a:prstGeom prst="bentConnector3">
            <a:avLst>
              <a:gd name="adj1" fmla="val 6054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73" name="Create a visual hierarchy. Help users navigate the page with titles, subtitles, and subsubtitles">
            <a:extLst>
              <a:ext uri="{FF2B5EF4-FFF2-40B4-BE49-F238E27FC236}">
                <a16:creationId xmlns:a16="http://schemas.microsoft.com/office/drawing/2014/main" id="{ADF0BD39-A7AE-DEB3-D794-274C3525BBD7}"/>
              </a:ext>
            </a:extLst>
          </p:cNvPr>
          <p:cNvSpPr txBox="1"/>
          <p:nvPr/>
        </p:nvSpPr>
        <p:spPr>
          <a:xfrm>
            <a:off x="10475445" y="5751632"/>
            <a:ext cx="2952178" cy="608804"/>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Processed R tables can be called by, or passed between, modules and notebooks outside of a specific module context.</a:t>
            </a:r>
            <a:endParaRPr>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774" name="Create a visual hierarchy. Help users navigate the page with titles, subtitles, and subsubtitles">
            <a:extLst>
              <a:ext uri="{FF2B5EF4-FFF2-40B4-BE49-F238E27FC236}">
                <a16:creationId xmlns:a16="http://schemas.microsoft.com/office/drawing/2014/main" id="{6754AEF9-145A-31ED-5E8C-74A9E5C6C13B}"/>
              </a:ext>
            </a:extLst>
          </p:cNvPr>
          <p:cNvSpPr txBox="1"/>
          <p:nvPr/>
        </p:nvSpPr>
        <p:spPr>
          <a:xfrm>
            <a:off x="10475445" y="4465003"/>
            <a:ext cx="2952178" cy="941203"/>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chemeClr val="bg2">
                    <a:lumMod val="10000"/>
                  </a:schemeClr>
                </a:solidFill>
                <a:latin typeface="Source Sans Pro" panose="020B0503030403020204" pitchFamily="34" charset="0"/>
                <a:ea typeface="Source Sans Pro" panose="020B0503030403020204" pitchFamily="34" charset="0"/>
              </a:rPr>
              <a:t>Standardized R data structures. These are not limited to simple tables; they can represent sparse matrices, graph edge lists, and more- all interconnected by key columns. </a:t>
            </a:r>
          </a:p>
        </p:txBody>
      </p:sp>
      <p:graphicFrame>
        <p:nvGraphicFramePr>
          <p:cNvPr id="775" name="Table">
            <a:extLst>
              <a:ext uri="{FF2B5EF4-FFF2-40B4-BE49-F238E27FC236}">
                <a16:creationId xmlns:a16="http://schemas.microsoft.com/office/drawing/2014/main" id="{3985622C-717D-34D0-18C4-F49EFCBEA188}"/>
              </a:ext>
            </a:extLst>
          </p:cNvPr>
          <p:cNvGraphicFramePr/>
          <p:nvPr/>
        </p:nvGraphicFramePr>
        <p:xfrm>
          <a:off x="8811258" y="3711754"/>
          <a:ext cx="269392" cy="21336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0">
                <a:tc>
                  <a:txBody>
                    <a:bodyPr/>
                    <a:lstStyle/>
                    <a:p>
                      <a:pPr defTabSz="914400">
                        <a:defRPr sz="700" b="0">
                          <a:latin typeface="+mj-lt"/>
                          <a:ea typeface="+mj-ea"/>
                          <a:cs typeface="+mj-cs"/>
                          <a:sym typeface="Source Sans Pro Regular"/>
                        </a:defRPr>
                      </a:pPr>
                      <a:endParaRPr>
                        <a:solidFill>
                          <a:schemeClr val="accent1">
                            <a:lumMod val="50000"/>
                          </a:schemeClr>
                        </a:solid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0">
                <a:tc>
                  <a:txBody>
                    <a:bodyPr/>
                    <a:lstStyle/>
                    <a:p>
                      <a:pPr defTabSz="914400">
                        <a:defRPr sz="700">
                          <a:sym typeface="Source Sans Pro Regular"/>
                        </a:defRPr>
                      </a:pPr>
                      <a:endParaRPr>
                        <a:solidFill>
                          <a:schemeClr val="accent1">
                            <a:lumMod val="75000"/>
                          </a:schemeClr>
                        </a:solid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265BF"/>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cxnSp>
        <p:nvCxnSpPr>
          <p:cNvPr id="776" name="Connector: Elbow 775">
            <a:extLst>
              <a:ext uri="{FF2B5EF4-FFF2-40B4-BE49-F238E27FC236}">
                <a16:creationId xmlns:a16="http://schemas.microsoft.com/office/drawing/2014/main" id="{6F42A837-0594-D970-ED68-599170E7D1F1}"/>
              </a:ext>
            </a:extLst>
          </p:cNvPr>
          <p:cNvCxnSpPr>
            <a:cxnSpLocks/>
            <a:stCxn id="775" idx="3"/>
          </p:cNvCxnSpPr>
          <p:nvPr/>
        </p:nvCxnSpPr>
        <p:spPr>
          <a:xfrm>
            <a:off x="9080650" y="3818434"/>
            <a:ext cx="1430968" cy="1763184"/>
          </a:xfrm>
          <a:prstGeom prst="bentConnector3">
            <a:avLst>
              <a:gd name="adj1" fmla="val 6664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77" name="Connector: Elbow 776">
            <a:extLst>
              <a:ext uri="{FF2B5EF4-FFF2-40B4-BE49-F238E27FC236}">
                <a16:creationId xmlns:a16="http://schemas.microsoft.com/office/drawing/2014/main" id="{D5A9AE2D-C8A7-7F64-E3D4-AE25F968A131}"/>
              </a:ext>
            </a:extLst>
          </p:cNvPr>
          <p:cNvCxnSpPr>
            <a:cxnSpLocks/>
            <a:stCxn id="687" idx="3"/>
          </p:cNvCxnSpPr>
          <p:nvPr/>
        </p:nvCxnSpPr>
        <p:spPr>
          <a:xfrm>
            <a:off x="9248461" y="3360976"/>
            <a:ext cx="1260100" cy="926858"/>
          </a:xfrm>
          <a:prstGeom prst="bentConnector3">
            <a:avLst>
              <a:gd name="adj1" fmla="val 82014"/>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78" name="Connector: Elbow 777">
            <a:extLst>
              <a:ext uri="{FF2B5EF4-FFF2-40B4-BE49-F238E27FC236}">
                <a16:creationId xmlns:a16="http://schemas.microsoft.com/office/drawing/2014/main" id="{4FD4A9A4-9FAF-E35D-63C4-C95624BB3525}"/>
              </a:ext>
            </a:extLst>
          </p:cNvPr>
          <p:cNvCxnSpPr>
            <a:cxnSpLocks/>
            <a:endCxn id="664" idx="2"/>
          </p:cNvCxnSpPr>
          <p:nvPr/>
        </p:nvCxnSpPr>
        <p:spPr>
          <a:xfrm rot="5400000" flipH="1" flipV="1">
            <a:off x="6014895" y="3691384"/>
            <a:ext cx="498075" cy="425047"/>
          </a:xfrm>
          <a:prstGeom prst="bentConnector3">
            <a:avLst>
              <a:gd name="adj1" fmla="val 50000"/>
            </a:avLst>
          </a:prstGeom>
          <a:noFill/>
          <a:ln w="25400" cap="flat">
            <a:solidFill>
              <a:srgbClr val="000000"/>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79" name="Connector: Elbow 778">
            <a:extLst>
              <a:ext uri="{FF2B5EF4-FFF2-40B4-BE49-F238E27FC236}">
                <a16:creationId xmlns:a16="http://schemas.microsoft.com/office/drawing/2014/main" id="{BFAECC5F-5C72-53F6-C569-29163532A99A}"/>
              </a:ext>
            </a:extLst>
          </p:cNvPr>
          <p:cNvCxnSpPr>
            <a:cxnSpLocks/>
            <a:stCxn id="664" idx="0"/>
            <a:endCxn id="686" idx="3"/>
          </p:cNvCxnSpPr>
          <p:nvPr/>
        </p:nvCxnSpPr>
        <p:spPr>
          <a:xfrm rot="16200000" flipV="1">
            <a:off x="5919859" y="2557655"/>
            <a:ext cx="663195" cy="450001"/>
          </a:xfrm>
          <a:prstGeom prst="bentConnector2">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sp>
        <p:nvSpPr>
          <p:cNvPr id="780" name="Create a visual hierarchy. Help users navigate the page with titles, subtitles, and subsubtitles">
            <a:extLst>
              <a:ext uri="{FF2B5EF4-FFF2-40B4-BE49-F238E27FC236}">
                <a16:creationId xmlns:a16="http://schemas.microsoft.com/office/drawing/2014/main" id="{D66EC5F7-251D-137F-B710-AA10D35FC35B}"/>
              </a:ext>
            </a:extLst>
          </p:cNvPr>
          <p:cNvSpPr txBox="1"/>
          <p:nvPr/>
        </p:nvSpPr>
        <p:spPr>
          <a:xfrm>
            <a:off x="10465649" y="1936554"/>
            <a:ext cx="3181845" cy="2181542"/>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Parsers: Automatically normalize diverse raw sources into uniform, structured R tables that are reusable across multiple transformations.</a:t>
            </a:r>
            <a:br>
              <a:rPr lang="en-US">
                <a:latin typeface="Source Sans Pro" panose="020B0503030403020204" pitchFamily="34" charset="0"/>
                <a:ea typeface="Source Sans Pro" panose="020B0503030403020204" pitchFamily="34" charset="0"/>
                <a:sym typeface="Source Sans Pro"/>
              </a:rPr>
            </a:br>
            <a:r>
              <a:rPr lang="en-US">
                <a:latin typeface="Source Sans Pro" panose="020B0503030403020204" pitchFamily="34" charset="0"/>
                <a:ea typeface="Source Sans Pro" panose="020B0503030403020204" pitchFamily="34" charset="0"/>
                <a:sym typeface="Source Sans Pro"/>
              </a:rPr>
              <a:t>Transformations: utilize functions-such as bipartite, temporal, and multimodal-to reshape tables into nodes, edges, and complex relationships.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Constructors: Generate general graphs from these tables, regardless of the underlying data source</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Projections</a:t>
            </a:r>
            <a:r>
              <a:rPr lang="en-US">
                <a:latin typeface="Source Sans Pro" panose="020B0503030403020204" pitchFamily="34" charset="0"/>
                <a:ea typeface="Source Sans Pro" panose="020B0503030403020204" pitchFamily="34" charset="0"/>
              </a:rPr>
              <a:t>: Output final data and analytical results directly to the terminal or console.</a:t>
            </a:r>
            <a:endParaRPr lang="en-US">
              <a:latin typeface="Source Sans Pro" panose="020B0503030403020204" pitchFamily="34" charset="0"/>
              <a:ea typeface="Source Sans Pro" panose="020B0503030403020204" pitchFamily="34" charset="0"/>
              <a:sym typeface="Source Sans Pro"/>
            </a:endParaRPr>
          </a:p>
        </p:txBody>
      </p:sp>
      <p:sp>
        <p:nvSpPr>
          <p:cNvPr id="781" name="Manipulate Variables">
            <a:extLst>
              <a:ext uri="{FF2B5EF4-FFF2-40B4-BE49-F238E27FC236}">
                <a16:creationId xmlns:a16="http://schemas.microsoft.com/office/drawing/2014/main" id="{A46EC338-8BA5-7DC4-F3FE-B551F1815D67}"/>
              </a:ext>
            </a:extLst>
          </p:cNvPr>
          <p:cNvSpPr txBox="1"/>
          <p:nvPr/>
        </p:nvSpPr>
        <p:spPr>
          <a:xfrm>
            <a:off x="10511618" y="1606442"/>
            <a:ext cx="1752003"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Capabilities</a:t>
            </a:r>
            <a:endParaRPr/>
          </a:p>
        </p:txBody>
      </p:sp>
      <p:sp>
        <p:nvSpPr>
          <p:cNvPr id="782" name="Manipulate Variables">
            <a:extLst>
              <a:ext uri="{FF2B5EF4-FFF2-40B4-BE49-F238E27FC236}">
                <a16:creationId xmlns:a16="http://schemas.microsoft.com/office/drawing/2014/main" id="{D99DCFAD-852F-79DF-A403-91B8D1ED73A8}"/>
              </a:ext>
            </a:extLst>
          </p:cNvPr>
          <p:cNvSpPr txBox="1"/>
          <p:nvPr/>
        </p:nvSpPr>
        <p:spPr>
          <a:xfrm>
            <a:off x="10511618" y="5411603"/>
            <a:ext cx="2071444"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External Tables</a:t>
            </a:r>
            <a:endParaRPr lang="en-US" sz="2500">
              <a:solidFill>
                <a:schemeClr val="tx2"/>
              </a:solidFill>
            </a:endParaRPr>
          </a:p>
        </p:txBody>
      </p:sp>
      <p:sp>
        <p:nvSpPr>
          <p:cNvPr id="783" name="Manipulate Variables">
            <a:extLst>
              <a:ext uri="{FF2B5EF4-FFF2-40B4-BE49-F238E27FC236}">
                <a16:creationId xmlns:a16="http://schemas.microsoft.com/office/drawing/2014/main" id="{336A37CC-9576-85DA-FD38-3FA6EF3A8BAC}"/>
              </a:ext>
            </a:extLst>
          </p:cNvPr>
          <p:cNvSpPr txBox="1"/>
          <p:nvPr/>
        </p:nvSpPr>
        <p:spPr>
          <a:xfrm>
            <a:off x="10508561" y="8692478"/>
            <a:ext cx="1903395"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External Files</a:t>
            </a:r>
            <a:endParaRPr/>
          </a:p>
        </p:txBody>
      </p:sp>
      <p:sp>
        <p:nvSpPr>
          <p:cNvPr id="784" name="Rectangle 783">
            <a:extLst>
              <a:ext uri="{FF2B5EF4-FFF2-40B4-BE49-F238E27FC236}">
                <a16:creationId xmlns:a16="http://schemas.microsoft.com/office/drawing/2014/main" id="{6C37651B-02FF-8E76-C8BC-5512A032CE78}"/>
              </a:ext>
            </a:extLst>
          </p:cNvPr>
          <p:cNvSpPr/>
          <p:nvPr/>
        </p:nvSpPr>
        <p:spPr>
          <a:xfrm>
            <a:off x="5082239" y="2877825"/>
            <a:ext cx="4372067" cy="1115113"/>
          </a:xfrm>
          <a:prstGeom prst="rect">
            <a:avLst/>
          </a:prstGeom>
          <a:noFill/>
          <a:ln w="12700" cap="flat">
            <a:solidFill>
              <a:schemeClr val="accent6">
                <a:lumMod val="60000"/>
                <a:lumOff val="4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89" name="Create a visual hierarchy. Help users navigate the page with titles, subtitles, and subsubtitles">
            <a:extLst>
              <a:ext uri="{FF2B5EF4-FFF2-40B4-BE49-F238E27FC236}">
                <a16:creationId xmlns:a16="http://schemas.microsoft.com/office/drawing/2014/main" id="{F36035A9-B4CC-AE27-2730-103792F86433}"/>
              </a:ext>
            </a:extLst>
          </p:cNvPr>
          <p:cNvSpPr txBox="1"/>
          <p:nvPr/>
        </p:nvSpPr>
        <p:spPr>
          <a:xfrm>
            <a:off x="10508561" y="9078148"/>
            <a:ext cx="2700586" cy="1355675"/>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solidFill>
                  <a:schemeClr val="bg2">
                    <a:lumMod val="10000"/>
                  </a:schemeClr>
                </a:solidFill>
                <a:latin typeface="Source Sans Pro" panose="020B0503030403020204" pitchFamily="34" charset="0"/>
                <a:ea typeface="Source Sans Pro" panose="020B0503030403020204" pitchFamily="34" charset="0"/>
              </a:rPr>
              <a:t>Reusable R scripts and functions. Example of external file’s function</a:t>
            </a:r>
          </a:p>
          <a:p>
            <a:r>
              <a:rPr lang="en-US" err="1"/>
              <a:t>identity_match</a:t>
            </a:r>
            <a:r>
              <a:rPr lang="en-US"/>
              <a:t>()</a:t>
            </a:r>
          </a:p>
          <a:p>
            <a:r>
              <a:rPr lang="en-US" b="0">
                <a:solidFill>
                  <a:schemeClr val="bg2">
                    <a:lumMod val="10000"/>
                  </a:schemeClr>
                </a:solidFill>
              </a:rPr>
              <a:t>Matchtes tables based on column “</a:t>
            </a:r>
            <a:r>
              <a:rPr lang="en-US" b="0" err="1">
                <a:solidFill>
                  <a:schemeClr val="bg2">
                    <a:lumMod val="10000"/>
                  </a:schemeClr>
                </a:solidFill>
              </a:rPr>
              <a:t>author_name_email</a:t>
            </a:r>
            <a:r>
              <a:rPr lang="en-US" b="0">
                <a:solidFill>
                  <a:schemeClr val="bg2">
                    <a:lumMod val="10000"/>
                  </a:schemeClr>
                </a:solidFill>
              </a:rPr>
              <a:t>”</a:t>
            </a:r>
            <a:br>
              <a:rPr lang="en-US">
                <a:solidFill>
                  <a:schemeClr val="bg2">
                    <a:lumMod val="10000"/>
                  </a:schemeClr>
                </a:solidFill>
                <a:latin typeface="Source Sans Pro" panose="020B0503030403020204" pitchFamily="34" charset="0"/>
                <a:ea typeface="Source Sans Pro" panose="020B0503030403020204" pitchFamily="34" charset="0"/>
              </a:rPr>
            </a:br>
            <a:br>
              <a:rPr lang="en-US" sz="1000">
                <a:solidFill>
                  <a:schemeClr val="bg2">
                    <a:lumMod val="10000"/>
                  </a:schemeClr>
                </a:solidFill>
                <a:latin typeface="Source Sans Pro" panose="020B0503030403020204" pitchFamily="34" charset="0"/>
                <a:ea typeface="Source Sans Pro" panose="020B0503030403020204" pitchFamily="34" charset="0"/>
              </a:rPr>
            </a:b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cxnSp>
        <p:nvCxnSpPr>
          <p:cNvPr id="796" name="Connector: Elbow 795">
            <a:extLst>
              <a:ext uri="{FF2B5EF4-FFF2-40B4-BE49-F238E27FC236}">
                <a16:creationId xmlns:a16="http://schemas.microsoft.com/office/drawing/2014/main" id="{7538F2EB-B181-F33E-F12A-36A07C456658}"/>
              </a:ext>
            </a:extLst>
          </p:cNvPr>
          <p:cNvCxnSpPr>
            <a:cxnSpLocks/>
            <a:stCxn id="311" idx="3"/>
          </p:cNvCxnSpPr>
          <p:nvPr/>
        </p:nvCxnSpPr>
        <p:spPr>
          <a:xfrm>
            <a:off x="9248461" y="8689060"/>
            <a:ext cx="1260100" cy="173433"/>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99" name="Connector: Elbow 798">
            <a:extLst>
              <a:ext uri="{FF2B5EF4-FFF2-40B4-BE49-F238E27FC236}">
                <a16:creationId xmlns:a16="http://schemas.microsoft.com/office/drawing/2014/main" id="{B5A2BB76-F642-806F-9935-A70102DCC64D}"/>
              </a:ext>
            </a:extLst>
          </p:cNvPr>
          <p:cNvCxnSpPr>
            <a:cxnSpLocks/>
          </p:cNvCxnSpPr>
          <p:nvPr/>
        </p:nvCxnSpPr>
        <p:spPr>
          <a:xfrm flipV="1">
            <a:off x="7995571" y="8862493"/>
            <a:ext cx="2512990" cy="467521"/>
          </a:xfrm>
          <a:prstGeom prst="bentConnector3">
            <a:avLst>
              <a:gd name="adj1" fmla="val 7515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25981942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E74E4-AF7D-B445-059B-3235832ABDE1}"/>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3BE31A9C-B9F2-FEAC-FAD2-475AFB8F0BA8}"/>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979C99B2-A24D-590F-17AE-952F683F5536}"/>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1F2C7F9A-3CB6-0325-5644-AA72B1701A20}"/>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A93736AB-B118-CD8D-EEC6-927F74716618}"/>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Table Structure </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D5355BBB-5E67-99CC-1926-F8CDAE48CF21}"/>
              </a:ext>
            </a:extLst>
          </p:cNvPr>
          <p:cNvSpPr txBox="1"/>
          <p:nvPr/>
        </p:nvSpPr>
        <p:spPr>
          <a:xfrm>
            <a:off x="292287" y="1123238"/>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pic>
        <p:nvPicPr>
          <p:cNvPr id="8" name="Picture 7" descr="A picture containing text&#10;&#10;Description automatically generated">
            <a:extLst>
              <a:ext uri="{FF2B5EF4-FFF2-40B4-BE49-F238E27FC236}">
                <a16:creationId xmlns:a16="http://schemas.microsoft.com/office/drawing/2014/main" id="{39B366E1-E0CF-8F94-7EC2-6D340903FF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56C1FD5B-B1E3-ECED-D447-DD4DDA5AE000}"/>
              </a:ext>
            </a:extLst>
          </p:cNvPr>
          <p:cNvSpPr txBox="1"/>
          <p:nvPr/>
        </p:nvSpPr>
        <p:spPr>
          <a:xfrm>
            <a:off x="292287" y="1462444"/>
            <a:ext cx="2768702"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a:solidFill>
                  <a:schemeClr val="bg2">
                    <a:lumMod val="10000"/>
                  </a:schemeClr>
                </a:solidFill>
                <a:sym typeface="Source Sans Pro Light"/>
              </a:rPr>
              <a:t>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the download and analysis of multiple sources, such as Git, Jira, and </a:t>
            </a:r>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Light"/>
              </a:rPr>
              <a:t>Github</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 Table's structure changes depending on how many sources are used.</a:t>
            </a:r>
            <a:endParaRPr lang="en-US" b="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C4DA7AEC-832F-5586-A84F-6678C44DE1D5}"/>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5">
                  <a:extLst>
                    <a:ext uri="{A12FA001-AC4F-418D-AE19-62706E023703}">
                      <ahyp:hlinkClr xmlns:ahyp="http://schemas.microsoft.com/office/drawing/2018/hyperlinkcolor" val="tx"/>
                    </a:ext>
                  </a:extLst>
                </a:hlinkClick>
              </a:rPr>
              <a:t>CC BY SA</a:t>
            </a:r>
            <a:r>
              <a:rPr lang="en-US" sz="1000" b="0">
                <a:solidFill>
                  <a:schemeClr val="tx1"/>
                </a:solidFill>
              </a:rPr>
              <a:t> John Flinn</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3" name="Graphic 2" descr="Paper outline">
            <a:extLst>
              <a:ext uri="{FF2B5EF4-FFF2-40B4-BE49-F238E27FC236}">
                <a16:creationId xmlns:a16="http://schemas.microsoft.com/office/drawing/2014/main" id="{CE56ACF8-FE7A-A0C4-087E-30A0979B480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91126" y="8616665"/>
            <a:ext cx="1422056" cy="1422056"/>
          </a:xfrm>
          <a:prstGeom prst="rect">
            <a:avLst/>
          </a:prstGeom>
        </p:spPr>
      </p:pic>
      <p:sp>
        <p:nvSpPr>
          <p:cNvPr id="4" name="TextBox 3">
            <a:extLst>
              <a:ext uri="{FF2B5EF4-FFF2-40B4-BE49-F238E27FC236}">
                <a16:creationId xmlns:a16="http://schemas.microsoft.com/office/drawing/2014/main" id="{1846301E-7A37-3413-AF3B-91C2BDA786B7}"/>
              </a:ext>
            </a:extLst>
          </p:cNvPr>
          <p:cNvSpPr txBox="1"/>
          <p:nvPr/>
        </p:nvSpPr>
        <p:spPr>
          <a:xfrm>
            <a:off x="6040983" y="9956396"/>
            <a:ext cx="108813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b</a:t>
            </a:r>
            <a:r>
              <a:rPr kumimoji="0" lang="en-US" sz="1000" b="0" i="0" u="none" strike="noStrike" cap="none" spc="0" normalizeH="0" baseline="0" err="1">
                <a:ln>
                  <a:noFill/>
                </a:ln>
                <a:solidFill>
                  <a:srgbClr val="4C4C4C"/>
                </a:solidFill>
                <a:effectLst/>
                <a:uFillTx/>
                <a:sym typeface="Source Sans Pro"/>
              </a:rPr>
              <a:t>ug_count.Rmd</a:t>
            </a:r>
            <a:endParaRPr kumimoji="0" lang="en-US" sz="1000" b="0" i="0" u="none" strike="noStrike" cap="none" spc="0" normalizeH="0" baseline="0">
              <a:ln>
                <a:noFill/>
              </a:ln>
              <a:solidFill>
                <a:srgbClr val="4C4C4C"/>
              </a:solidFill>
              <a:effectLst/>
              <a:uFillTx/>
              <a:sym typeface="Source Sans Pro"/>
            </a:endParaRPr>
          </a:p>
        </p:txBody>
      </p:sp>
      <p:pic>
        <p:nvPicPr>
          <p:cNvPr id="11" name="Graphic 10" descr="Paper outline">
            <a:extLst>
              <a:ext uri="{FF2B5EF4-FFF2-40B4-BE49-F238E27FC236}">
                <a16:creationId xmlns:a16="http://schemas.microsoft.com/office/drawing/2014/main" id="{780A3B12-A870-3848-EED0-5475E318C86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68258" y="6163943"/>
            <a:ext cx="546587" cy="515418"/>
          </a:xfrm>
          <a:prstGeom prst="rect">
            <a:avLst/>
          </a:prstGeom>
        </p:spPr>
      </p:pic>
      <p:pic>
        <p:nvPicPr>
          <p:cNvPr id="16" name="Graphic 15" descr="Paper outline">
            <a:extLst>
              <a:ext uri="{FF2B5EF4-FFF2-40B4-BE49-F238E27FC236}">
                <a16:creationId xmlns:a16="http://schemas.microsoft.com/office/drawing/2014/main" id="{7EA05994-32E5-DFEB-A549-38819A2F343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67015" y="4249085"/>
            <a:ext cx="546587" cy="515418"/>
          </a:xfrm>
          <a:prstGeom prst="rect">
            <a:avLst/>
          </a:prstGeom>
        </p:spPr>
      </p:pic>
      <p:sp>
        <p:nvSpPr>
          <p:cNvPr id="22" name="TextBox 21">
            <a:extLst>
              <a:ext uri="{FF2B5EF4-FFF2-40B4-BE49-F238E27FC236}">
                <a16:creationId xmlns:a16="http://schemas.microsoft.com/office/drawing/2014/main" id="{C50498CB-164E-354E-E1B4-AE3EC8F683C6}"/>
              </a:ext>
            </a:extLst>
          </p:cNvPr>
          <p:cNvSpPr txBox="1"/>
          <p:nvPr/>
        </p:nvSpPr>
        <p:spPr>
          <a:xfrm>
            <a:off x="3990089" y="4396216"/>
            <a:ext cx="69142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Downloaders</a:t>
            </a:r>
            <a:endParaRPr kumimoji="0" lang="en-US" sz="800" b="0" i="0" u="none" strike="noStrike" cap="none" spc="0" normalizeH="0" baseline="0">
              <a:ln>
                <a:noFill/>
              </a:ln>
              <a:solidFill>
                <a:srgbClr val="4C4C4C"/>
              </a:solidFill>
              <a:effectLst/>
              <a:uFillTx/>
              <a:sym typeface="Source Sans Pro"/>
            </a:endParaRPr>
          </a:p>
        </p:txBody>
      </p:sp>
      <p:sp>
        <p:nvSpPr>
          <p:cNvPr id="29" name="TextBox 28">
            <a:extLst>
              <a:ext uri="{FF2B5EF4-FFF2-40B4-BE49-F238E27FC236}">
                <a16:creationId xmlns:a16="http://schemas.microsoft.com/office/drawing/2014/main" id="{C397827F-8B72-53CD-01D8-2B0BA5023073}"/>
              </a:ext>
            </a:extLst>
          </p:cNvPr>
          <p:cNvSpPr txBox="1"/>
          <p:nvPr/>
        </p:nvSpPr>
        <p:spPr>
          <a:xfrm>
            <a:off x="4235466" y="5322115"/>
            <a:ext cx="44035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Parsers</a:t>
            </a:r>
            <a:endParaRPr kumimoji="0" lang="en-US" sz="800" b="0" i="0" u="none" strike="noStrike" cap="none" spc="0" normalizeH="0" baseline="0">
              <a:ln>
                <a:noFill/>
              </a:ln>
              <a:solidFill>
                <a:srgbClr val="4C4C4C"/>
              </a:solidFill>
              <a:effectLst/>
              <a:uFillTx/>
              <a:sym typeface="Source Sans Pro"/>
            </a:endParaRPr>
          </a:p>
        </p:txBody>
      </p:sp>
      <p:sp>
        <p:nvSpPr>
          <p:cNvPr id="30" name="Rectangle 29">
            <a:extLst>
              <a:ext uri="{FF2B5EF4-FFF2-40B4-BE49-F238E27FC236}">
                <a16:creationId xmlns:a16="http://schemas.microsoft.com/office/drawing/2014/main" id="{0548F74E-5799-968D-2902-14BA6E8F822D}"/>
              </a:ext>
            </a:extLst>
          </p:cNvPr>
          <p:cNvSpPr/>
          <p:nvPr/>
        </p:nvSpPr>
        <p:spPr>
          <a:xfrm>
            <a:off x="3925685" y="3704069"/>
            <a:ext cx="1214510" cy="4103126"/>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 name="TextBox 33">
            <a:extLst>
              <a:ext uri="{FF2B5EF4-FFF2-40B4-BE49-F238E27FC236}">
                <a16:creationId xmlns:a16="http://schemas.microsoft.com/office/drawing/2014/main" id="{FCD16649-6DF5-6DA5-18C8-D743D8E9E214}"/>
              </a:ext>
            </a:extLst>
          </p:cNvPr>
          <p:cNvSpPr txBox="1"/>
          <p:nvPr/>
        </p:nvSpPr>
        <p:spPr>
          <a:xfrm>
            <a:off x="3925759" y="3678585"/>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41" name="Rectangle 40">
            <a:extLst>
              <a:ext uri="{FF2B5EF4-FFF2-40B4-BE49-F238E27FC236}">
                <a16:creationId xmlns:a16="http://schemas.microsoft.com/office/drawing/2014/main" id="{4BE4A2EE-7D87-EF77-974E-1B3810987EA4}"/>
              </a:ext>
            </a:extLst>
          </p:cNvPr>
          <p:cNvSpPr/>
          <p:nvPr/>
        </p:nvSpPr>
        <p:spPr>
          <a:xfrm>
            <a:off x="3924748" y="3704069"/>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451" name="Graphic 450" descr="Paper outline">
            <a:extLst>
              <a:ext uri="{FF2B5EF4-FFF2-40B4-BE49-F238E27FC236}">
                <a16:creationId xmlns:a16="http://schemas.microsoft.com/office/drawing/2014/main" id="{FD6C28AA-6E9E-1B49-1189-E17694523E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68259" y="5189667"/>
            <a:ext cx="546587" cy="515418"/>
          </a:xfrm>
          <a:prstGeom prst="rect">
            <a:avLst/>
          </a:prstGeom>
        </p:spPr>
      </p:pic>
      <p:sp>
        <p:nvSpPr>
          <p:cNvPr id="454" name="TextBox 453">
            <a:extLst>
              <a:ext uri="{FF2B5EF4-FFF2-40B4-BE49-F238E27FC236}">
                <a16:creationId xmlns:a16="http://schemas.microsoft.com/office/drawing/2014/main" id="{935E032D-EF6B-B3DA-8348-C71080413D6B}"/>
              </a:ext>
            </a:extLst>
          </p:cNvPr>
          <p:cNvSpPr txBox="1"/>
          <p:nvPr/>
        </p:nvSpPr>
        <p:spPr>
          <a:xfrm>
            <a:off x="3966320" y="6309712"/>
            <a:ext cx="709505"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Transformers</a:t>
            </a:r>
            <a:endParaRPr kumimoji="0" lang="en-US" sz="800" b="0" i="0" u="none" strike="noStrike" cap="none" spc="0" normalizeH="0" baseline="0">
              <a:ln>
                <a:noFill/>
              </a:ln>
              <a:solidFill>
                <a:srgbClr val="4C4C4C"/>
              </a:solidFill>
              <a:effectLst/>
              <a:uFillTx/>
              <a:sym typeface="Source Sans Pro"/>
            </a:endParaRPr>
          </a:p>
        </p:txBody>
      </p:sp>
      <p:pic>
        <p:nvPicPr>
          <p:cNvPr id="484" name="Graphic 483" descr="Paper outline">
            <a:extLst>
              <a:ext uri="{FF2B5EF4-FFF2-40B4-BE49-F238E27FC236}">
                <a16:creationId xmlns:a16="http://schemas.microsoft.com/office/drawing/2014/main" id="{A167CFA1-78DC-5B20-8484-6FD92EFDA83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88960" y="6749751"/>
            <a:ext cx="312023" cy="294230"/>
          </a:xfrm>
          <a:prstGeom prst="rect">
            <a:avLst/>
          </a:prstGeom>
        </p:spPr>
      </p:pic>
      <p:sp>
        <p:nvSpPr>
          <p:cNvPr id="499" name="Rectangle 498">
            <a:extLst>
              <a:ext uri="{FF2B5EF4-FFF2-40B4-BE49-F238E27FC236}">
                <a16:creationId xmlns:a16="http://schemas.microsoft.com/office/drawing/2014/main" id="{86849798-5396-E447-7CA8-80C795DBE186}"/>
              </a:ext>
            </a:extLst>
          </p:cNvPr>
          <p:cNvSpPr/>
          <p:nvPr/>
        </p:nvSpPr>
        <p:spPr>
          <a:xfrm>
            <a:off x="3807864" y="3468881"/>
            <a:ext cx="7190279" cy="4565505"/>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22" name="Rectangle 521">
            <a:extLst>
              <a:ext uri="{FF2B5EF4-FFF2-40B4-BE49-F238E27FC236}">
                <a16:creationId xmlns:a16="http://schemas.microsoft.com/office/drawing/2014/main" id="{7F282B8D-C78F-655A-8BD7-B80123AE4084}"/>
              </a:ext>
            </a:extLst>
          </p:cNvPr>
          <p:cNvSpPr/>
          <p:nvPr/>
        </p:nvSpPr>
        <p:spPr>
          <a:xfrm>
            <a:off x="9607807" y="3674819"/>
            <a:ext cx="1097252" cy="849731"/>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23" name="TextBox 522">
            <a:extLst>
              <a:ext uri="{FF2B5EF4-FFF2-40B4-BE49-F238E27FC236}">
                <a16:creationId xmlns:a16="http://schemas.microsoft.com/office/drawing/2014/main" id="{EFDD8405-7B13-0B7A-D6E8-C7F6C4A5AC1D}"/>
              </a:ext>
            </a:extLst>
          </p:cNvPr>
          <p:cNvSpPr txBox="1"/>
          <p:nvPr/>
        </p:nvSpPr>
        <p:spPr>
          <a:xfrm>
            <a:off x="9603694" y="3652445"/>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Src</a:t>
            </a:r>
            <a:r>
              <a:rPr lang="en-US" sz="1000" b="0"/>
              <a:t> Module</a:t>
            </a:r>
            <a:endParaRPr kumimoji="0" lang="en-US" sz="1000" b="0" i="0" u="none" strike="noStrike" cap="none" spc="0" normalizeH="0" baseline="0">
              <a:ln>
                <a:noFill/>
              </a:ln>
              <a:solidFill>
                <a:srgbClr val="4C4C4C"/>
              </a:solidFill>
              <a:effectLst/>
              <a:uFillTx/>
              <a:sym typeface="Source Sans Pro"/>
            </a:endParaRPr>
          </a:p>
        </p:txBody>
      </p:sp>
      <p:sp>
        <p:nvSpPr>
          <p:cNvPr id="524" name="Rectangle 523">
            <a:extLst>
              <a:ext uri="{FF2B5EF4-FFF2-40B4-BE49-F238E27FC236}">
                <a16:creationId xmlns:a16="http://schemas.microsoft.com/office/drawing/2014/main" id="{B6172F1B-5234-B71C-524B-C79317680264}"/>
              </a:ext>
            </a:extLst>
          </p:cNvPr>
          <p:cNvSpPr/>
          <p:nvPr/>
        </p:nvSpPr>
        <p:spPr>
          <a:xfrm>
            <a:off x="9609220" y="3674819"/>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527" name="Graphic 526" descr="Paper outline">
            <a:extLst>
              <a:ext uri="{FF2B5EF4-FFF2-40B4-BE49-F238E27FC236}">
                <a16:creationId xmlns:a16="http://schemas.microsoft.com/office/drawing/2014/main" id="{BEF3EDFF-4F04-D4AE-6852-24D3A4A8709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596630" y="6697318"/>
            <a:ext cx="401514" cy="378618"/>
          </a:xfrm>
          <a:prstGeom prst="rect">
            <a:avLst/>
          </a:prstGeom>
        </p:spPr>
      </p:pic>
      <p:sp>
        <p:nvSpPr>
          <p:cNvPr id="528" name="Rectangle 527">
            <a:extLst>
              <a:ext uri="{FF2B5EF4-FFF2-40B4-BE49-F238E27FC236}">
                <a16:creationId xmlns:a16="http://schemas.microsoft.com/office/drawing/2014/main" id="{F7595DBE-5893-C6DE-1E99-757865952A31}"/>
              </a:ext>
            </a:extLst>
          </p:cNvPr>
          <p:cNvSpPr/>
          <p:nvPr/>
        </p:nvSpPr>
        <p:spPr>
          <a:xfrm>
            <a:off x="9606394" y="4645186"/>
            <a:ext cx="1098665" cy="689191"/>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31" name="TextBox 530">
            <a:extLst>
              <a:ext uri="{FF2B5EF4-FFF2-40B4-BE49-F238E27FC236}">
                <a16:creationId xmlns:a16="http://schemas.microsoft.com/office/drawing/2014/main" id="{C94949F2-6AE9-69EE-F1B8-60F3AA93EF35}"/>
              </a:ext>
            </a:extLst>
          </p:cNvPr>
          <p:cNvSpPr txBox="1"/>
          <p:nvPr/>
        </p:nvSpPr>
        <p:spPr>
          <a:xfrm>
            <a:off x="9608818" y="4619703"/>
            <a:ext cx="90703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Github</a:t>
            </a:r>
            <a:r>
              <a:rPr lang="en-US" sz="1000" b="0"/>
              <a:t> Module</a:t>
            </a:r>
            <a:endParaRPr kumimoji="0" lang="en-US" sz="1000" b="0" i="0" u="none" strike="noStrike" cap="none" spc="0" normalizeH="0" baseline="0">
              <a:ln>
                <a:noFill/>
              </a:ln>
              <a:solidFill>
                <a:srgbClr val="4C4C4C"/>
              </a:solidFill>
              <a:effectLst/>
              <a:uFillTx/>
              <a:sym typeface="Source Sans Pro"/>
            </a:endParaRPr>
          </a:p>
        </p:txBody>
      </p:sp>
      <p:sp>
        <p:nvSpPr>
          <p:cNvPr id="532" name="Rectangle 531">
            <a:extLst>
              <a:ext uri="{FF2B5EF4-FFF2-40B4-BE49-F238E27FC236}">
                <a16:creationId xmlns:a16="http://schemas.microsoft.com/office/drawing/2014/main" id="{FA1B90CE-3B0E-D116-D9A6-E1E826E8566B}"/>
              </a:ext>
            </a:extLst>
          </p:cNvPr>
          <p:cNvSpPr/>
          <p:nvPr/>
        </p:nvSpPr>
        <p:spPr>
          <a:xfrm>
            <a:off x="9607807" y="4645187"/>
            <a:ext cx="907031"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533" name="Table">
            <a:extLst>
              <a:ext uri="{FF2B5EF4-FFF2-40B4-BE49-F238E27FC236}">
                <a16:creationId xmlns:a16="http://schemas.microsoft.com/office/drawing/2014/main" id="{1589DED7-EE0C-89E0-7804-82D8C1A977E4}"/>
              </a:ext>
            </a:extLst>
          </p:cNvPr>
          <p:cNvGraphicFramePr/>
          <p:nvPr>
            <p:extLst>
              <p:ext uri="{D42A27DB-BD31-4B8C-83A1-F6EECF244321}">
                <p14:modId xmlns:p14="http://schemas.microsoft.com/office/powerpoint/2010/main" val="235316150"/>
              </p:ext>
            </p:extLst>
          </p:nvPr>
        </p:nvGraphicFramePr>
        <p:xfrm>
          <a:off x="7217512" y="4608591"/>
          <a:ext cx="306944" cy="42672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5833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534" name="Table">
            <a:extLst>
              <a:ext uri="{FF2B5EF4-FFF2-40B4-BE49-F238E27FC236}">
                <a16:creationId xmlns:a16="http://schemas.microsoft.com/office/drawing/2014/main" id="{292C3817-A5D6-070C-0E6B-E5EDF312AC23}"/>
              </a:ext>
            </a:extLst>
          </p:cNvPr>
          <p:cNvGraphicFramePr/>
          <p:nvPr>
            <p:extLst>
              <p:ext uri="{D42A27DB-BD31-4B8C-83A1-F6EECF244321}">
                <p14:modId xmlns:p14="http://schemas.microsoft.com/office/powerpoint/2010/main" val="1689327633"/>
              </p:ext>
            </p:extLst>
          </p:nvPr>
        </p:nvGraphicFramePr>
        <p:xfrm>
          <a:off x="5591732" y="4596533"/>
          <a:ext cx="449721" cy="426720"/>
        </p:xfrm>
        <a:graphic>
          <a:graphicData uri="http://schemas.openxmlformats.org/drawingml/2006/table">
            <a:tbl>
              <a:tblPr firstRow="1">
                <a:tableStyleId>{4C3C2611-4C71-4FC5-86AE-919BDF0F9419}</a:tableStyleId>
              </a:tblPr>
              <a:tblGrid>
                <a:gridCol w="176632">
                  <a:extLst>
                    <a:ext uri="{9D8B030D-6E8A-4147-A177-3AD203B41FA5}">
                      <a16:colId xmlns:a16="http://schemas.microsoft.com/office/drawing/2014/main" val="20000"/>
                    </a:ext>
                  </a:extLst>
                </a:gridCol>
                <a:gridCol w="123182">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5582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557" name="Rectangle 556">
            <a:extLst>
              <a:ext uri="{FF2B5EF4-FFF2-40B4-BE49-F238E27FC236}">
                <a16:creationId xmlns:a16="http://schemas.microsoft.com/office/drawing/2014/main" id="{BD2DB7D9-8BC3-699F-368E-A633D36C47F4}"/>
              </a:ext>
            </a:extLst>
          </p:cNvPr>
          <p:cNvSpPr/>
          <p:nvPr/>
        </p:nvSpPr>
        <p:spPr>
          <a:xfrm>
            <a:off x="3614803" y="2041916"/>
            <a:ext cx="928333" cy="1058329"/>
          </a:xfrm>
          <a:prstGeom prst="rect">
            <a:avLst/>
          </a:prstGeom>
          <a:noFill/>
          <a:ln w="12700" cap="flat">
            <a:solidFill>
              <a:schemeClr val="bg2">
                <a:lumMod val="10000"/>
              </a:schemeClr>
            </a:solidFill>
            <a:prstDash val="sysDot"/>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58" name="Oval 557">
            <a:extLst>
              <a:ext uri="{FF2B5EF4-FFF2-40B4-BE49-F238E27FC236}">
                <a16:creationId xmlns:a16="http://schemas.microsoft.com/office/drawing/2014/main" id="{A87C0686-4568-5937-4B11-C6EE27421857}"/>
              </a:ext>
            </a:extLst>
          </p:cNvPr>
          <p:cNvSpPr/>
          <p:nvPr/>
        </p:nvSpPr>
        <p:spPr>
          <a:xfrm>
            <a:off x="3682554" y="2067885"/>
            <a:ext cx="804638" cy="285424"/>
          </a:xfrm>
          <a:prstGeom prst="ellipse">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59" name="Oval 558">
            <a:extLst>
              <a:ext uri="{FF2B5EF4-FFF2-40B4-BE49-F238E27FC236}">
                <a16:creationId xmlns:a16="http://schemas.microsoft.com/office/drawing/2014/main" id="{7B13C4C6-E10F-1939-5879-D7FE892F3950}"/>
              </a:ext>
            </a:extLst>
          </p:cNvPr>
          <p:cNvSpPr/>
          <p:nvPr/>
        </p:nvSpPr>
        <p:spPr>
          <a:xfrm>
            <a:off x="3683478" y="2727886"/>
            <a:ext cx="804638" cy="285424"/>
          </a:xfrm>
          <a:prstGeom prst="ellipse">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560" name="Straight Connector 559">
            <a:extLst>
              <a:ext uri="{FF2B5EF4-FFF2-40B4-BE49-F238E27FC236}">
                <a16:creationId xmlns:a16="http://schemas.microsoft.com/office/drawing/2014/main" id="{18F34AF5-0F0A-0350-B877-3FB1CE16087F}"/>
              </a:ext>
            </a:extLst>
          </p:cNvPr>
          <p:cNvCxnSpPr>
            <a:cxnSpLocks/>
            <a:stCxn id="558" idx="2"/>
            <a:endCxn id="559" idx="2"/>
          </p:cNvCxnSpPr>
          <p:nvPr/>
        </p:nvCxnSpPr>
        <p:spPr>
          <a:xfrm>
            <a:off x="3682554" y="2210597"/>
            <a:ext cx="924" cy="660001"/>
          </a:xfrm>
          <a:prstGeom prst="line">
            <a:avLst/>
          </a:prstGeom>
          <a:noFill/>
          <a:ln w="25400" cap="flat">
            <a:solidFill>
              <a:schemeClr val="bg2">
                <a:lumMod val="1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561" name="Straight Connector 560">
            <a:extLst>
              <a:ext uri="{FF2B5EF4-FFF2-40B4-BE49-F238E27FC236}">
                <a16:creationId xmlns:a16="http://schemas.microsoft.com/office/drawing/2014/main" id="{220F8C49-7AE0-08FB-2DA0-FB1845267F34}"/>
              </a:ext>
            </a:extLst>
          </p:cNvPr>
          <p:cNvCxnSpPr>
            <a:cxnSpLocks/>
            <a:stCxn id="558" idx="6"/>
            <a:endCxn id="559" idx="6"/>
          </p:cNvCxnSpPr>
          <p:nvPr/>
        </p:nvCxnSpPr>
        <p:spPr>
          <a:xfrm>
            <a:off x="4487192" y="2210597"/>
            <a:ext cx="924" cy="660001"/>
          </a:xfrm>
          <a:prstGeom prst="line">
            <a:avLst/>
          </a:prstGeom>
          <a:noFill/>
          <a:ln w="25400" cap="flat">
            <a:solidFill>
              <a:schemeClr val="bg2">
                <a:lumMod val="10000"/>
              </a:schemeClr>
            </a:solidFill>
            <a:prstDash val="solid"/>
            <a:miter lim="400000"/>
          </a:ln>
          <a:effectLst/>
          <a:sp3d/>
        </p:spPr>
        <p:style>
          <a:lnRef idx="0">
            <a:scrgbClr r="0" g="0" b="0"/>
          </a:lnRef>
          <a:fillRef idx="0">
            <a:scrgbClr r="0" g="0" b="0"/>
          </a:fillRef>
          <a:effectRef idx="0">
            <a:scrgbClr r="0" g="0" b="0"/>
          </a:effectRef>
          <a:fontRef idx="none"/>
        </p:style>
      </p:cxnSp>
      <p:sp>
        <p:nvSpPr>
          <p:cNvPr id="585" name="Rectangle 584">
            <a:extLst>
              <a:ext uri="{FF2B5EF4-FFF2-40B4-BE49-F238E27FC236}">
                <a16:creationId xmlns:a16="http://schemas.microsoft.com/office/drawing/2014/main" id="{1BD094CD-88D1-05E9-772F-343F84A57B19}"/>
              </a:ext>
            </a:extLst>
          </p:cNvPr>
          <p:cNvSpPr/>
          <p:nvPr/>
        </p:nvSpPr>
        <p:spPr>
          <a:xfrm>
            <a:off x="8603163" y="2017801"/>
            <a:ext cx="928333" cy="1058329"/>
          </a:xfrm>
          <a:prstGeom prst="rect">
            <a:avLst/>
          </a:prstGeom>
          <a:noFill/>
          <a:ln w="12700" cap="flat">
            <a:solidFill>
              <a:schemeClr val="bg2">
                <a:lumMod val="10000"/>
              </a:schemeClr>
            </a:solidFill>
            <a:prstDash val="sysDot"/>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6" name="Oval 585">
            <a:extLst>
              <a:ext uri="{FF2B5EF4-FFF2-40B4-BE49-F238E27FC236}">
                <a16:creationId xmlns:a16="http://schemas.microsoft.com/office/drawing/2014/main" id="{5C78462E-A155-2C2F-FD73-01BC377D4457}"/>
              </a:ext>
            </a:extLst>
          </p:cNvPr>
          <p:cNvSpPr/>
          <p:nvPr/>
        </p:nvSpPr>
        <p:spPr>
          <a:xfrm>
            <a:off x="8670914" y="2043770"/>
            <a:ext cx="804638" cy="285424"/>
          </a:xfrm>
          <a:prstGeom prst="ellipse">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7" name="Oval 586">
            <a:extLst>
              <a:ext uri="{FF2B5EF4-FFF2-40B4-BE49-F238E27FC236}">
                <a16:creationId xmlns:a16="http://schemas.microsoft.com/office/drawing/2014/main" id="{96E6ACE1-7C57-653E-C601-945F6AED2C6F}"/>
              </a:ext>
            </a:extLst>
          </p:cNvPr>
          <p:cNvSpPr/>
          <p:nvPr/>
        </p:nvSpPr>
        <p:spPr>
          <a:xfrm>
            <a:off x="8671838" y="2703771"/>
            <a:ext cx="804638" cy="285424"/>
          </a:xfrm>
          <a:prstGeom prst="ellipse">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589" name="Straight Connector 588">
            <a:extLst>
              <a:ext uri="{FF2B5EF4-FFF2-40B4-BE49-F238E27FC236}">
                <a16:creationId xmlns:a16="http://schemas.microsoft.com/office/drawing/2014/main" id="{EE4133C2-0C94-AF7F-F93F-6ED5492C261B}"/>
              </a:ext>
            </a:extLst>
          </p:cNvPr>
          <p:cNvCxnSpPr>
            <a:cxnSpLocks/>
            <a:stCxn id="586" idx="2"/>
            <a:endCxn id="587" idx="2"/>
          </p:cNvCxnSpPr>
          <p:nvPr/>
        </p:nvCxnSpPr>
        <p:spPr>
          <a:xfrm>
            <a:off x="8670914" y="2186482"/>
            <a:ext cx="924" cy="660001"/>
          </a:xfrm>
          <a:prstGeom prst="line">
            <a:avLst/>
          </a:prstGeom>
          <a:noFill/>
          <a:ln w="25400" cap="flat">
            <a:solidFill>
              <a:schemeClr val="bg2">
                <a:lumMod val="1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590" name="Straight Connector 589">
            <a:extLst>
              <a:ext uri="{FF2B5EF4-FFF2-40B4-BE49-F238E27FC236}">
                <a16:creationId xmlns:a16="http://schemas.microsoft.com/office/drawing/2014/main" id="{A18FAF3F-1AAE-BB7D-AECF-06A4CE0646E1}"/>
              </a:ext>
            </a:extLst>
          </p:cNvPr>
          <p:cNvCxnSpPr>
            <a:cxnSpLocks/>
            <a:stCxn id="586" idx="6"/>
            <a:endCxn id="587" idx="6"/>
          </p:cNvCxnSpPr>
          <p:nvPr/>
        </p:nvCxnSpPr>
        <p:spPr>
          <a:xfrm>
            <a:off x="9475552" y="2186482"/>
            <a:ext cx="924" cy="660001"/>
          </a:xfrm>
          <a:prstGeom prst="line">
            <a:avLst/>
          </a:prstGeom>
          <a:noFill/>
          <a:ln w="25400" cap="flat">
            <a:solidFill>
              <a:schemeClr val="bg2">
                <a:lumMod val="10000"/>
              </a:schemeClr>
            </a:solidFill>
            <a:prstDash val="solid"/>
            <a:miter lim="400000"/>
          </a:ln>
          <a:effectLst/>
          <a:sp3d/>
        </p:spPr>
        <p:style>
          <a:lnRef idx="0">
            <a:scrgbClr r="0" g="0" b="0"/>
          </a:lnRef>
          <a:fillRef idx="0">
            <a:scrgbClr r="0" g="0" b="0"/>
          </a:fillRef>
          <a:effectRef idx="0">
            <a:scrgbClr r="0" g="0" b="0"/>
          </a:effectRef>
          <a:fontRef idx="none"/>
        </p:style>
      </p:cxnSp>
      <p:sp>
        <p:nvSpPr>
          <p:cNvPr id="626" name="Layout Suggestions">
            <a:extLst>
              <a:ext uri="{FF2B5EF4-FFF2-40B4-BE49-F238E27FC236}">
                <a16:creationId xmlns:a16="http://schemas.microsoft.com/office/drawing/2014/main" id="{A0A4E39A-67FC-F9E7-2E54-61DB48D185DD}"/>
              </a:ext>
            </a:extLst>
          </p:cNvPr>
          <p:cNvSpPr txBox="1"/>
          <p:nvPr/>
        </p:nvSpPr>
        <p:spPr>
          <a:xfrm>
            <a:off x="3575461" y="1118520"/>
            <a:ext cx="3892248"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graphicFrame>
        <p:nvGraphicFramePr>
          <p:cNvPr id="1037" name="Table">
            <a:extLst>
              <a:ext uri="{FF2B5EF4-FFF2-40B4-BE49-F238E27FC236}">
                <a16:creationId xmlns:a16="http://schemas.microsoft.com/office/drawing/2014/main" id="{28E9E2DF-21DF-35EE-BFB2-F6E1E1D4EABB}"/>
              </a:ext>
            </a:extLst>
          </p:cNvPr>
          <p:cNvGraphicFramePr/>
          <p:nvPr>
            <p:extLst>
              <p:ext uri="{D42A27DB-BD31-4B8C-83A1-F6EECF244321}">
                <p14:modId xmlns:p14="http://schemas.microsoft.com/office/powerpoint/2010/main" val="2081074094"/>
              </p:ext>
            </p:extLst>
          </p:nvPr>
        </p:nvGraphicFramePr>
        <p:xfrm>
          <a:off x="6311451" y="5616356"/>
          <a:ext cx="583752" cy="426720"/>
        </p:xfrm>
        <a:graphic>
          <a:graphicData uri="http://schemas.openxmlformats.org/drawingml/2006/table">
            <a:tbl>
              <a:tblPr firstRow="1">
                <a:tableStyleId>{4C3C2611-4C71-4FC5-86AE-919BDF0F9419}</a:tableStyleId>
              </a:tblPr>
              <a:tblGrid>
                <a:gridCol w="145938">
                  <a:extLst>
                    <a:ext uri="{9D8B030D-6E8A-4147-A177-3AD203B41FA5}">
                      <a16:colId xmlns:a16="http://schemas.microsoft.com/office/drawing/2014/main" val="20000"/>
                    </a:ext>
                  </a:extLst>
                </a:gridCol>
                <a:gridCol w="145938">
                  <a:extLst>
                    <a:ext uri="{9D8B030D-6E8A-4147-A177-3AD203B41FA5}">
                      <a16:colId xmlns:a16="http://schemas.microsoft.com/office/drawing/2014/main" val="20001"/>
                    </a:ext>
                  </a:extLst>
                </a:gridCol>
                <a:gridCol w="143419">
                  <a:extLst>
                    <a:ext uri="{9D8B030D-6E8A-4147-A177-3AD203B41FA5}">
                      <a16:colId xmlns:a16="http://schemas.microsoft.com/office/drawing/2014/main" val="4215651073"/>
                    </a:ext>
                  </a:extLst>
                </a:gridCol>
                <a:gridCol w="148457">
                  <a:extLst>
                    <a:ext uri="{9D8B030D-6E8A-4147-A177-3AD203B41FA5}">
                      <a16:colId xmlns:a16="http://schemas.microsoft.com/office/drawing/2014/main" val="2693890572"/>
                    </a:ext>
                  </a:extLst>
                </a:gridCol>
              </a:tblGrid>
              <a:tr h="55826">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pic>
        <p:nvPicPr>
          <p:cNvPr id="1038" name="Graphic 1037" descr="Paper outline">
            <a:extLst>
              <a:ext uri="{FF2B5EF4-FFF2-40B4-BE49-F238E27FC236}">
                <a16:creationId xmlns:a16="http://schemas.microsoft.com/office/drawing/2014/main" id="{185E431B-E07E-E6B3-A59A-4F9D1E3F01B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793168" y="6054724"/>
            <a:ext cx="703352" cy="663244"/>
          </a:xfrm>
          <a:prstGeom prst="rect">
            <a:avLst/>
          </a:prstGeom>
        </p:spPr>
      </p:pic>
      <p:sp>
        <p:nvSpPr>
          <p:cNvPr id="1039" name="TextBox 1038">
            <a:extLst>
              <a:ext uri="{FF2B5EF4-FFF2-40B4-BE49-F238E27FC236}">
                <a16:creationId xmlns:a16="http://schemas.microsoft.com/office/drawing/2014/main" id="{8E4D2E80-464C-A15A-662A-9516E7F648BB}"/>
              </a:ext>
            </a:extLst>
          </p:cNvPr>
          <p:cNvSpPr txBox="1"/>
          <p:nvPr/>
        </p:nvSpPr>
        <p:spPr>
          <a:xfrm>
            <a:off x="9629106" y="6722841"/>
            <a:ext cx="1098665"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solidFill>
                  <a:srgbClr val="C00000"/>
                </a:solidFill>
                <a:latin typeface="Source Sans Pro" panose="020B0503030403020204" pitchFamily="34" charset="0"/>
                <a:ea typeface="Source Sans Pro" panose="020B0503030403020204" pitchFamily="34" charset="0"/>
              </a:rPr>
              <a:t>Transformers</a:t>
            </a:r>
            <a:endParaRPr kumimoji="0" lang="en-US" sz="800" b="0" i="0" u="none" strike="noStrike" cap="none" spc="0" normalizeH="0" baseline="0">
              <a:ln>
                <a:noFill/>
              </a:ln>
              <a:solidFill>
                <a:srgbClr val="C00000"/>
              </a:solidFill>
              <a:effectLst/>
              <a:uFillTx/>
              <a:sym typeface="Source Sans Pro"/>
            </a:endParaRPr>
          </a:p>
        </p:txBody>
      </p:sp>
      <p:sp>
        <p:nvSpPr>
          <p:cNvPr id="1042" name="Rectangle 1041">
            <a:extLst>
              <a:ext uri="{FF2B5EF4-FFF2-40B4-BE49-F238E27FC236}">
                <a16:creationId xmlns:a16="http://schemas.microsoft.com/office/drawing/2014/main" id="{14A46C09-AAFC-71D5-6C65-8B9B30881006}"/>
              </a:ext>
            </a:extLst>
          </p:cNvPr>
          <p:cNvSpPr/>
          <p:nvPr/>
        </p:nvSpPr>
        <p:spPr>
          <a:xfrm>
            <a:off x="5860684" y="1796078"/>
            <a:ext cx="1615056" cy="1503000"/>
          </a:xfrm>
          <a:prstGeom prst="rect">
            <a:avLst/>
          </a:prstGeom>
          <a:noFill/>
          <a:ln w="12700" cap="flat">
            <a:solidFill>
              <a:srgbClr val="00872B"/>
            </a:solidFill>
            <a:prstDash val="sysDot"/>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043" name="Oval 1042">
            <a:extLst>
              <a:ext uri="{FF2B5EF4-FFF2-40B4-BE49-F238E27FC236}">
                <a16:creationId xmlns:a16="http://schemas.microsoft.com/office/drawing/2014/main" id="{473EA551-9318-F299-35D9-9ECB14941A5A}"/>
              </a:ext>
            </a:extLst>
          </p:cNvPr>
          <p:cNvSpPr/>
          <p:nvPr/>
        </p:nvSpPr>
        <p:spPr>
          <a:xfrm>
            <a:off x="5928435" y="1822046"/>
            <a:ext cx="1445074" cy="405349"/>
          </a:xfrm>
          <a:prstGeom prst="ellipse">
            <a:avLst/>
          </a:prstGeom>
          <a:noFill/>
          <a:ln w="12700" cap="flat">
            <a:solidFill>
              <a:srgbClr val="00872B"/>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044" name="Oval 1043">
            <a:extLst>
              <a:ext uri="{FF2B5EF4-FFF2-40B4-BE49-F238E27FC236}">
                <a16:creationId xmlns:a16="http://schemas.microsoft.com/office/drawing/2014/main" id="{25DADF52-9BD3-EC54-F8C2-13DA37006EF7}"/>
              </a:ext>
            </a:extLst>
          </p:cNvPr>
          <p:cNvSpPr/>
          <p:nvPr/>
        </p:nvSpPr>
        <p:spPr>
          <a:xfrm>
            <a:off x="5929359" y="2777894"/>
            <a:ext cx="1445074" cy="405349"/>
          </a:xfrm>
          <a:prstGeom prst="ellipse">
            <a:avLst/>
          </a:prstGeom>
          <a:noFill/>
          <a:ln w="12700" cap="flat">
            <a:solidFill>
              <a:srgbClr val="00872B"/>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045" name="Straight Connector 1044">
            <a:extLst>
              <a:ext uri="{FF2B5EF4-FFF2-40B4-BE49-F238E27FC236}">
                <a16:creationId xmlns:a16="http://schemas.microsoft.com/office/drawing/2014/main" id="{2D03C861-8E60-0DD3-3BA8-83ED98157FF5}"/>
              </a:ext>
            </a:extLst>
          </p:cNvPr>
          <p:cNvCxnSpPr>
            <a:cxnSpLocks/>
            <a:stCxn id="1043" idx="2"/>
            <a:endCxn id="1044" idx="2"/>
          </p:cNvCxnSpPr>
          <p:nvPr/>
        </p:nvCxnSpPr>
        <p:spPr>
          <a:xfrm>
            <a:off x="5928435" y="2024721"/>
            <a:ext cx="924" cy="955848"/>
          </a:xfrm>
          <a:prstGeom prst="line">
            <a:avLst/>
          </a:prstGeom>
          <a:noFill/>
          <a:ln w="25400" cap="flat">
            <a:solidFill>
              <a:srgbClr val="00872B"/>
            </a:solidFill>
            <a:prstDash val="solid"/>
            <a:miter lim="400000"/>
          </a:ln>
          <a:effectLst/>
          <a:sp3d/>
        </p:spPr>
        <p:style>
          <a:lnRef idx="0">
            <a:scrgbClr r="0" g="0" b="0"/>
          </a:lnRef>
          <a:fillRef idx="0">
            <a:scrgbClr r="0" g="0" b="0"/>
          </a:fillRef>
          <a:effectRef idx="0">
            <a:scrgbClr r="0" g="0" b="0"/>
          </a:effectRef>
          <a:fontRef idx="none"/>
        </p:style>
      </p:cxnSp>
      <p:cxnSp>
        <p:nvCxnSpPr>
          <p:cNvPr id="1046" name="Straight Connector 1045">
            <a:extLst>
              <a:ext uri="{FF2B5EF4-FFF2-40B4-BE49-F238E27FC236}">
                <a16:creationId xmlns:a16="http://schemas.microsoft.com/office/drawing/2014/main" id="{72F88C0A-6D7A-9919-899B-C5971ED12826}"/>
              </a:ext>
            </a:extLst>
          </p:cNvPr>
          <p:cNvCxnSpPr>
            <a:cxnSpLocks/>
            <a:stCxn id="1043" idx="6"/>
            <a:endCxn id="1044" idx="6"/>
          </p:cNvCxnSpPr>
          <p:nvPr/>
        </p:nvCxnSpPr>
        <p:spPr>
          <a:xfrm>
            <a:off x="7373509" y="2024721"/>
            <a:ext cx="924" cy="955848"/>
          </a:xfrm>
          <a:prstGeom prst="line">
            <a:avLst/>
          </a:prstGeom>
          <a:noFill/>
          <a:ln w="25400" cap="flat">
            <a:solidFill>
              <a:srgbClr val="00872B"/>
            </a:solidFill>
            <a:prstDash val="solid"/>
            <a:miter lim="400000"/>
          </a:ln>
          <a:effectLst/>
          <a:sp3d/>
        </p:spPr>
        <p:style>
          <a:lnRef idx="0">
            <a:scrgbClr r="0" g="0" b="0"/>
          </a:lnRef>
          <a:fillRef idx="0">
            <a:scrgbClr r="0" g="0" b="0"/>
          </a:fillRef>
          <a:effectRef idx="0">
            <a:scrgbClr r="0" g="0" b="0"/>
          </a:effectRef>
          <a:fontRef idx="none"/>
        </p:style>
      </p:cxnSp>
      <p:cxnSp>
        <p:nvCxnSpPr>
          <p:cNvPr id="1091" name="Straight Connector 1090">
            <a:extLst>
              <a:ext uri="{FF2B5EF4-FFF2-40B4-BE49-F238E27FC236}">
                <a16:creationId xmlns:a16="http://schemas.microsoft.com/office/drawing/2014/main" id="{22F1F0A5-672E-DFE9-F145-7F4C0F9A9FA9}"/>
              </a:ext>
            </a:extLst>
          </p:cNvPr>
          <p:cNvCxnSpPr>
            <a:cxnSpLocks/>
          </p:cNvCxnSpPr>
          <p:nvPr/>
        </p:nvCxnSpPr>
        <p:spPr>
          <a:xfrm flipV="1">
            <a:off x="5003563" y="5023253"/>
            <a:ext cx="595799" cy="563962"/>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094" name="Straight Connector 1093">
            <a:extLst>
              <a:ext uri="{FF2B5EF4-FFF2-40B4-BE49-F238E27FC236}">
                <a16:creationId xmlns:a16="http://schemas.microsoft.com/office/drawing/2014/main" id="{55438587-5A2E-F326-A90D-59AA328D869F}"/>
              </a:ext>
            </a:extLst>
          </p:cNvPr>
          <p:cNvCxnSpPr>
            <a:cxnSpLocks/>
          </p:cNvCxnSpPr>
          <p:nvPr/>
        </p:nvCxnSpPr>
        <p:spPr>
          <a:xfrm>
            <a:off x="3618833" y="3090137"/>
            <a:ext cx="315613" cy="608979"/>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1104" name="Graphic 1103" descr="Paper outline">
            <a:extLst>
              <a:ext uri="{FF2B5EF4-FFF2-40B4-BE49-F238E27FC236}">
                <a16:creationId xmlns:a16="http://schemas.microsoft.com/office/drawing/2014/main" id="{BDA4DA4B-134E-3B07-536B-795891901A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68257" y="7170582"/>
            <a:ext cx="546587" cy="515418"/>
          </a:xfrm>
          <a:prstGeom prst="rect">
            <a:avLst/>
          </a:prstGeom>
        </p:spPr>
      </p:pic>
      <p:sp>
        <p:nvSpPr>
          <p:cNvPr id="1105" name="TextBox 1104">
            <a:extLst>
              <a:ext uri="{FF2B5EF4-FFF2-40B4-BE49-F238E27FC236}">
                <a16:creationId xmlns:a16="http://schemas.microsoft.com/office/drawing/2014/main" id="{A45187C9-9BB2-C36B-2527-BC9BC35DFDB2}"/>
              </a:ext>
            </a:extLst>
          </p:cNvPr>
          <p:cNvSpPr txBox="1"/>
          <p:nvPr/>
        </p:nvSpPr>
        <p:spPr>
          <a:xfrm>
            <a:off x="4032517" y="7326101"/>
            <a:ext cx="64330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Executable</a:t>
            </a:r>
            <a:endParaRPr kumimoji="0" lang="en-US" sz="800" b="0" i="0" u="none" strike="noStrike" cap="none" spc="0" normalizeH="0" baseline="0">
              <a:ln>
                <a:noFill/>
              </a:ln>
              <a:solidFill>
                <a:srgbClr val="4C4C4C"/>
              </a:solidFill>
              <a:effectLst/>
              <a:uFillTx/>
              <a:sym typeface="Source Sans Pro"/>
            </a:endParaRPr>
          </a:p>
        </p:txBody>
      </p:sp>
      <p:grpSp>
        <p:nvGrpSpPr>
          <p:cNvPr id="1162" name="Google Shape;156;p1">
            <a:extLst>
              <a:ext uri="{FF2B5EF4-FFF2-40B4-BE49-F238E27FC236}">
                <a16:creationId xmlns:a16="http://schemas.microsoft.com/office/drawing/2014/main" id="{30962DCE-686E-AC7A-EF23-32638F55A4B8}"/>
              </a:ext>
            </a:extLst>
          </p:cNvPr>
          <p:cNvGrpSpPr/>
          <p:nvPr/>
        </p:nvGrpSpPr>
        <p:grpSpPr>
          <a:xfrm>
            <a:off x="5816115" y="6550906"/>
            <a:ext cx="1467990" cy="835099"/>
            <a:chOff x="10592773" y="5229745"/>
            <a:chExt cx="3298954" cy="1741391"/>
          </a:xfrm>
        </p:grpSpPr>
        <p:sp>
          <p:nvSpPr>
            <p:cNvPr id="1164" name="Google Shape;157;p1">
              <a:extLst>
                <a:ext uri="{FF2B5EF4-FFF2-40B4-BE49-F238E27FC236}">
                  <a16:creationId xmlns:a16="http://schemas.microsoft.com/office/drawing/2014/main" id="{81B456C7-D108-21C5-B024-42216F507FC6}"/>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65" name="Google Shape;158;p1">
              <a:extLst>
                <a:ext uri="{FF2B5EF4-FFF2-40B4-BE49-F238E27FC236}">
                  <a16:creationId xmlns:a16="http://schemas.microsoft.com/office/drawing/2014/main" id="{75A2C7D8-6EAB-9954-459C-0E6D63CB599A}"/>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66" name="Google Shape;159;p1">
              <a:extLst>
                <a:ext uri="{FF2B5EF4-FFF2-40B4-BE49-F238E27FC236}">
                  <a16:creationId xmlns:a16="http://schemas.microsoft.com/office/drawing/2014/main" id="{486F9483-E315-7FC0-8023-19478686461E}"/>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67" name="Google Shape;160;p1">
              <a:extLst>
                <a:ext uri="{FF2B5EF4-FFF2-40B4-BE49-F238E27FC236}">
                  <a16:creationId xmlns:a16="http://schemas.microsoft.com/office/drawing/2014/main" id="{54CBF36A-BD83-4FAE-BDB2-C49C499E4D23}"/>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68" name="Google Shape;161;p1">
              <a:extLst>
                <a:ext uri="{FF2B5EF4-FFF2-40B4-BE49-F238E27FC236}">
                  <a16:creationId xmlns:a16="http://schemas.microsoft.com/office/drawing/2014/main" id="{FA27780C-7251-790E-5A61-FD0DA55F35CE}"/>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69" name="Google Shape;162;p1">
              <a:extLst>
                <a:ext uri="{FF2B5EF4-FFF2-40B4-BE49-F238E27FC236}">
                  <a16:creationId xmlns:a16="http://schemas.microsoft.com/office/drawing/2014/main" id="{FC5E3241-78B5-2155-37C9-EC1920A32E1B}"/>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0" name="Google Shape;163;p1">
              <a:extLst>
                <a:ext uri="{FF2B5EF4-FFF2-40B4-BE49-F238E27FC236}">
                  <a16:creationId xmlns:a16="http://schemas.microsoft.com/office/drawing/2014/main" id="{CA51CD41-6144-5A9F-5FDD-7DEFE649EC95}"/>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1" name="Google Shape;164;p1">
              <a:extLst>
                <a:ext uri="{FF2B5EF4-FFF2-40B4-BE49-F238E27FC236}">
                  <a16:creationId xmlns:a16="http://schemas.microsoft.com/office/drawing/2014/main" id="{1775FEDE-DD13-BA2C-DB4E-92F96FC7EC96}"/>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2" name="Google Shape;165;p1">
              <a:extLst>
                <a:ext uri="{FF2B5EF4-FFF2-40B4-BE49-F238E27FC236}">
                  <a16:creationId xmlns:a16="http://schemas.microsoft.com/office/drawing/2014/main" id="{8ACB03B0-0EBE-CEC0-54F7-A11D5D9FE71A}"/>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3" name="Google Shape;166;p1">
              <a:extLst>
                <a:ext uri="{FF2B5EF4-FFF2-40B4-BE49-F238E27FC236}">
                  <a16:creationId xmlns:a16="http://schemas.microsoft.com/office/drawing/2014/main" id="{637A2ABB-78D1-8B59-DA55-BA137E419560}"/>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4" name="Google Shape;167;p1">
              <a:extLst>
                <a:ext uri="{FF2B5EF4-FFF2-40B4-BE49-F238E27FC236}">
                  <a16:creationId xmlns:a16="http://schemas.microsoft.com/office/drawing/2014/main" id="{5FCA1AC1-0EC0-62FE-6834-2E5219DB1DB7}"/>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5" name="Google Shape;168;p1">
              <a:extLst>
                <a:ext uri="{FF2B5EF4-FFF2-40B4-BE49-F238E27FC236}">
                  <a16:creationId xmlns:a16="http://schemas.microsoft.com/office/drawing/2014/main" id="{8E2F5AC1-2532-19CD-35DB-A93040E7C4E6}"/>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6" name="Google Shape;169;p1">
              <a:extLst>
                <a:ext uri="{FF2B5EF4-FFF2-40B4-BE49-F238E27FC236}">
                  <a16:creationId xmlns:a16="http://schemas.microsoft.com/office/drawing/2014/main" id="{9B304F84-55EF-0598-C996-666C9C0113C4}"/>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7" name="Google Shape;170;p1">
              <a:extLst>
                <a:ext uri="{FF2B5EF4-FFF2-40B4-BE49-F238E27FC236}">
                  <a16:creationId xmlns:a16="http://schemas.microsoft.com/office/drawing/2014/main" id="{D04BD136-1E33-9558-690D-4D3A5F354165}"/>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8" name="Google Shape;171;p1">
              <a:extLst>
                <a:ext uri="{FF2B5EF4-FFF2-40B4-BE49-F238E27FC236}">
                  <a16:creationId xmlns:a16="http://schemas.microsoft.com/office/drawing/2014/main" id="{B051197B-6F30-BDBC-A031-DDC48FE5B6AD}"/>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1179" name="Google Shape;172;p1">
              <a:extLst>
                <a:ext uri="{FF2B5EF4-FFF2-40B4-BE49-F238E27FC236}">
                  <a16:creationId xmlns:a16="http://schemas.microsoft.com/office/drawing/2014/main" id="{C7E2EE81-C577-D5AB-F7BD-3D8CFA3466DD}"/>
                </a:ext>
              </a:extLst>
            </p:cNvPr>
            <p:cNvCxnSpPr>
              <a:stCxn id="1164" idx="2"/>
              <a:endCxn id="1173"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1180" name="Google Shape;173;p1">
              <a:extLst>
                <a:ext uri="{FF2B5EF4-FFF2-40B4-BE49-F238E27FC236}">
                  <a16:creationId xmlns:a16="http://schemas.microsoft.com/office/drawing/2014/main" id="{704679E2-3DB6-557D-8F04-BFB6123AB689}"/>
                </a:ext>
              </a:extLst>
            </p:cNvPr>
            <p:cNvCxnSpPr>
              <a:stCxn id="1173" idx="2"/>
              <a:endCxn id="1191"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1181" name="Google Shape;175;p1">
              <a:extLst>
                <a:ext uri="{FF2B5EF4-FFF2-40B4-BE49-F238E27FC236}">
                  <a16:creationId xmlns:a16="http://schemas.microsoft.com/office/drawing/2014/main" id="{3D222468-203C-F5F5-9A57-E237964DA2E0}"/>
                </a:ext>
              </a:extLst>
            </p:cNvPr>
            <p:cNvCxnSpPr>
              <a:stCxn id="1178" idx="1"/>
              <a:endCxn id="118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1182" name="Google Shape;177;p1">
              <a:extLst>
                <a:ext uri="{FF2B5EF4-FFF2-40B4-BE49-F238E27FC236}">
                  <a16:creationId xmlns:a16="http://schemas.microsoft.com/office/drawing/2014/main" id="{B3A5715E-3B39-0AC9-1F2F-045A4760407B}"/>
                </a:ext>
              </a:extLst>
            </p:cNvPr>
            <p:cNvCxnSpPr>
              <a:stCxn id="1178" idx="2"/>
              <a:endCxn id="117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1183" name="Google Shape;178;p1">
              <a:extLst>
                <a:ext uri="{FF2B5EF4-FFF2-40B4-BE49-F238E27FC236}">
                  <a16:creationId xmlns:a16="http://schemas.microsoft.com/office/drawing/2014/main" id="{214AE611-1FF2-3740-FEA6-9B72E4202F83}"/>
                </a:ext>
              </a:extLst>
            </p:cNvPr>
            <p:cNvCxnSpPr>
              <a:stCxn id="1177" idx="2"/>
              <a:endCxn id="117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1184" name="Google Shape;179;p1">
              <a:extLst>
                <a:ext uri="{FF2B5EF4-FFF2-40B4-BE49-F238E27FC236}">
                  <a16:creationId xmlns:a16="http://schemas.microsoft.com/office/drawing/2014/main" id="{7A720DF2-F868-E063-478C-4AB55C8593D0}"/>
                </a:ext>
              </a:extLst>
            </p:cNvPr>
            <p:cNvCxnSpPr>
              <a:stCxn id="1188" idx="2"/>
              <a:endCxn id="1174"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1185" name="Google Shape;180;p1">
              <a:extLst>
                <a:ext uri="{FF2B5EF4-FFF2-40B4-BE49-F238E27FC236}">
                  <a16:creationId xmlns:a16="http://schemas.microsoft.com/office/drawing/2014/main" id="{0CAF5AA3-6F4C-6912-976C-3FA656599540}"/>
                </a:ext>
              </a:extLst>
            </p:cNvPr>
            <p:cNvCxnSpPr>
              <a:stCxn id="1173" idx="1"/>
              <a:endCxn id="117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1186" name="Google Shape;181;p1">
              <a:extLst>
                <a:ext uri="{FF2B5EF4-FFF2-40B4-BE49-F238E27FC236}">
                  <a16:creationId xmlns:a16="http://schemas.microsoft.com/office/drawing/2014/main" id="{89A2B4BF-4F79-76A7-4A83-E9229E401222}"/>
                </a:ext>
              </a:extLst>
            </p:cNvPr>
            <p:cNvCxnSpPr>
              <a:stCxn id="1199" idx="2"/>
              <a:endCxn id="118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1187" name="Google Shape;183;p1">
              <a:extLst>
                <a:ext uri="{FF2B5EF4-FFF2-40B4-BE49-F238E27FC236}">
                  <a16:creationId xmlns:a16="http://schemas.microsoft.com/office/drawing/2014/main" id="{EB65C121-FA51-E86F-E60A-27F6E776C98F}"/>
                </a:ext>
              </a:extLst>
            </p:cNvPr>
            <p:cNvCxnSpPr>
              <a:stCxn id="1199" idx="2"/>
              <a:endCxn id="1174"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1188" name="Google Shape;176;p1">
              <a:extLst>
                <a:ext uri="{FF2B5EF4-FFF2-40B4-BE49-F238E27FC236}">
                  <a16:creationId xmlns:a16="http://schemas.microsoft.com/office/drawing/2014/main" id="{05B308BB-BB59-715E-035F-DCF6C0D6638E}"/>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1189" name="Google Shape;184;p1">
              <a:extLst>
                <a:ext uri="{FF2B5EF4-FFF2-40B4-BE49-F238E27FC236}">
                  <a16:creationId xmlns:a16="http://schemas.microsoft.com/office/drawing/2014/main" id="{56FC75A8-45BE-C99A-0283-A757D8E95E4D}"/>
                </a:ext>
              </a:extLst>
            </p:cNvPr>
            <p:cNvCxnSpPr>
              <a:stCxn id="1164" idx="2"/>
              <a:endCxn id="117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1190" name="Google Shape;185;p1">
              <a:extLst>
                <a:ext uri="{FF2B5EF4-FFF2-40B4-BE49-F238E27FC236}">
                  <a16:creationId xmlns:a16="http://schemas.microsoft.com/office/drawing/2014/main" id="{CD7AFFEB-850E-8562-8D86-36FA2DAD56CB}"/>
                </a:ext>
              </a:extLst>
            </p:cNvPr>
            <p:cNvCxnSpPr>
              <a:stCxn id="1164" idx="5"/>
              <a:endCxn id="117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1191" name="Google Shape;174;p1">
              <a:extLst>
                <a:ext uri="{FF2B5EF4-FFF2-40B4-BE49-F238E27FC236}">
                  <a16:creationId xmlns:a16="http://schemas.microsoft.com/office/drawing/2014/main" id="{945994AF-D7CB-6E39-645C-1D47DD9576B7}"/>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1192" name="Google Shape;186;p1">
              <a:extLst>
                <a:ext uri="{FF2B5EF4-FFF2-40B4-BE49-F238E27FC236}">
                  <a16:creationId xmlns:a16="http://schemas.microsoft.com/office/drawing/2014/main" id="{B5BB7211-101F-AB25-B329-D4A11FC1EDD4}"/>
                </a:ext>
              </a:extLst>
            </p:cNvPr>
            <p:cNvCxnSpPr>
              <a:stCxn id="1199" idx="2"/>
              <a:endCxn id="117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1193" name="Google Shape;187;p1">
              <a:extLst>
                <a:ext uri="{FF2B5EF4-FFF2-40B4-BE49-F238E27FC236}">
                  <a16:creationId xmlns:a16="http://schemas.microsoft.com/office/drawing/2014/main" id="{F853E548-DF6E-6BBB-922A-08A04938322D}"/>
                </a:ext>
              </a:extLst>
            </p:cNvPr>
            <p:cNvCxnSpPr>
              <a:stCxn id="1197" idx="6"/>
              <a:endCxn id="1169"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1194" name="Google Shape;189;p1">
              <a:extLst>
                <a:ext uri="{FF2B5EF4-FFF2-40B4-BE49-F238E27FC236}">
                  <a16:creationId xmlns:a16="http://schemas.microsoft.com/office/drawing/2014/main" id="{C971EE4B-5D30-4647-5A50-01D37E690E48}"/>
                </a:ext>
              </a:extLst>
            </p:cNvPr>
            <p:cNvCxnSpPr>
              <a:stCxn id="1169" idx="7"/>
              <a:endCxn id="116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1195" name="Google Shape;190;p1">
              <a:extLst>
                <a:ext uri="{FF2B5EF4-FFF2-40B4-BE49-F238E27FC236}">
                  <a16:creationId xmlns:a16="http://schemas.microsoft.com/office/drawing/2014/main" id="{F87AC47A-3E7C-F220-A715-BB61642C4B21}"/>
                </a:ext>
              </a:extLst>
            </p:cNvPr>
            <p:cNvCxnSpPr>
              <a:stCxn id="1167" idx="6"/>
              <a:endCxn id="116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1196" name="Google Shape;191;p1">
              <a:extLst>
                <a:ext uri="{FF2B5EF4-FFF2-40B4-BE49-F238E27FC236}">
                  <a16:creationId xmlns:a16="http://schemas.microsoft.com/office/drawing/2014/main" id="{67602081-01D5-2A68-2C87-618AD163A9A2}"/>
                </a:ext>
              </a:extLst>
            </p:cNvPr>
            <p:cNvCxnSpPr>
              <a:stCxn id="1164" idx="6"/>
              <a:endCxn id="116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1197" name="Google Shape;188;p1">
              <a:extLst>
                <a:ext uri="{FF2B5EF4-FFF2-40B4-BE49-F238E27FC236}">
                  <a16:creationId xmlns:a16="http://schemas.microsoft.com/office/drawing/2014/main" id="{BB6032FA-96FD-1B7A-3C32-E26FB408482C}"/>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1198" name="Google Shape;192;p1">
              <a:extLst>
                <a:ext uri="{FF2B5EF4-FFF2-40B4-BE49-F238E27FC236}">
                  <a16:creationId xmlns:a16="http://schemas.microsoft.com/office/drawing/2014/main" id="{B52E3916-52C0-89D5-E571-383C77CFC392}"/>
                </a:ext>
              </a:extLst>
            </p:cNvPr>
            <p:cNvCxnSpPr>
              <a:stCxn id="1165" idx="7"/>
              <a:endCxn id="116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1199" name="Google Shape;182;p1">
              <a:extLst>
                <a:ext uri="{FF2B5EF4-FFF2-40B4-BE49-F238E27FC236}">
                  <a16:creationId xmlns:a16="http://schemas.microsoft.com/office/drawing/2014/main" id="{14BDC3E8-9A50-D4CC-0178-F93DE5B10096}"/>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1200" name="Google Shape;193;p1">
              <a:extLst>
                <a:ext uri="{FF2B5EF4-FFF2-40B4-BE49-F238E27FC236}">
                  <a16:creationId xmlns:a16="http://schemas.microsoft.com/office/drawing/2014/main" id="{DC6793DC-FF5C-17D2-496D-CD57C7C5CC2A}"/>
                </a:ext>
              </a:extLst>
            </p:cNvPr>
            <p:cNvCxnSpPr>
              <a:stCxn id="1178" idx="6"/>
              <a:endCxn id="117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1201" name="Google Shape;194;p1">
              <a:extLst>
                <a:ext uri="{FF2B5EF4-FFF2-40B4-BE49-F238E27FC236}">
                  <a16:creationId xmlns:a16="http://schemas.microsoft.com/office/drawing/2014/main" id="{AC110588-AD81-AE8D-DDDF-295C18F06891}"/>
                </a:ext>
              </a:extLst>
            </p:cNvPr>
            <p:cNvCxnSpPr>
              <a:stCxn id="1171" idx="1"/>
              <a:endCxn id="1173"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1202" name="Google Shape;195;p1">
              <a:extLst>
                <a:ext uri="{FF2B5EF4-FFF2-40B4-BE49-F238E27FC236}">
                  <a16:creationId xmlns:a16="http://schemas.microsoft.com/office/drawing/2014/main" id="{F20E1DF0-87AD-B5FA-5D28-4450961A9E32}"/>
                </a:ext>
              </a:extLst>
            </p:cNvPr>
            <p:cNvCxnSpPr>
              <a:stCxn id="1199" idx="3"/>
              <a:endCxn id="117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1203" name="Google Shape;196;p1">
              <a:extLst>
                <a:ext uri="{FF2B5EF4-FFF2-40B4-BE49-F238E27FC236}">
                  <a16:creationId xmlns:a16="http://schemas.microsoft.com/office/drawing/2014/main" id="{1AED6D8F-8311-455F-6E00-180BAB9F01B6}"/>
                </a:ext>
              </a:extLst>
            </p:cNvPr>
            <p:cNvCxnSpPr>
              <a:stCxn id="1197" idx="5"/>
              <a:endCxn id="1171"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1204" name="Google Shape;197;p1">
              <a:extLst>
                <a:ext uri="{FF2B5EF4-FFF2-40B4-BE49-F238E27FC236}">
                  <a16:creationId xmlns:a16="http://schemas.microsoft.com/office/drawing/2014/main" id="{41DB4ED2-1B7E-E96C-953D-F3BF2BC3BD18}"/>
                </a:ext>
              </a:extLst>
            </p:cNvPr>
            <p:cNvCxnSpPr>
              <a:stCxn id="1164" idx="6"/>
              <a:endCxn id="116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1205" name="Google Shape;198;p1">
              <a:extLst>
                <a:ext uri="{FF2B5EF4-FFF2-40B4-BE49-F238E27FC236}">
                  <a16:creationId xmlns:a16="http://schemas.microsoft.com/office/drawing/2014/main" id="{359AFB3B-A62A-4D98-7A56-789EB73315FC}"/>
                </a:ext>
              </a:extLst>
            </p:cNvPr>
            <p:cNvCxnSpPr>
              <a:stCxn id="1197" idx="6"/>
              <a:endCxn id="1172"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1206" name="Google Shape;199;p1">
              <a:extLst>
                <a:ext uri="{FF2B5EF4-FFF2-40B4-BE49-F238E27FC236}">
                  <a16:creationId xmlns:a16="http://schemas.microsoft.com/office/drawing/2014/main" id="{C62E065B-FFBF-33FB-C122-F5E66BFEE436}"/>
                </a:ext>
              </a:extLst>
            </p:cNvPr>
            <p:cNvCxnSpPr>
              <a:stCxn id="1197" idx="3"/>
              <a:endCxn id="1178"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1207" name="Google Shape;200;p1">
              <a:extLst>
                <a:ext uri="{FF2B5EF4-FFF2-40B4-BE49-F238E27FC236}">
                  <a16:creationId xmlns:a16="http://schemas.microsoft.com/office/drawing/2014/main" id="{6C0118D0-F7CE-3F2E-ED7A-1BAFE6990490}"/>
                </a:ext>
              </a:extLst>
            </p:cNvPr>
            <p:cNvCxnSpPr>
              <a:stCxn id="1197" idx="6"/>
              <a:endCxn id="1170"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cxnSp>
        <p:nvCxnSpPr>
          <p:cNvPr id="1232" name="Connector: Elbow 1231">
            <a:extLst>
              <a:ext uri="{FF2B5EF4-FFF2-40B4-BE49-F238E27FC236}">
                <a16:creationId xmlns:a16="http://schemas.microsoft.com/office/drawing/2014/main" id="{4FB61BBB-2C2F-583C-F1AB-4EFD324BBD29}"/>
              </a:ext>
            </a:extLst>
          </p:cNvPr>
          <p:cNvCxnSpPr>
            <a:cxnSpLocks/>
            <a:stCxn id="585" idx="2"/>
            <a:endCxn id="1304" idx="0"/>
          </p:cNvCxnSpPr>
          <p:nvPr/>
        </p:nvCxnSpPr>
        <p:spPr>
          <a:xfrm rot="5400000">
            <a:off x="8123512" y="3312014"/>
            <a:ext cx="1179702" cy="707934"/>
          </a:xfrm>
          <a:prstGeom prst="bentConnector3">
            <a:avLst>
              <a:gd name="adj1" fmla="val 8148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41" name="Connector: Elbow 1240">
            <a:extLst>
              <a:ext uri="{FF2B5EF4-FFF2-40B4-BE49-F238E27FC236}">
                <a16:creationId xmlns:a16="http://schemas.microsoft.com/office/drawing/2014/main" id="{5BEBB75C-E2EE-CFEB-8D57-A0F224AF9AA6}"/>
              </a:ext>
            </a:extLst>
          </p:cNvPr>
          <p:cNvCxnSpPr>
            <a:cxnSpLocks/>
            <a:stCxn id="1104" idx="2"/>
          </p:cNvCxnSpPr>
          <p:nvPr/>
        </p:nvCxnSpPr>
        <p:spPr>
          <a:xfrm rot="16200000" flipH="1">
            <a:off x="4605622" y="7921928"/>
            <a:ext cx="612416" cy="140559"/>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54" name="Connector: Elbow 1253">
            <a:extLst>
              <a:ext uri="{FF2B5EF4-FFF2-40B4-BE49-F238E27FC236}">
                <a16:creationId xmlns:a16="http://schemas.microsoft.com/office/drawing/2014/main" id="{80068CD5-D801-9AD8-AAA5-1E3B4CEB471F}"/>
              </a:ext>
            </a:extLst>
          </p:cNvPr>
          <p:cNvCxnSpPr>
            <a:cxnSpLocks/>
            <a:stCxn id="16" idx="2"/>
            <a:endCxn id="451" idx="0"/>
          </p:cNvCxnSpPr>
          <p:nvPr/>
        </p:nvCxnSpPr>
        <p:spPr>
          <a:xfrm rot="16200000" flipH="1">
            <a:off x="4628349" y="4976463"/>
            <a:ext cx="425164" cy="124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57" name="Connector: Elbow 1256">
            <a:extLst>
              <a:ext uri="{FF2B5EF4-FFF2-40B4-BE49-F238E27FC236}">
                <a16:creationId xmlns:a16="http://schemas.microsoft.com/office/drawing/2014/main" id="{843622A0-5A05-4E49-DC4E-E11E9ABA6F4F}"/>
              </a:ext>
            </a:extLst>
          </p:cNvPr>
          <p:cNvCxnSpPr>
            <a:cxnSpLocks/>
            <a:stCxn id="451" idx="2"/>
            <a:endCxn id="11" idx="0"/>
          </p:cNvCxnSpPr>
          <p:nvPr/>
        </p:nvCxnSpPr>
        <p:spPr>
          <a:xfrm rot="5400000">
            <a:off x="4612124" y="5934514"/>
            <a:ext cx="458858" cy="1"/>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60" name="Connector: Elbow 1259">
            <a:extLst>
              <a:ext uri="{FF2B5EF4-FFF2-40B4-BE49-F238E27FC236}">
                <a16:creationId xmlns:a16="http://schemas.microsoft.com/office/drawing/2014/main" id="{1B5BE74C-8C6A-3893-4368-20331E9AD7F0}"/>
              </a:ext>
            </a:extLst>
          </p:cNvPr>
          <p:cNvCxnSpPr>
            <a:cxnSpLocks/>
            <a:stCxn id="11" idx="2"/>
            <a:endCxn id="1104" idx="0"/>
          </p:cNvCxnSpPr>
          <p:nvPr/>
        </p:nvCxnSpPr>
        <p:spPr>
          <a:xfrm rot="5400000">
            <a:off x="4595942" y="6924971"/>
            <a:ext cx="491221" cy="1"/>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97" name="Straight Connector 1296">
            <a:extLst>
              <a:ext uri="{FF2B5EF4-FFF2-40B4-BE49-F238E27FC236}">
                <a16:creationId xmlns:a16="http://schemas.microsoft.com/office/drawing/2014/main" id="{10A3366F-E492-C24E-EC65-8639F5D0FC66}"/>
              </a:ext>
            </a:extLst>
          </p:cNvPr>
          <p:cNvCxnSpPr>
            <a:cxnSpLocks/>
          </p:cNvCxnSpPr>
          <p:nvPr/>
        </p:nvCxnSpPr>
        <p:spPr>
          <a:xfrm>
            <a:off x="7524456" y="4608591"/>
            <a:ext cx="676718" cy="637999"/>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00" name="Straight Connector 1299">
            <a:extLst>
              <a:ext uri="{FF2B5EF4-FFF2-40B4-BE49-F238E27FC236}">
                <a16:creationId xmlns:a16="http://schemas.microsoft.com/office/drawing/2014/main" id="{6BB0A663-1C1A-11C3-E92B-BFACCD4EE322}"/>
              </a:ext>
            </a:extLst>
          </p:cNvPr>
          <p:cNvCxnSpPr>
            <a:cxnSpLocks/>
          </p:cNvCxnSpPr>
          <p:nvPr/>
        </p:nvCxnSpPr>
        <p:spPr>
          <a:xfrm>
            <a:off x="7524456" y="5023253"/>
            <a:ext cx="676718" cy="631977"/>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1303" name="Graphic 1302" descr="Paper outline">
            <a:extLst>
              <a:ext uri="{FF2B5EF4-FFF2-40B4-BE49-F238E27FC236}">
                <a16:creationId xmlns:a16="http://schemas.microsoft.com/office/drawing/2014/main" id="{AE72A233-1A2B-6406-10DF-F47D1C94B9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87345" y="6170690"/>
            <a:ext cx="546587" cy="515418"/>
          </a:xfrm>
          <a:prstGeom prst="rect">
            <a:avLst/>
          </a:prstGeom>
        </p:spPr>
      </p:pic>
      <p:pic>
        <p:nvPicPr>
          <p:cNvPr id="1304" name="Graphic 1303" descr="Paper outline">
            <a:extLst>
              <a:ext uri="{FF2B5EF4-FFF2-40B4-BE49-F238E27FC236}">
                <a16:creationId xmlns:a16="http://schemas.microsoft.com/office/drawing/2014/main" id="{4D1B837A-B6D4-6AFF-70F2-359DDF2DA68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86102" y="4255832"/>
            <a:ext cx="546587" cy="515418"/>
          </a:xfrm>
          <a:prstGeom prst="rect">
            <a:avLst/>
          </a:prstGeom>
        </p:spPr>
      </p:pic>
      <p:sp>
        <p:nvSpPr>
          <p:cNvPr id="1305" name="TextBox 1304">
            <a:extLst>
              <a:ext uri="{FF2B5EF4-FFF2-40B4-BE49-F238E27FC236}">
                <a16:creationId xmlns:a16="http://schemas.microsoft.com/office/drawing/2014/main" id="{9EDCC883-5569-F816-A9AD-276CA6A0E3F4}"/>
              </a:ext>
            </a:extLst>
          </p:cNvPr>
          <p:cNvSpPr txBox="1"/>
          <p:nvPr/>
        </p:nvSpPr>
        <p:spPr>
          <a:xfrm>
            <a:off x="8576229" y="4381320"/>
            <a:ext cx="709505"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Downloaders</a:t>
            </a:r>
            <a:endParaRPr kumimoji="0" lang="en-US" sz="800" b="0" i="0" u="none" strike="noStrike" cap="none" spc="0" normalizeH="0" baseline="0">
              <a:ln>
                <a:noFill/>
              </a:ln>
              <a:solidFill>
                <a:srgbClr val="4C4C4C"/>
              </a:solidFill>
              <a:effectLst/>
              <a:uFillTx/>
              <a:sym typeface="Source Sans Pro"/>
            </a:endParaRPr>
          </a:p>
        </p:txBody>
      </p:sp>
      <p:sp>
        <p:nvSpPr>
          <p:cNvPr id="1306" name="TextBox 1305">
            <a:extLst>
              <a:ext uri="{FF2B5EF4-FFF2-40B4-BE49-F238E27FC236}">
                <a16:creationId xmlns:a16="http://schemas.microsoft.com/office/drawing/2014/main" id="{8FD66019-64BC-7D14-CF9C-684D330BC91B}"/>
              </a:ext>
            </a:extLst>
          </p:cNvPr>
          <p:cNvSpPr txBox="1"/>
          <p:nvPr/>
        </p:nvSpPr>
        <p:spPr>
          <a:xfrm>
            <a:off x="8722538" y="5310477"/>
            <a:ext cx="53381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Parsers</a:t>
            </a:r>
            <a:endParaRPr kumimoji="0" lang="en-US" sz="800" b="0" i="0" u="none" strike="noStrike" cap="none" spc="0" normalizeH="0" baseline="0">
              <a:ln>
                <a:noFill/>
              </a:ln>
              <a:solidFill>
                <a:srgbClr val="4C4C4C"/>
              </a:solidFill>
              <a:effectLst/>
              <a:uFillTx/>
              <a:sym typeface="Source Sans Pro"/>
            </a:endParaRPr>
          </a:p>
        </p:txBody>
      </p:sp>
      <p:sp>
        <p:nvSpPr>
          <p:cNvPr id="1307" name="Rectangle 1306">
            <a:extLst>
              <a:ext uri="{FF2B5EF4-FFF2-40B4-BE49-F238E27FC236}">
                <a16:creationId xmlns:a16="http://schemas.microsoft.com/office/drawing/2014/main" id="{4853BCFA-719F-F61C-DC2B-78EF389271A4}"/>
              </a:ext>
            </a:extLst>
          </p:cNvPr>
          <p:cNvSpPr/>
          <p:nvPr/>
        </p:nvSpPr>
        <p:spPr>
          <a:xfrm>
            <a:off x="8071224" y="3659749"/>
            <a:ext cx="1214510" cy="4103126"/>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08" name="TextBox 1307">
            <a:extLst>
              <a:ext uri="{FF2B5EF4-FFF2-40B4-BE49-F238E27FC236}">
                <a16:creationId xmlns:a16="http://schemas.microsoft.com/office/drawing/2014/main" id="{9FAB76D5-00E4-01AA-D48F-78D50FD3098D}"/>
              </a:ext>
            </a:extLst>
          </p:cNvPr>
          <p:cNvSpPr txBox="1"/>
          <p:nvPr/>
        </p:nvSpPr>
        <p:spPr>
          <a:xfrm>
            <a:off x="8073648" y="3634265"/>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Module</a:t>
            </a:r>
            <a:endParaRPr kumimoji="0" lang="en-US" sz="1000" b="0" i="0" u="none" strike="noStrike" cap="none" spc="0" normalizeH="0" baseline="0">
              <a:ln>
                <a:noFill/>
              </a:ln>
              <a:solidFill>
                <a:srgbClr val="4C4C4C"/>
              </a:solidFill>
              <a:effectLst/>
              <a:uFillTx/>
              <a:sym typeface="Source Sans Pro"/>
            </a:endParaRPr>
          </a:p>
        </p:txBody>
      </p:sp>
      <p:sp>
        <p:nvSpPr>
          <p:cNvPr id="1309" name="Rectangle 1308">
            <a:extLst>
              <a:ext uri="{FF2B5EF4-FFF2-40B4-BE49-F238E27FC236}">
                <a16:creationId xmlns:a16="http://schemas.microsoft.com/office/drawing/2014/main" id="{E254238A-4396-39D7-1D4B-83A7BA018DC8}"/>
              </a:ext>
            </a:extLst>
          </p:cNvPr>
          <p:cNvSpPr/>
          <p:nvPr/>
        </p:nvSpPr>
        <p:spPr>
          <a:xfrm>
            <a:off x="8072637" y="3659749"/>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310" name="Graphic 1309" descr="Paper outline">
            <a:extLst>
              <a:ext uri="{FF2B5EF4-FFF2-40B4-BE49-F238E27FC236}">
                <a16:creationId xmlns:a16="http://schemas.microsoft.com/office/drawing/2014/main" id="{8FA55E6B-0648-A4B5-4319-B359843C679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87346" y="5196414"/>
            <a:ext cx="546587" cy="515418"/>
          </a:xfrm>
          <a:prstGeom prst="rect">
            <a:avLst/>
          </a:prstGeom>
        </p:spPr>
      </p:pic>
      <p:sp>
        <p:nvSpPr>
          <p:cNvPr id="1311" name="TextBox 1310">
            <a:extLst>
              <a:ext uri="{FF2B5EF4-FFF2-40B4-BE49-F238E27FC236}">
                <a16:creationId xmlns:a16="http://schemas.microsoft.com/office/drawing/2014/main" id="{61A1D36B-6DDA-B3A3-7D15-5F9EE061BB41}"/>
              </a:ext>
            </a:extLst>
          </p:cNvPr>
          <p:cNvSpPr txBox="1"/>
          <p:nvPr/>
        </p:nvSpPr>
        <p:spPr>
          <a:xfrm>
            <a:off x="8546398" y="6327017"/>
            <a:ext cx="75545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Transformers</a:t>
            </a:r>
            <a:endParaRPr kumimoji="0" lang="en-US" sz="800" b="0" i="0" u="none" strike="noStrike" cap="none" spc="0" normalizeH="0" baseline="0">
              <a:ln>
                <a:noFill/>
              </a:ln>
              <a:solidFill>
                <a:srgbClr val="4C4C4C"/>
              </a:solidFill>
              <a:effectLst/>
              <a:uFillTx/>
              <a:sym typeface="Source Sans Pro"/>
            </a:endParaRPr>
          </a:p>
        </p:txBody>
      </p:sp>
      <p:pic>
        <p:nvPicPr>
          <p:cNvPr id="1312" name="Graphic 1311" descr="Paper outline">
            <a:extLst>
              <a:ext uri="{FF2B5EF4-FFF2-40B4-BE49-F238E27FC236}">
                <a16:creationId xmlns:a16="http://schemas.microsoft.com/office/drawing/2014/main" id="{1DB0F0E3-5C71-519C-E8BB-EFE0B86E716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08047" y="6756498"/>
            <a:ext cx="312023" cy="294230"/>
          </a:xfrm>
          <a:prstGeom prst="rect">
            <a:avLst/>
          </a:prstGeom>
        </p:spPr>
      </p:pic>
      <p:pic>
        <p:nvPicPr>
          <p:cNvPr id="1313" name="Graphic 1312" descr="Paper outline">
            <a:extLst>
              <a:ext uri="{FF2B5EF4-FFF2-40B4-BE49-F238E27FC236}">
                <a16:creationId xmlns:a16="http://schemas.microsoft.com/office/drawing/2014/main" id="{48903591-5C89-190F-E63F-66D4FF4B089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87344" y="7177329"/>
            <a:ext cx="546587" cy="515418"/>
          </a:xfrm>
          <a:prstGeom prst="rect">
            <a:avLst/>
          </a:prstGeom>
        </p:spPr>
      </p:pic>
      <p:sp>
        <p:nvSpPr>
          <p:cNvPr id="1314" name="TextBox 1313">
            <a:extLst>
              <a:ext uri="{FF2B5EF4-FFF2-40B4-BE49-F238E27FC236}">
                <a16:creationId xmlns:a16="http://schemas.microsoft.com/office/drawing/2014/main" id="{45C75E03-8A2A-B8BC-86F6-5F828BA60D41}"/>
              </a:ext>
            </a:extLst>
          </p:cNvPr>
          <p:cNvSpPr txBox="1"/>
          <p:nvPr/>
        </p:nvSpPr>
        <p:spPr>
          <a:xfrm>
            <a:off x="8631103" y="7269083"/>
            <a:ext cx="71668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Executable</a:t>
            </a:r>
            <a:endParaRPr kumimoji="0" lang="en-US" sz="800" b="0" i="0" u="none" strike="noStrike" cap="none" spc="0" normalizeH="0" baseline="0">
              <a:ln>
                <a:noFill/>
              </a:ln>
              <a:solidFill>
                <a:srgbClr val="4C4C4C"/>
              </a:solidFill>
              <a:effectLst/>
              <a:uFillTx/>
              <a:sym typeface="Source Sans Pro"/>
            </a:endParaRPr>
          </a:p>
        </p:txBody>
      </p:sp>
      <p:cxnSp>
        <p:nvCxnSpPr>
          <p:cNvPr id="1315" name="Connector: Elbow 1314">
            <a:extLst>
              <a:ext uri="{FF2B5EF4-FFF2-40B4-BE49-F238E27FC236}">
                <a16:creationId xmlns:a16="http://schemas.microsoft.com/office/drawing/2014/main" id="{1A9572B8-BA7B-B051-FFC3-59C6BF60F341}"/>
              </a:ext>
            </a:extLst>
          </p:cNvPr>
          <p:cNvCxnSpPr>
            <a:cxnSpLocks/>
            <a:stCxn id="1304" idx="2"/>
            <a:endCxn id="1310" idx="0"/>
          </p:cNvCxnSpPr>
          <p:nvPr/>
        </p:nvCxnSpPr>
        <p:spPr>
          <a:xfrm rot="16200000" flipH="1">
            <a:off x="8147436" y="4983210"/>
            <a:ext cx="425164" cy="124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16" name="Connector: Elbow 1315">
            <a:extLst>
              <a:ext uri="{FF2B5EF4-FFF2-40B4-BE49-F238E27FC236}">
                <a16:creationId xmlns:a16="http://schemas.microsoft.com/office/drawing/2014/main" id="{9FB635A0-3BBD-9AD2-A819-0B27B9185C67}"/>
              </a:ext>
            </a:extLst>
          </p:cNvPr>
          <p:cNvCxnSpPr>
            <a:cxnSpLocks/>
            <a:stCxn id="1310" idx="2"/>
            <a:endCxn id="1303" idx="0"/>
          </p:cNvCxnSpPr>
          <p:nvPr/>
        </p:nvCxnSpPr>
        <p:spPr>
          <a:xfrm rot="5400000">
            <a:off x="8131211" y="5941261"/>
            <a:ext cx="458858" cy="1"/>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17" name="Connector: Elbow 1316">
            <a:extLst>
              <a:ext uri="{FF2B5EF4-FFF2-40B4-BE49-F238E27FC236}">
                <a16:creationId xmlns:a16="http://schemas.microsoft.com/office/drawing/2014/main" id="{7086DFE2-D55B-4BFB-569E-3D5BB2EA5D8C}"/>
              </a:ext>
            </a:extLst>
          </p:cNvPr>
          <p:cNvCxnSpPr>
            <a:cxnSpLocks/>
            <a:stCxn id="1303" idx="2"/>
            <a:endCxn id="1313" idx="0"/>
          </p:cNvCxnSpPr>
          <p:nvPr/>
        </p:nvCxnSpPr>
        <p:spPr>
          <a:xfrm rot="5400000">
            <a:off x="8115029" y="6931718"/>
            <a:ext cx="491221" cy="1"/>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46" name="Connector: Elbow 1345">
            <a:extLst>
              <a:ext uri="{FF2B5EF4-FFF2-40B4-BE49-F238E27FC236}">
                <a16:creationId xmlns:a16="http://schemas.microsoft.com/office/drawing/2014/main" id="{22926971-9D3C-3D4D-9301-CAFE261FBC70}"/>
              </a:ext>
            </a:extLst>
          </p:cNvPr>
          <p:cNvCxnSpPr>
            <a:cxnSpLocks/>
            <a:stCxn id="557" idx="2"/>
            <a:endCxn id="16" idx="0"/>
          </p:cNvCxnSpPr>
          <p:nvPr/>
        </p:nvCxnSpPr>
        <p:spPr>
          <a:xfrm rot="16200000" flipH="1">
            <a:off x="3885219" y="3293995"/>
            <a:ext cx="1148840" cy="761339"/>
          </a:xfrm>
          <a:prstGeom prst="bentConnector3">
            <a:avLst>
              <a:gd name="adj1" fmla="val 43927"/>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356" name="Rectangle 1355">
            <a:extLst>
              <a:ext uri="{FF2B5EF4-FFF2-40B4-BE49-F238E27FC236}">
                <a16:creationId xmlns:a16="http://schemas.microsoft.com/office/drawing/2014/main" id="{3E6BF44F-D0E4-BD60-5B8F-150AEC5B027D}"/>
              </a:ext>
            </a:extLst>
          </p:cNvPr>
          <p:cNvSpPr/>
          <p:nvPr/>
        </p:nvSpPr>
        <p:spPr>
          <a:xfrm>
            <a:off x="6305899" y="5604708"/>
            <a:ext cx="589304" cy="438368"/>
          </a:xfrm>
          <a:prstGeom prst="rect">
            <a:avLst/>
          </a:prstGeom>
          <a:noFill/>
          <a:ln w="12700" cap="flat">
            <a:solidFill>
              <a:srgbClr val="00872B"/>
            </a:solidFill>
            <a:prstDash val="sysDot"/>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87" name="Connector: Elbow 1386">
            <a:extLst>
              <a:ext uri="{FF2B5EF4-FFF2-40B4-BE49-F238E27FC236}">
                <a16:creationId xmlns:a16="http://schemas.microsoft.com/office/drawing/2014/main" id="{D1382BAA-36B7-38EA-106E-08104E4E05C8}"/>
              </a:ext>
            </a:extLst>
          </p:cNvPr>
          <p:cNvCxnSpPr>
            <a:cxnSpLocks/>
            <a:stCxn id="1313" idx="2"/>
          </p:cNvCxnSpPr>
          <p:nvPr/>
        </p:nvCxnSpPr>
        <p:spPr>
          <a:xfrm rot="16200000" flipH="1">
            <a:off x="8032573" y="8020812"/>
            <a:ext cx="666602" cy="10472"/>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417" name="Straight Connector 1416">
            <a:extLst>
              <a:ext uri="{FF2B5EF4-FFF2-40B4-BE49-F238E27FC236}">
                <a16:creationId xmlns:a16="http://schemas.microsoft.com/office/drawing/2014/main" id="{78F8E2E5-3A6F-DDF9-D585-A374DD0718C7}"/>
              </a:ext>
            </a:extLst>
          </p:cNvPr>
          <p:cNvCxnSpPr>
            <a:cxnSpLocks/>
          </p:cNvCxnSpPr>
          <p:nvPr/>
        </p:nvCxnSpPr>
        <p:spPr>
          <a:xfrm flipH="1">
            <a:off x="5000992" y="4595255"/>
            <a:ext cx="598370" cy="670415"/>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0" name="Straight Connector 1419">
            <a:extLst>
              <a:ext uri="{FF2B5EF4-FFF2-40B4-BE49-F238E27FC236}">
                <a16:creationId xmlns:a16="http://schemas.microsoft.com/office/drawing/2014/main" id="{7ECCACD5-8DED-9D95-9F01-687B3862C74F}"/>
              </a:ext>
            </a:extLst>
          </p:cNvPr>
          <p:cNvCxnSpPr>
            <a:cxnSpLocks/>
          </p:cNvCxnSpPr>
          <p:nvPr/>
        </p:nvCxnSpPr>
        <p:spPr>
          <a:xfrm>
            <a:off x="4543136" y="3064639"/>
            <a:ext cx="597059" cy="634477"/>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3" name="Straight Connector 1422">
            <a:extLst>
              <a:ext uri="{FF2B5EF4-FFF2-40B4-BE49-F238E27FC236}">
                <a16:creationId xmlns:a16="http://schemas.microsoft.com/office/drawing/2014/main" id="{A2EC241F-38E4-8E31-7E96-6DEC9E346125}"/>
              </a:ext>
            </a:extLst>
          </p:cNvPr>
          <p:cNvCxnSpPr>
            <a:cxnSpLocks/>
          </p:cNvCxnSpPr>
          <p:nvPr/>
        </p:nvCxnSpPr>
        <p:spPr>
          <a:xfrm flipH="1">
            <a:off x="8076661" y="3090137"/>
            <a:ext cx="533109" cy="562041"/>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6" name="Straight Connector 1425">
            <a:extLst>
              <a:ext uri="{FF2B5EF4-FFF2-40B4-BE49-F238E27FC236}">
                <a16:creationId xmlns:a16="http://schemas.microsoft.com/office/drawing/2014/main" id="{3F99FA05-1590-7365-1F20-050412CBE5D5}"/>
              </a:ext>
            </a:extLst>
          </p:cNvPr>
          <p:cNvCxnSpPr>
            <a:cxnSpLocks/>
          </p:cNvCxnSpPr>
          <p:nvPr/>
        </p:nvCxnSpPr>
        <p:spPr>
          <a:xfrm flipH="1">
            <a:off x="9266088" y="3090137"/>
            <a:ext cx="272015" cy="568968"/>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33" name="Straight Connector 1432">
            <a:extLst>
              <a:ext uri="{FF2B5EF4-FFF2-40B4-BE49-F238E27FC236}">
                <a16:creationId xmlns:a16="http://schemas.microsoft.com/office/drawing/2014/main" id="{E022B3CA-4D68-EA29-0B21-D9B755FB4CB4}"/>
              </a:ext>
            </a:extLst>
          </p:cNvPr>
          <p:cNvCxnSpPr>
            <a:cxnSpLocks/>
          </p:cNvCxnSpPr>
          <p:nvPr/>
        </p:nvCxnSpPr>
        <p:spPr>
          <a:xfrm>
            <a:off x="5863344" y="3288310"/>
            <a:ext cx="442555" cy="2298905"/>
          </a:xfrm>
          <a:prstGeom prst="line">
            <a:avLst/>
          </a:prstGeom>
          <a:noFill/>
          <a:ln w="25400" cap="flat">
            <a:solidFill>
              <a:srgbClr val="00872B"/>
            </a:solidFill>
            <a:prstDash val="sysDash"/>
            <a:miter lim="400000"/>
          </a:ln>
          <a:effectLst/>
          <a:sp3d/>
        </p:spPr>
        <p:style>
          <a:lnRef idx="0">
            <a:scrgbClr r="0" g="0" b="0"/>
          </a:lnRef>
          <a:fillRef idx="0">
            <a:scrgbClr r="0" g="0" b="0"/>
          </a:fillRef>
          <a:effectRef idx="0">
            <a:scrgbClr r="0" g="0" b="0"/>
          </a:effectRef>
          <a:fontRef idx="none"/>
        </p:style>
      </p:cxnSp>
      <p:cxnSp>
        <p:nvCxnSpPr>
          <p:cNvPr id="1435" name="Straight Connector 1434">
            <a:extLst>
              <a:ext uri="{FF2B5EF4-FFF2-40B4-BE49-F238E27FC236}">
                <a16:creationId xmlns:a16="http://schemas.microsoft.com/office/drawing/2014/main" id="{099FB46A-DA3E-C499-B5FE-AFCA10931E53}"/>
              </a:ext>
            </a:extLst>
          </p:cNvPr>
          <p:cNvCxnSpPr>
            <a:cxnSpLocks/>
          </p:cNvCxnSpPr>
          <p:nvPr/>
        </p:nvCxnSpPr>
        <p:spPr>
          <a:xfrm flipH="1">
            <a:off x="6895203" y="3288680"/>
            <a:ext cx="580537" cy="2316028"/>
          </a:xfrm>
          <a:prstGeom prst="line">
            <a:avLst/>
          </a:prstGeom>
          <a:noFill/>
          <a:ln w="25400" cap="flat">
            <a:solidFill>
              <a:srgbClr val="00872B"/>
            </a:solidFill>
            <a:prstDash val="sysDash"/>
            <a:miter lim="400000"/>
          </a:ln>
          <a:effectLst/>
          <a:sp3d/>
        </p:spPr>
        <p:style>
          <a:lnRef idx="0">
            <a:scrgbClr r="0" g="0" b="0"/>
          </a:lnRef>
          <a:fillRef idx="0">
            <a:scrgbClr r="0" g="0" b="0"/>
          </a:fillRef>
          <a:effectRef idx="0">
            <a:scrgbClr r="0" g="0" b="0"/>
          </a:effectRef>
          <a:fontRef idx="none"/>
        </p:style>
      </p:cxnSp>
      <p:sp>
        <p:nvSpPr>
          <p:cNvPr id="1441" name="TextBox 1440">
            <a:extLst>
              <a:ext uri="{FF2B5EF4-FFF2-40B4-BE49-F238E27FC236}">
                <a16:creationId xmlns:a16="http://schemas.microsoft.com/office/drawing/2014/main" id="{EA32358D-7944-8A53-65BD-DF22B943118F}"/>
              </a:ext>
            </a:extLst>
          </p:cNvPr>
          <p:cNvSpPr txBox="1"/>
          <p:nvPr/>
        </p:nvSpPr>
        <p:spPr>
          <a:xfrm>
            <a:off x="3518756" y="1698225"/>
            <a:ext cx="75086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Raw Data</a:t>
            </a:r>
            <a:endParaRPr kumimoji="0" lang="en-US" sz="1000" b="0" i="0" u="none" strike="noStrike" cap="none" spc="0" normalizeH="0" baseline="0">
              <a:ln>
                <a:noFill/>
              </a:ln>
              <a:solidFill>
                <a:srgbClr val="4C4C4C"/>
              </a:solidFill>
              <a:effectLst/>
              <a:uFillTx/>
              <a:sym typeface="Source Sans Pro"/>
            </a:endParaRPr>
          </a:p>
        </p:txBody>
      </p:sp>
      <p:cxnSp>
        <p:nvCxnSpPr>
          <p:cNvPr id="1451" name="Straight Arrow Connector 1450">
            <a:extLst>
              <a:ext uri="{FF2B5EF4-FFF2-40B4-BE49-F238E27FC236}">
                <a16:creationId xmlns:a16="http://schemas.microsoft.com/office/drawing/2014/main" id="{1DD02B09-F3AC-0B02-D2C0-B4D629B7939A}"/>
              </a:ext>
            </a:extLst>
          </p:cNvPr>
          <p:cNvCxnSpPr>
            <a:cxnSpLocks/>
          </p:cNvCxnSpPr>
          <p:nvPr/>
        </p:nvCxnSpPr>
        <p:spPr>
          <a:xfrm>
            <a:off x="950631" y="4255510"/>
            <a:ext cx="1180755" cy="0"/>
          </a:xfrm>
          <a:prstGeom prst="straightConnector1">
            <a:avLst/>
          </a:prstGeom>
          <a:noFill/>
          <a:ln w="25400" cap="flat">
            <a:solidFill>
              <a:srgbClr val="C00000"/>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sp>
        <p:nvSpPr>
          <p:cNvPr id="1453" name="TextBox 1452">
            <a:extLst>
              <a:ext uri="{FF2B5EF4-FFF2-40B4-BE49-F238E27FC236}">
                <a16:creationId xmlns:a16="http://schemas.microsoft.com/office/drawing/2014/main" id="{91A07A29-B6A1-CFCF-4346-96383C0ABD9D}"/>
              </a:ext>
            </a:extLst>
          </p:cNvPr>
          <p:cNvSpPr txBox="1"/>
          <p:nvPr/>
        </p:nvSpPr>
        <p:spPr>
          <a:xfrm>
            <a:off x="1190589" y="3931619"/>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solidFill>
                  <a:srgbClr val="C00000"/>
                </a:solidFill>
              </a:rPr>
              <a:t>Connection</a:t>
            </a:r>
            <a:endParaRPr kumimoji="0" lang="en-US" sz="1000" b="0" i="0" u="none" strike="noStrike" cap="none" spc="0" normalizeH="0" baseline="0">
              <a:ln>
                <a:noFill/>
              </a:ln>
              <a:solidFill>
                <a:srgbClr val="C00000"/>
              </a:solidFill>
              <a:effectLst/>
              <a:uFillTx/>
              <a:sym typeface="Source Sans Pro"/>
            </a:endParaRPr>
          </a:p>
        </p:txBody>
      </p:sp>
      <p:sp>
        <p:nvSpPr>
          <p:cNvPr id="42" name="Manipulate Variables">
            <a:extLst>
              <a:ext uri="{FF2B5EF4-FFF2-40B4-BE49-F238E27FC236}">
                <a16:creationId xmlns:a16="http://schemas.microsoft.com/office/drawing/2014/main" id="{B0ECADF9-94F3-DFA5-3299-45F754D2113C}"/>
              </a:ext>
            </a:extLst>
          </p:cNvPr>
          <p:cNvSpPr txBox="1"/>
          <p:nvPr/>
        </p:nvSpPr>
        <p:spPr>
          <a:xfrm>
            <a:off x="353017" y="4806461"/>
            <a:ext cx="166791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Capabilities</a:t>
            </a:r>
            <a:endParaRPr/>
          </a:p>
        </p:txBody>
      </p:sp>
      <p:sp>
        <p:nvSpPr>
          <p:cNvPr id="43" name="Manipulate Variables">
            <a:extLst>
              <a:ext uri="{FF2B5EF4-FFF2-40B4-BE49-F238E27FC236}">
                <a16:creationId xmlns:a16="http://schemas.microsoft.com/office/drawing/2014/main" id="{B3807B1F-FF6B-B1D9-ECA9-CF95456BC041}"/>
              </a:ext>
            </a:extLst>
          </p:cNvPr>
          <p:cNvSpPr txBox="1"/>
          <p:nvPr/>
        </p:nvSpPr>
        <p:spPr>
          <a:xfrm>
            <a:off x="11271437" y="6580180"/>
            <a:ext cx="2523761" cy="25199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bg2">
                    <a:lumMod val="25000"/>
                  </a:schemeClr>
                </a:solidFill>
              </a:rPr>
              <a:t>Module Functions</a:t>
            </a:r>
          </a:p>
        </p:txBody>
      </p:sp>
      <p:sp>
        <p:nvSpPr>
          <p:cNvPr id="44" name="Create a visual hierarchy. Help users navigate the page with titles, subtitles, and subsubtitles">
            <a:extLst>
              <a:ext uri="{FF2B5EF4-FFF2-40B4-BE49-F238E27FC236}">
                <a16:creationId xmlns:a16="http://schemas.microsoft.com/office/drawing/2014/main" id="{BB173517-1872-46B8-0127-5D1D6418DFFD}"/>
              </a:ext>
            </a:extLst>
          </p:cNvPr>
          <p:cNvSpPr txBox="1"/>
          <p:nvPr/>
        </p:nvSpPr>
        <p:spPr>
          <a:xfrm>
            <a:off x="11189640" y="3956384"/>
            <a:ext cx="2564002" cy="775003"/>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solidFill>
                  <a:schemeClr val="accent2"/>
                </a:solidFill>
                <a:latin typeface="Source Sans Pro" panose="020B0503030403020204" pitchFamily="34" charset="0"/>
                <a:ea typeface="Source Sans Pro" panose="020B0503030403020204" pitchFamily="34" charset="0"/>
              </a:rPr>
              <a:t>Tables </a:t>
            </a:r>
            <a:r>
              <a:rPr lang="en-US">
                <a:latin typeface="Source Sans Pro" panose="020B0503030403020204" pitchFamily="34" charset="0"/>
                <a:ea typeface="Source Sans Pro" panose="020B0503030403020204" pitchFamily="34" charset="0"/>
              </a:rPr>
              <a:t>can be </a:t>
            </a:r>
            <a:r>
              <a:rPr lang="en-US">
                <a:solidFill>
                  <a:schemeClr val="accent5"/>
                </a:solidFill>
                <a:latin typeface="Source Sans Pro" panose="020B0503030403020204" pitchFamily="34" charset="0"/>
                <a:ea typeface="Source Sans Pro" panose="020B0503030403020204" pitchFamily="34" charset="0"/>
              </a:rPr>
              <a:t>called</a:t>
            </a:r>
            <a:r>
              <a:rPr lang="en-US">
                <a:latin typeface="Source Sans Pro" panose="020B0503030403020204" pitchFamily="34" charset="0"/>
                <a:ea typeface="Source Sans Pro" panose="020B0503030403020204" pitchFamily="34" charset="0"/>
              </a:rPr>
              <a:t> by files outside of a specific module’s scope when two modules with different sources intersect.</a:t>
            </a:r>
            <a:endPar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endParaRPr>
          </a:p>
        </p:txBody>
      </p:sp>
      <p:sp>
        <p:nvSpPr>
          <p:cNvPr id="45" name="Create a visual hierarchy. Help users navigate the page with titles, subtitles, and subsubtitles">
            <a:extLst>
              <a:ext uri="{FF2B5EF4-FFF2-40B4-BE49-F238E27FC236}">
                <a16:creationId xmlns:a16="http://schemas.microsoft.com/office/drawing/2014/main" id="{4D6B1BF6-05E7-B3CF-0DC1-D8D9CA53AA10}"/>
              </a:ext>
            </a:extLst>
          </p:cNvPr>
          <p:cNvSpPr txBox="1"/>
          <p:nvPr/>
        </p:nvSpPr>
        <p:spPr>
          <a:xfrm>
            <a:off x="11255144" y="6926776"/>
            <a:ext cx="2564002" cy="2731436"/>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r>
              <a:rPr lang="en-US" sz="1000" b="0">
                <a:solidFill>
                  <a:schemeClr val="bg2">
                    <a:lumMod val="10000"/>
                  </a:schemeClr>
                </a:solidFill>
                <a:latin typeface="Source Sans Pro" panose="020B0503030403020204" pitchFamily="34" charset="0"/>
                <a:ea typeface="Source Sans Pro" panose="020B0503030403020204" pitchFamily="34" charset="0"/>
              </a:rPr>
              <a:t>Tables use standardized R data structures. These are not limited to simple tables; they can represent sparse matrices, graph edge lists, and more- all interconnected by key columns.</a:t>
            </a:r>
            <a:br>
              <a:rPr lang="en-US" sz="1000" b="0">
                <a:solidFill>
                  <a:schemeClr val="bg2">
                    <a:lumMod val="10000"/>
                  </a:schemeClr>
                </a:solidFill>
                <a:latin typeface="Source Sans Pro" panose="020B0503030403020204" pitchFamily="34" charset="0"/>
                <a:ea typeface="Source Sans Pro" panose="020B0503030403020204" pitchFamily="34" charset="0"/>
              </a:rPr>
            </a:br>
            <a:br>
              <a:rPr lang="en-US" sz="1000" b="0">
                <a:solidFill>
                  <a:schemeClr val="bg2">
                    <a:lumMod val="10000"/>
                  </a:schemeClr>
                </a:solidFill>
                <a:latin typeface="Source Sans Pro" panose="020B0503030403020204" pitchFamily="34" charset="0"/>
                <a:ea typeface="Source Sans Pro" panose="020B0503030403020204" pitchFamily="34" charset="0"/>
              </a:rPr>
            </a:br>
            <a:r>
              <a:rPr lang="en-US" sz="1000" b="0">
                <a:solidFill>
                  <a:schemeClr val="bg2">
                    <a:lumMod val="10000"/>
                  </a:schemeClr>
                </a:solidFill>
                <a:latin typeface="Source Sans Pro" panose="020B0503030403020204" pitchFamily="34" charset="0"/>
                <a:ea typeface="Source Sans Pro" panose="020B0503030403020204" pitchFamily="34" charset="0"/>
              </a:rPr>
              <a:t>File use R resources-including .</a:t>
            </a:r>
            <a:r>
              <a:rPr lang="en-US" sz="1000" b="0" err="1">
                <a:solidFill>
                  <a:schemeClr val="bg2">
                    <a:lumMod val="10000"/>
                  </a:schemeClr>
                </a:solidFill>
                <a:latin typeface="Source Sans Pro" panose="020B0503030403020204" pitchFamily="34" charset="0"/>
                <a:ea typeface="Source Sans Pro" panose="020B0503030403020204" pitchFamily="34" charset="0"/>
              </a:rPr>
              <a:t>Rmd</a:t>
            </a:r>
            <a:r>
              <a:rPr lang="en-US" sz="1000" b="0">
                <a:solidFill>
                  <a:schemeClr val="bg2">
                    <a:lumMod val="10000"/>
                  </a:schemeClr>
                </a:solidFill>
                <a:latin typeface="Source Sans Pro" panose="020B0503030403020204" pitchFamily="34" charset="0"/>
                <a:ea typeface="Source Sans Pro" panose="020B0503030403020204" pitchFamily="34" charset="0"/>
              </a:rPr>
              <a:t> files, .R scripts, and functions that are internal to a module and operate consistently on standardized internal R tables. </a:t>
            </a:r>
            <a: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t>Example of internal file’s function</a:t>
            </a:r>
            <a:b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br>
            <a:b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br>
            <a:r>
              <a:rPr lang="en-US" sz="1050" err="1"/>
              <a:t>bipartite_graph_projection</a:t>
            </a:r>
            <a:r>
              <a:rPr lang="en-US" sz="1050"/>
              <a:t>()</a:t>
            </a:r>
          </a:p>
          <a:p>
            <a:r>
              <a:rPr lang="en-US" sz="1000" b="0"/>
              <a:t>Performs bipartite projection on multimodal graphs.</a:t>
            </a:r>
            <a:endParaRPr lang="en-US" sz="1050"/>
          </a:p>
          <a:p>
            <a:endParaRPr lang="en-US" sz="1000" b="0">
              <a:solidFill>
                <a:schemeClr val="bg2">
                  <a:lumMod val="10000"/>
                </a:schemeClr>
              </a:solidFill>
              <a:latin typeface="Source Sans Pro" panose="020B0503030403020204" pitchFamily="34" charset="0"/>
              <a:ea typeface="Source Sans Pro" panose="020B0503030403020204" pitchFamily="34" charset="0"/>
            </a:endParaRPr>
          </a:p>
        </p:txBody>
      </p:sp>
      <p:sp>
        <p:nvSpPr>
          <p:cNvPr id="46" name="Manipulate Variables">
            <a:extLst>
              <a:ext uri="{FF2B5EF4-FFF2-40B4-BE49-F238E27FC236}">
                <a16:creationId xmlns:a16="http://schemas.microsoft.com/office/drawing/2014/main" id="{29FDCFC4-A2E0-9097-3305-BCB66FB61CBC}"/>
              </a:ext>
            </a:extLst>
          </p:cNvPr>
          <p:cNvSpPr txBox="1"/>
          <p:nvPr/>
        </p:nvSpPr>
        <p:spPr>
          <a:xfrm>
            <a:off x="11179341" y="3635595"/>
            <a:ext cx="258307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External Tables</a:t>
            </a:r>
            <a:endParaRPr lang="en-US" sz="2500">
              <a:solidFill>
                <a:schemeClr val="tx2"/>
              </a:solidFill>
            </a:endParaRPr>
          </a:p>
        </p:txBody>
      </p:sp>
      <p:sp>
        <p:nvSpPr>
          <p:cNvPr id="58" name="Layout Suggestions">
            <a:extLst>
              <a:ext uri="{FF2B5EF4-FFF2-40B4-BE49-F238E27FC236}">
                <a16:creationId xmlns:a16="http://schemas.microsoft.com/office/drawing/2014/main" id="{42D98603-8B29-4CFB-8444-AEDFBBB67BA3}"/>
              </a:ext>
            </a:extLst>
          </p:cNvPr>
          <p:cNvSpPr txBox="1"/>
          <p:nvPr/>
        </p:nvSpPr>
        <p:spPr>
          <a:xfrm>
            <a:off x="11193314" y="1937456"/>
            <a:ext cx="240242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Raw Data</a:t>
            </a:r>
          </a:p>
        </p:txBody>
      </p:sp>
      <p:sp>
        <p:nvSpPr>
          <p:cNvPr id="59" name="TextBox 58">
            <a:extLst>
              <a:ext uri="{FF2B5EF4-FFF2-40B4-BE49-F238E27FC236}">
                <a16:creationId xmlns:a16="http://schemas.microsoft.com/office/drawing/2014/main" id="{F683DBE3-48EA-CCB2-B2F2-B725EB45695B}"/>
              </a:ext>
            </a:extLst>
          </p:cNvPr>
          <p:cNvSpPr txBox="1"/>
          <p:nvPr/>
        </p:nvSpPr>
        <p:spPr>
          <a:xfrm>
            <a:off x="11174830" y="2323567"/>
            <a:ext cx="2635144"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rgbClr val="000000"/>
                </a:solidFill>
                <a:latin typeface="Source Sans Pro" panose="020B0503030403020204" pitchFamily="34" charset="0"/>
                <a:ea typeface="Source Sans Pro" panose="020B0503030403020204" pitchFamily="34" charset="0"/>
              </a:rPr>
              <a:t>Handles diverse raw data formats such as CSV, gitlog, and Mbox from local or network sources, then loads them as initial R structures for standardization. </a:t>
            </a:r>
            <a:r>
              <a:rPr lang="en-US" b="0" dirty="0">
                <a:solidFill>
                  <a:schemeClr val="accent2"/>
                </a:solidFill>
                <a:latin typeface="Source Sans Pro" panose="020B0503030403020204" pitchFamily="34" charset="0"/>
                <a:ea typeface="Source Sans Pro" panose="020B0503030403020204" pitchFamily="34" charset="0"/>
              </a:rPr>
              <a:t>Data</a:t>
            </a:r>
            <a:r>
              <a:rPr lang="en-US" b="0" dirty="0">
                <a:solidFill>
                  <a:srgbClr val="000000"/>
                </a:solidFill>
                <a:latin typeface="Source Sans Pro" panose="020B0503030403020204" pitchFamily="34" charset="0"/>
                <a:ea typeface="Source Sans Pro" panose="020B0503030403020204" pitchFamily="34" charset="0"/>
              </a:rPr>
              <a:t> can exist outside a module when merging multiple sources.</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60" name="Layout Suggestions">
            <a:extLst>
              <a:ext uri="{FF2B5EF4-FFF2-40B4-BE49-F238E27FC236}">
                <a16:creationId xmlns:a16="http://schemas.microsoft.com/office/drawing/2014/main" id="{95184C31-346C-5733-5B08-47B50C53A2EF}"/>
              </a:ext>
            </a:extLst>
          </p:cNvPr>
          <p:cNvSpPr txBox="1"/>
          <p:nvPr/>
        </p:nvSpPr>
        <p:spPr>
          <a:xfrm>
            <a:off x="286801" y="2542515"/>
            <a:ext cx="2919175"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Connecting Modules</a:t>
            </a:r>
          </a:p>
        </p:txBody>
      </p:sp>
      <p:sp>
        <p:nvSpPr>
          <p:cNvPr id="61" name="TextBox 60">
            <a:extLst>
              <a:ext uri="{FF2B5EF4-FFF2-40B4-BE49-F238E27FC236}">
                <a16:creationId xmlns:a16="http://schemas.microsoft.com/office/drawing/2014/main" id="{9EC19F9E-1614-60AC-4826-837D0C2AAA68}"/>
              </a:ext>
            </a:extLst>
          </p:cNvPr>
          <p:cNvSpPr txBox="1"/>
          <p:nvPr/>
        </p:nvSpPr>
        <p:spPr>
          <a:xfrm>
            <a:off x="295202" y="2819549"/>
            <a:ext cx="2765787" cy="114587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Tables</a:t>
            </a:r>
            <a:r>
              <a:rPr lang="en-US" b="0">
                <a:solidFill>
                  <a:srgbClr val="000000"/>
                </a:solidFill>
                <a:latin typeface="Source Sans Pro" panose="020B0503030403020204" pitchFamily="34" charset="0"/>
                <a:ea typeface="Source Sans Pro" panose="020B0503030403020204" pitchFamily="34" charset="0"/>
                <a:sym typeface="Source Sans Pro Light"/>
              </a:rPr>
              <a:t> are used as the </a:t>
            </a:r>
            <a:r>
              <a:rPr lang="en-US">
                <a:solidFill>
                  <a:srgbClr val="000000"/>
                </a:solidFill>
                <a:latin typeface="Source Sans Pro" panose="020B0503030403020204" pitchFamily="34" charset="0"/>
                <a:ea typeface="Source Sans Pro" panose="020B0503030403020204" pitchFamily="34" charset="0"/>
                <a:sym typeface="Source Sans Pro Light"/>
              </a:rPr>
              <a:t>sole</a:t>
            </a:r>
            <a:r>
              <a:rPr lang="en-US" b="0">
                <a:solidFill>
                  <a:srgbClr val="000000"/>
                </a:solidFill>
                <a:latin typeface="Source Sans Pro" panose="020B0503030403020204" pitchFamily="34" charset="0"/>
                <a:ea typeface="Source Sans Pro" panose="020B0503030403020204" pitchFamily="34" charset="0"/>
                <a:sym typeface="Source Sans Pro Light"/>
              </a:rPr>
              <a:t> connection between modules. Modules or raw data sources do not interact directly. Modules connect by table’s </a:t>
            </a:r>
            <a:r>
              <a:rPr lang="en-US" b="0">
                <a:solidFill>
                  <a:schemeClr val="accent1">
                    <a:lumMod val="50000"/>
                  </a:schemeClr>
                </a:solidFill>
                <a:latin typeface="Source Sans Pro" panose="020B0503030403020204" pitchFamily="34" charset="0"/>
                <a:ea typeface="Source Sans Pro" panose="020B0503030403020204" pitchFamily="34" charset="0"/>
                <a:sym typeface="Source Sans Pro Light"/>
              </a:rPr>
              <a:t>columns</a:t>
            </a:r>
            <a:r>
              <a:rPr lang="en-US" b="0">
                <a:solidFill>
                  <a:schemeClr val="accent2"/>
                </a:solidFill>
                <a:latin typeface="Source Sans Pro" panose="020B0503030403020204" pitchFamily="34" charset="0"/>
                <a:ea typeface="Source Sans Pro" panose="020B0503030403020204" pitchFamily="34" charset="0"/>
                <a:sym typeface="Source Sans Pro Light"/>
              </a:rPr>
              <a:t> </a:t>
            </a:r>
            <a:r>
              <a:rPr lang="en-US" b="0">
                <a:solidFill>
                  <a:srgbClr val="000000"/>
                </a:solidFill>
                <a:latin typeface="Source Sans Pro" panose="020B0503030403020204" pitchFamily="34" charset="0"/>
                <a:ea typeface="Source Sans Pro" panose="020B0503030403020204" pitchFamily="34" charset="0"/>
                <a:sym typeface="Source Sans Pro Light"/>
              </a:rPr>
              <a:t>- indicated by the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dark blue row </a:t>
            </a:r>
            <a:r>
              <a:rPr lang="en-US" b="0">
                <a:solidFill>
                  <a:srgbClr val="000000"/>
                </a:solidFill>
                <a:latin typeface="Source Sans Pro" panose="020B0503030403020204" pitchFamily="34" charset="0"/>
                <a:ea typeface="Source Sans Pro" panose="020B0503030403020204" pitchFamily="34" charset="0"/>
                <a:sym typeface="Source Sans Pro Light"/>
              </a:rPr>
              <a:t>within a common R data table structure. </a:t>
            </a:r>
            <a:endParaRPr lang="en-US" b="0">
              <a:solidFill>
                <a:srgbClr val="000000"/>
              </a:solidFill>
              <a:latin typeface="Source Sans Pro" panose="020B0503030403020204" pitchFamily="34" charset="0"/>
              <a:ea typeface="Source Sans Pro" panose="020B0503030403020204" pitchFamily="34" charset="0"/>
            </a:endParaRPr>
          </a:p>
        </p:txBody>
      </p:sp>
      <p:sp>
        <p:nvSpPr>
          <p:cNvPr id="62" name="Layout Suggestions">
            <a:extLst>
              <a:ext uri="{FF2B5EF4-FFF2-40B4-BE49-F238E27FC236}">
                <a16:creationId xmlns:a16="http://schemas.microsoft.com/office/drawing/2014/main" id="{CA9335A2-F64C-ACD5-8E0D-3AEDFD98EA6F}"/>
              </a:ext>
            </a:extLst>
          </p:cNvPr>
          <p:cNvSpPr txBox="1"/>
          <p:nvPr/>
        </p:nvSpPr>
        <p:spPr>
          <a:xfrm>
            <a:off x="11233351" y="4820165"/>
            <a:ext cx="197260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Modules</a:t>
            </a:r>
          </a:p>
        </p:txBody>
      </p:sp>
      <p:sp>
        <p:nvSpPr>
          <p:cNvPr id="63" name="TextBox 62">
            <a:extLst>
              <a:ext uri="{FF2B5EF4-FFF2-40B4-BE49-F238E27FC236}">
                <a16:creationId xmlns:a16="http://schemas.microsoft.com/office/drawing/2014/main" id="{338CC27B-3382-2540-F4D2-E784B79D9730}"/>
              </a:ext>
            </a:extLst>
          </p:cNvPr>
          <p:cNvSpPr txBox="1"/>
          <p:nvPr/>
        </p:nvSpPr>
        <p:spPr>
          <a:xfrm>
            <a:off x="11216090" y="5201967"/>
            <a:ext cx="2567224"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Reusable containers for R scripts (.R files), functions, and notebooks for a specific source only. They ingest and process standardized tables to generate graphs, metrics, and transformed data for analysis.</a:t>
            </a:r>
          </a:p>
        </p:txBody>
      </p:sp>
      <p:sp>
        <p:nvSpPr>
          <p:cNvPr id="256" name="Layout Suggestions">
            <a:extLst>
              <a:ext uri="{FF2B5EF4-FFF2-40B4-BE49-F238E27FC236}">
                <a16:creationId xmlns:a16="http://schemas.microsoft.com/office/drawing/2014/main" id="{3B8180BE-991D-C90D-174B-C3C3732181BB}"/>
              </a:ext>
            </a:extLst>
          </p:cNvPr>
          <p:cNvSpPr txBox="1"/>
          <p:nvPr/>
        </p:nvSpPr>
        <p:spPr>
          <a:xfrm>
            <a:off x="398137" y="8909853"/>
            <a:ext cx="203853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Notebooks</a:t>
            </a:r>
          </a:p>
        </p:txBody>
      </p:sp>
      <p:sp>
        <p:nvSpPr>
          <p:cNvPr id="257" name="TextBox 256">
            <a:extLst>
              <a:ext uri="{FF2B5EF4-FFF2-40B4-BE49-F238E27FC236}">
                <a16:creationId xmlns:a16="http://schemas.microsoft.com/office/drawing/2014/main" id="{89A7C53E-8BDA-E244-AA6F-C49644A4E9EE}"/>
              </a:ext>
            </a:extLst>
          </p:cNvPr>
          <p:cNvSpPr txBox="1"/>
          <p:nvPr/>
        </p:nvSpPr>
        <p:spPr>
          <a:xfrm>
            <a:off x="379610" y="9229563"/>
            <a:ext cx="2704852" cy="8134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Acting as the u</a:t>
            </a:r>
            <a:r>
              <a:rPr lang="en-US" b="0">
                <a:solidFill>
                  <a:schemeClr val="bg2">
                    <a:lumMod val="10000"/>
                  </a:schemeClr>
                </a:solidFill>
                <a:latin typeface="Source Sans Pro" panose="020B0503030403020204" pitchFamily="34" charset="0"/>
                <a:ea typeface="Source Sans Pro" panose="020B0503030403020204" pitchFamily="34" charset="0"/>
              </a:rPr>
              <a:t>ser interface. These .</a:t>
            </a:r>
            <a:r>
              <a:rPr lang="en-US" b="0" err="1">
                <a:solidFill>
                  <a:schemeClr val="bg2">
                    <a:lumMod val="10000"/>
                  </a:schemeClr>
                </a:solidFill>
                <a:latin typeface="Source Sans Pro" panose="020B0503030403020204" pitchFamily="34" charset="0"/>
                <a:ea typeface="Source Sans Pro" panose="020B0503030403020204" pitchFamily="34" charset="0"/>
              </a:rPr>
              <a:t>Rmd</a:t>
            </a:r>
            <a:r>
              <a:rPr lang="en-US" b="0">
                <a:solidFill>
                  <a:schemeClr val="bg2">
                    <a:lumMod val="10000"/>
                  </a:schemeClr>
                </a:solidFill>
                <a:latin typeface="Source Sans Pro" panose="020B0503030403020204" pitchFamily="34" charset="0"/>
                <a:ea typeface="Source Sans Pro" panose="020B0503030403020204" pitchFamily="34" charset="0"/>
              </a:rPr>
              <a:t> files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call specific modules- passing and receiving standardized R tables to create final analyses and exports.</a:t>
            </a:r>
            <a:r>
              <a:rPr lang="en-US" b="0">
                <a:solidFill>
                  <a:schemeClr val="bg2">
                    <a:lumMod val="10000"/>
                  </a:schemeClr>
                </a:solidFill>
                <a:latin typeface="Source Sans Pro" panose="020B0503030403020204" pitchFamily="34" charset="0"/>
                <a:ea typeface="Source Sans Pro" panose="020B0503030403020204" pitchFamily="34" charset="0"/>
              </a:rPr>
              <a:t> </a:t>
            </a:r>
          </a:p>
        </p:txBody>
      </p:sp>
      <p:cxnSp>
        <p:nvCxnSpPr>
          <p:cNvPr id="279" name="Straight Connector 549">
            <a:extLst>
              <a:ext uri="{FF2B5EF4-FFF2-40B4-BE49-F238E27FC236}">
                <a16:creationId xmlns:a16="http://schemas.microsoft.com/office/drawing/2014/main" id="{D7173A09-FB13-6B45-1397-378B5742AC44}"/>
              </a:ext>
            </a:extLst>
          </p:cNvPr>
          <p:cNvCxnSpPr>
            <a:cxnSpLocks/>
            <a:stCxn id="29" idx="1"/>
          </p:cNvCxnSpPr>
          <p:nvPr/>
        </p:nvCxnSpPr>
        <p:spPr>
          <a:xfrm rot="10800000" flipV="1">
            <a:off x="3132128" y="5451596"/>
            <a:ext cx="1103338" cy="591135"/>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3" name="Straight Connector 549">
            <a:extLst>
              <a:ext uri="{FF2B5EF4-FFF2-40B4-BE49-F238E27FC236}">
                <a16:creationId xmlns:a16="http://schemas.microsoft.com/office/drawing/2014/main" id="{DA15B9E7-9CCB-1DF7-0A22-66E01C2AC6C7}"/>
              </a:ext>
            </a:extLst>
          </p:cNvPr>
          <p:cNvCxnSpPr>
            <a:cxnSpLocks/>
            <a:stCxn id="454" idx="1"/>
          </p:cNvCxnSpPr>
          <p:nvPr/>
        </p:nvCxnSpPr>
        <p:spPr>
          <a:xfrm rot="10800000" flipV="1">
            <a:off x="3115472" y="6439194"/>
            <a:ext cx="850848" cy="348606"/>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96" name="Straight Connector 549">
            <a:extLst>
              <a:ext uri="{FF2B5EF4-FFF2-40B4-BE49-F238E27FC236}">
                <a16:creationId xmlns:a16="http://schemas.microsoft.com/office/drawing/2014/main" id="{B4F7B526-3DC6-6996-1E5B-722647DDE717}"/>
              </a:ext>
            </a:extLst>
          </p:cNvPr>
          <p:cNvCxnSpPr>
            <a:cxnSpLocks/>
            <a:stCxn id="1105" idx="1"/>
          </p:cNvCxnSpPr>
          <p:nvPr/>
        </p:nvCxnSpPr>
        <p:spPr>
          <a:xfrm rot="10800000" flipV="1">
            <a:off x="3116599" y="7455583"/>
            <a:ext cx="915919" cy="454"/>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15" name="Create a visual hierarchy. Help users navigate the page with titles, subtitles, and subsubtitles">
            <a:extLst>
              <a:ext uri="{FF2B5EF4-FFF2-40B4-BE49-F238E27FC236}">
                <a16:creationId xmlns:a16="http://schemas.microsoft.com/office/drawing/2014/main" id="{814E6B75-D47C-CE71-370D-6F49B3E650E3}"/>
              </a:ext>
            </a:extLst>
          </p:cNvPr>
          <p:cNvSpPr txBox="1">
            <a:spLocks/>
          </p:cNvSpPr>
          <p:nvPr/>
        </p:nvSpPr>
        <p:spPr>
          <a:xfrm>
            <a:off x="348460" y="5202862"/>
            <a:ext cx="2754528"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FontTx/>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sym typeface="Source Sans Pro Light"/>
              </a:rPr>
              <a:t>Downloaders</a:t>
            </a:r>
            <a:r>
              <a:rPr lang="en-US">
                <a:latin typeface="Source Sans Pro" panose="020B0503030403020204" pitchFamily="34" charset="0"/>
                <a:ea typeface="Source Sans Pro" panose="020B0503030403020204" pitchFamily="34" charset="0"/>
                <a:cs typeface="Shruti" panose="020B0502040204020203" pitchFamily="34" charset="0"/>
                <a:sym typeface="Source Sans Pro Light"/>
              </a:rPr>
              <a:t>: Loads the raw data into the module by call of the notebook.</a:t>
            </a:r>
            <a:endParaRPr lang="en-US">
              <a:latin typeface="Source Sans Pro" panose="020B0503030403020204" pitchFamily="34" charset="0"/>
              <a:ea typeface="Source Sans Pro" panose="020B0503030403020204" pitchFamily="34" charset="0"/>
              <a:cs typeface="Shruti" panose="020B0502040204020203" pitchFamily="34" charset="0"/>
            </a:endParaRPr>
          </a:p>
        </p:txBody>
      </p:sp>
      <p:sp>
        <p:nvSpPr>
          <p:cNvPr id="316" name="Create a visual hierarchy. Help users navigate the page with titles, subtitles, and subsubtitles">
            <a:extLst>
              <a:ext uri="{FF2B5EF4-FFF2-40B4-BE49-F238E27FC236}">
                <a16:creationId xmlns:a16="http://schemas.microsoft.com/office/drawing/2014/main" id="{BF670DE8-1E9E-6DAD-C80A-1BE4742EC67F}"/>
              </a:ext>
            </a:extLst>
          </p:cNvPr>
          <p:cNvSpPr txBox="1">
            <a:spLocks/>
          </p:cNvSpPr>
          <p:nvPr/>
        </p:nvSpPr>
        <p:spPr>
          <a:xfrm>
            <a:off x="359284" y="5655230"/>
            <a:ext cx="2772844" cy="7750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Parsers</a:t>
            </a:r>
            <a:r>
              <a:rPr lang="en-US">
                <a:latin typeface="Source Sans Pro" panose="020B0503030403020204" pitchFamily="34" charset="0"/>
                <a:ea typeface="Source Sans Pro" panose="020B0503030403020204" pitchFamily="34" charset="0"/>
                <a:cs typeface="Shruti" panose="020B0502040204020203" pitchFamily="34" charset="0"/>
              </a:rPr>
              <a:t>: Automatically normalize diverse raw sources into uniform, structured R tables that are reusable across multiple transformations.</a:t>
            </a:r>
          </a:p>
        </p:txBody>
      </p:sp>
      <p:sp>
        <p:nvSpPr>
          <p:cNvPr id="317" name="Create a visual hierarchy. Help users navigate the page with titles, subtitles, and subsubtitles">
            <a:extLst>
              <a:ext uri="{FF2B5EF4-FFF2-40B4-BE49-F238E27FC236}">
                <a16:creationId xmlns:a16="http://schemas.microsoft.com/office/drawing/2014/main" id="{560F291E-C46A-000D-0864-6BBC678361F2}"/>
              </a:ext>
            </a:extLst>
          </p:cNvPr>
          <p:cNvSpPr txBox="1">
            <a:spLocks/>
          </p:cNvSpPr>
          <p:nvPr/>
        </p:nvSpPr>
        <p:spPr>
          <a:xfrm>
            <a:off x="359284" y="7151635"/>
            <a:ext cx="2757314" cy="6088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Executable</a:t>
            </a:r>
            <a:r>
              <a:rPr lang="en-US">
                <a:latin typeface="Source Sans Pro" panose="020B0503030403020204" pitchFamily="34" charset="0"/>
                <a:ea typeface="Source Sans Pro" panose="020B0503030403020204" pitchFamily="34" charset="0"/>
                <a:cs typeface="Shruti" panose="020B0502040204020203" pitchFamily="34" charset="0"/>
                <a:sym typeface="Source Sans Pro Light"/>
              </a:rPr>
              <a:t>: Output final data and analytical results directly to the terminal or console.</a:t>
            </a:r>
            <a:endParaRPr lang="en-US">
              <a:latin typeface="Source Sans Pro" panose="020B0503030403020204" pitchFamily="34" charset="0"/>
              <a:ea typeface="Source Sans Pro" panose="020B0503030403020204" pitchFamily="34" charset="0"/>
              <a:cs typeface="Shruti" panose="020B0502040204020203" pitchFamily="34" charset="0"/>
            </a:endParaRPr>
          </a:p>
        </p:txBody>
      </p:sp>
      <p:sp>
        <p:nvSpPr>
          <p:cNvPr id="318" name="Create a visual hierarchy. Help users navigate the page with titles, subtitles, and subsubtitles">
            <a:extLst>
              <a:ext uri="{FF2B5EF4-FFF2-40B4-BE49-F238E27FC236}">
                <a16:creationId xmlns:a16="http://schemas.microsoft.com/office/drawing/2014/main" id="{D91020A5-AAB4-7695-903E-E07D8B1290D9}"/>
              </a:ext>
            </a:extLst>
          </p:cNvPr>
          <p:cNvSpPr txBox="1">
            <a:spLocks/>
          </p:cNvSpPr>
          <p:nvPr/>
        </p:nvSpPr>
        <p:spPr>
          <a:xfrm>
            <a:off x="355308" y="6400298"/>
            <a:ext cx="2760164" cy="7750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Transformations</a:t>
            </a:r>
            <a:r>
              <a:rPr lang="en-US">
                <a:latin typeface="Source Sans Pro" panose="020B0503030403020204" pitchFamily="34" charset="0"/>
                <a:ea typeface="Source Sans Pro" panose="020B0503030403020204" pitchFamily="34" charset="0"/>
                <a:cs typeface="Shruti" panose="020B0502040204020203" pitchFamily="34" charset="0"/>
              </a:rPr>
              <a:t>: utilize functions-such as bipartite, temporal, and multimodal-to reshape tables into nodes, edges, and complex relationships.</a:t>
            </a:r>
            <a:endParaRPr lang="en-US">
              <a:latin typeface="Source Sans Pro" panose="020B0503030403020204" pitchFamily="34" charset="0"/>
              <a:ea typeface="Source Sans Pro" panose="020B0503030403020204" pitchFamily="34" charset="0"/>
              <a:cs typeface="Shruti" panose="020B0502040204020203" pitchFamily="34" charset="0"/>
              <a:sym typeface="Source Sans Pro Light"/>
            </a:endParaRPr>
          </a:p>
        </p:txBody>
      </p:sp>
      <p:cxnSp>
        <p:nvCxnSpPr>
          <p:cNvPr id="330" name="Straight Connector 549">
            <a:extLst>
              <a:ext uri="{FF2B5EF4-FFF2-40B4-BE49-F238E27FC236}">
                <a16:creationId xmlns:a16="http://schemas.microsoft.com/office/drawing/2014/main" id="{1F2DFE6A-E08B-B537-7BEE-23A33F35ED8D}"/>
              </a:ext>
            </a:extLst>
          </p:cNvPr>
          <p:cNvCxnSpPr>
            <a:cxnSpLocks/>
            <a:stCxn id="4" idx="1"/>
          </p:cNvCxnSpPr>
          <p:nvPr/>
        </p:nvCxnSpPr>
        <p:spPr>
          <a:xfrm rot="10800000">
            <a:off x="2436673" y="9079869"/>
            <a:ext cx="3604310" cy="1021399"/>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aphicFrame>
        <p:nvGraphicFramePr>
          <p:cNvPr id="311" name="Table">
            <a:extLst>
              <a:ext uri="{FF2B5EF4-FFF2-40B4-BE49-F238E27FC236}">
                <a16:creationId xmlns:a16="http://schemas.microsoft.com/office/drawing/2014/main" id="{3DB2B166-18D3-B966-9CE5-1697D2A1CA58}"/>
              </a:ext>
            </a:extLst>
          </p:cNvPr>
          <p:cNvGraphicFramePr/>
          <p:nvPr>
            <p:extLst>
              <p:ext uri="{D42A27DB-BD31-4B8C-83A1-F6EECF244321}">
                <p14:modId xmlns:p14="http://schemas.microsoft.com/office/powerpoint/2010/main" val="1579835943"/>
              </p:ext>
            </p:extLst>
          </p:nvPr>
        </p:nvGraphicFramePr>
        <p:xfrm>
          <a:off x="452563" y="4220153"/>
          <a:ext cx="449721" cy="426720"/>
        </p:xfrm>
        <a:graphic>
          <a:graphicData uri="http://schemas.openxmlformats.org/drawingml/2006/table">
            <a:tbl>
              <a:tblPr firstRow="1">
                <a:tableStyleId>{4C3C2611-4C71-4FC5-86AE-919BDF0F9419}</a:tableStyleId>
              </a:tblPr>
              <a:tblGrid>
                <a:gridCol w="176632">
                  <a:extLst>
                    <a:ext uri="{9D8B030D-6E8A-4147-A177-3AD203B41FA5}">
                      <a16:colId xmlns:a16="http://schemas.microsoft.com/office/drawing/2014/main" val="20000"/>
                    </a:ext>
                  </a:extLst>
                </a:gridCol>
                <a:gridCol w="123182">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5582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aphicFrame>
        <p:nvGraphicFramePr>
          <p:cNvPr id="314" name="Table">
            <a:extLst>
              <a:ext uri="{FF2B5EF4-FFF2-40B4-BE49-F238E27FC236}">
                <a16:creationId xmlns:a16="http://schemas.microsoft.com/office/drawing/2014/main" id="{85459A0C-E721-F114-F6BD-0D3A548DDBEB}"/>
              </a:ext>
            </a:extLst>
          </p:cNvPr>
          <p:cNvGraphicFramePr/>
          <p:nvPr>
            <p:extLst>
              <p:ext uri="{D42A27DB-BD31-4B8C-83A1-F6EECF244321}">
                <p14:modId xmlns:p14="http://schemas.microsoft.com/office/powerpoint/2010/main" val="624239524"/>
              </p:ext>
            </p:extLst>
          </p:nvPr>
        </p:nvGraphicFramePr>
        <p:xfrm>
          <a:off x="2131386" y="4208461"/>
          <a:ext cx="306944" cy="42672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5833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pic>
        <p:nvPicPr>
          <p:cNvPr id="348" name="Graphic 347" descr="Paper outline">
            <a:extLst>
              <a:ext uri="{FF2B5EF4-FFF2-40B4-BE49-F238E27FC236}">
                <a16:creationId xmlns:a16="http://schemas.microsoft.com/office/drawing/2014/main" id="{1D315863-A93F-1282-0085-A04A4ABB15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0122" y="8108102"/>
            <a:ext cx="486868" cy="459104"/>
          </a:xfrm>
          <a:prstGeom prst="rect">
            <a:avLst/>
          </a:prstGeom>
        </p:spPr>
      </p:pic>
      <p:pic>
        <p:nvPicPr>
          <p:cNvPr id="349" name="Graphic 348" descr="Paper outline">
            <a:extLst>
              <a:ext uri="{FF2B5EF4-FFF2-40B4-BE49-F238E27FC236}">
                <a16:creationId xmlns:a16="http://schemas.microsoft.com/office/drawing/2014/main" id="{B0C1F5A2-4D0A-F25F-45E3-6E2831EDCC8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3873" y="8105768"/>
            <a:ext cx="486868" cy="459104"/>
          </a:xfrm>
          <a:prstGeom prst="rect">
            <a:avLst/>
          </a:prstGeom>
        </p:spPr>
      </p:pic>
      <p:pic>
        <p:nvPicPr>
          <p:cNvPr id="350" name="Graphic 349" descr="Paper outline">
            <a:extLst>
              <a:ext uri="{FF2B5EF4-FFF2-40B4-BE49-F238E27FC236}">
                <a16:creationId xmlns:a16="http://schemas.microsoft.com/office/drawing/2014/main" id="{30917CEA-CAD5-98EF-51A9-14280B589F4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04376" y="8108577"/>
            <a:ext cx="486868" cy="459104"/>
          </a:xfrm>
          <a:prstGeom prst="rect">
            <a:avLst/>
          </a:prstGeom>
        </p:spPr>
      </p:pic>
      <p:pic>
        <p:nvPicPr>
          <p:cNvPr id="351" name="Graphic 350" descr="Paper outline">
            <a:extLst>
              <a:ext uri="{FF2B5EF4-FFF2-40B4-BE49-F238E27FC236}">
                <a16:creationId xmlns:a16="http://schemas.microsoft.com/office/drawing/2014/main" id="{6514E510-3861-9CF3-0654-6D19B6A6F0C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74063" y="8112531"/>
            <a:ext cx="486868" cy="459104"/>
          </a:xfrm>
          <a:prstGeom prst="rect">
            <a:avLst/>
          </a:prstGeom>
        </p:spPr>
      </p:pic>
      <p:pic>
        <p:nvPicPr>
          <p:cNvPr id="352" name="Graphic 351" descr="Paper outline">
            <a:extLst>
              <a:ext uri="{FF2B5EF4-FFF2-40B4-BE49-F238E27FC236}">
                <a16:creationId xmlns:a16="http://schemas.microsoft.com/office/drawing/2014/main" id="{2CCC92C7-4ADB-A05B-40C5-6D3A5AE3784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033681" y="8109313"/>
            <a:ext cx="486868" cy="459104"/>
          </a:xfrm>
          <a:prstGeom prst="rect">
            <a:avLst/>
          </a:prstGeom>
        </p:spPr>
      </p:pic>
      <p:sp>
        <p:nvSpPr>
          <p:cNvPr id="353" name="TextBox 352">
            <a:extLst>
              <a:ext uri="{FF2B5EF4-FFF2-40B4-BE49-F238E27FC236}">
                <a16:creationId xmlns:a16="http://schemas.microsoft.com/office/drawing/2014/main" id="{72D4E0BE-886B-F895-CF0C-1C07F03D21A3}"/>
              </a:ext>
            </a:extLst>
          </p:cNvPr>
          <p:cNvSpPr txBox="1"/>
          <p:nvPr/>
        </p:nvSpPr>
        <p:spPr>
          <a:xfrm>
            <a:off x="909619" y="7812782"/>
            <a:ext cx="69142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Downloaders</a:t>
            </a:r>
            <a:endParaRPr kumimoji="0" lang="en-US" sz="800" b="0" i="0" u="none" strike="noStrike" cap="none" spc="0" normalizeH="0" baseline="0">
              <a:ln>
                <a:noFill/>
              </a:ln>
              <a:solidFill>
                <a:srgbClr val="4C4C4C"/>
              </a:solidFill>
              <a:effectLst/>
              <a:uFillTx/>
              <a:sym typeface="Source Sans Pro"/>
            </a:endParaRPr>
          </a:p>
        </p:txBody>
      </p:sp>
      <p:sp>
        <p:nvSpPr>
          <p:cNvPr id="354" name="TextBox 353">
            <a:extLst>
              <a:ext uri="{FF2B5EF4-FFF2-40B4-BE49-F238E27FC236}">
                <a16:creationId xmlns:a16="http://schemas.microsoft.com/office/drawing/2014/main" id="{BFCEF5B9-E212-292A-1827-C8D4A597BFAA}"/>
              </a:ext>
            </a:extLst>
          </p:cNvPr>
          <p:cNvSpPr txBox="1"/>
          <p:nvPr/>
        </p:nvSpPr>
        <p:spPr>
          <a:xfrm>
            <a:off x="1732036" y="7812782"/>
            <a:ext cx="44035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Parsers</a:t>
            </a:r>
            <a:endParaRPr kumimoji="0" lang="en-US" sz="800" b="0" i="0" u="none" strike="noStrike" cap="none" spc="0" normalizeH="0" baseline="0">
              <a:ln>
                <a:noFill/>
              </a:ln>
              <a:solidFill>
                <a:srgbClr val="4C4C4C"/>
              </a:solidFill>
              <a:effectLst/>
              <a:uFillTx/>
              <a:sym typeface="Source Sans Pro"/>
            </a:endParaRPr>
          </a:p>
        </p:txBody>
      </p:sp>
      <p:sp>
        <p:nvSpPr>
          <p:cNvPr id="355" name="TextBox 354">
            <a:extLst>
              <a:ext uri="{FF2B5EF4-FFF2-40B4-BE49-F238E27FC236}">
                <a16:creationId xmlns:a16="http://schemas.microsoft.com/office/drawing/2014/main" id="{A92B4BCB-BFA5-B6C0-D185-5E02A0E3EFF1}"/>
              </a:ext>
            </a:extLst>
          </p:cNvPr>
          <p:cNvSpPr txBox="1"/>
          <p:nvPr/>
        </p:nvSpPr>
        <p:spPr>
          <a:xfrm>
            <a:off x="2198485" y="7816893"/>
            <a:ext cx="709505"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Transformers</a:t>
            </a:r>
            <a:endParaRPr kumimoji="0" lang="en-US" sz="800" b="0" i="0" u="none" strike="noStrike" cap="none" spc="0" normalizeH="0" baseline="0">
              <a:ln>
                <a:noFill/>
              </a:ln>
              <a:solidFill>
                <a:srgbClr val="4C4C4C"/>
              </a:solidFill>
              <a:effectLst/>
              <a:uFillTx/>
              <a:sym typeface="Source Sans Pro"/>
            </a:endParaRPr>
          </a:p>
        </p:txBody>
      </p:sp>
      <p:sp>
        <p:nvSpPr>
          <p:cNvPr id="358" name="TextBox 357">
            <a:extLst>
              <a:ext uri="{FF2B5EF4-FFF2-40B4-BE49-F238E27FC236}">
                <a16:creationId xmlns:a16="http://schemas.microsoft.com/office/drawing/2014/main" id="{701F2712-A0AB-7990-682B-833F4571278E}"/>
              </a:ext>
            </a:extLst>
          </p:cNvPr>
          <p:cNvSpPr txBox="1"/>
          <p:nvPr/>
        </p:nvSpPr>
        <p:spPr>
          <a:xfrm>
            <a:off x="2949412" y="7822584"/>
            <a:ext cx="64330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Executable</a:t>
            </a:r>
            <a:endParaRPr kumimoji="0" lang="en-US" sz="800" b="0" i="0" u="none" strike="noStrike" cap="none" spc="0" normalizeH="0" baseline="0">
              <a:ln>
                <a:noFill/>
              </a:ln>
              <a:solidFill>
                <a:srgbClr val="4C4C4C"/>
              </a:solidFill>
              <a:effectLst/>
              <a:uFillTx/>
              <a:sym typeface="Source Sans Pro"/>
            </a:endParaRPr>
          </a:p>
        </p:txBody>
      </p:sp>
      <p:sp>
        <p:nvSpPr>
          <p:cNvPr id="360" name="TextBox 359">
            <a:extLst>
              <a:ext uri="{FF2B5EF4-FFF2-40B4-BE49-F238E27FC236}">
                <a16:creationId xmlns:a16="http://schemas.microsoft.com/office/drawing/2014/main" id="{84731500-E087-AAD5-6BE1-5BEB35D58D7F}"/>
              </a:ext>
            </a:extLst>
          </p:cNvPr>
          <p:cNvSpPr txBox="1"/>
          <p:nvPr/>
        </p:nvSpPr>
        <p:spPr>
          <a:xfrm>
            <a:off x="265729" y="7807195"/>
            <a:ext cx="67087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N</a:t>
            </a:r>
            <a:r>
              <a:rPr kumimoji="0" lang="en-US" sz="800" b="0" i="0" u="none" strike="noStrike" cap="none" spc="0" normalizeH="0" baseline="0">
                <a:ln>
                  <a:noFill/>
                </a:ln>
                <a:solidFill>
                  <a:srgbClr val="4C4C4C"/>
                </a:solidFill>
                <a:effectLst/>
                <a:uFillTx/>
                <a:sym typeface="Source Sans Pro"/>
              </a:rPr>
              <a:t>otebook</a:t>
            </a:r>
          </a:p>
        </p:txBody>
      </p:sp>
      <p:cxnSp>
        <p:nvCxnSpPr>
          <p:cNvPr id="361" name="Connector: Elbow 360">
            <a:extLst>
              <a:ext uri="{FF2B5EF4-FFF2-40B4-BE49-F238E27FC236}">
                <a16:creationId xmlns:a16="http://schemas.microsoft.com/office/drawing/2014/main" id="{5236D08A-5F47-26F6-5CB0-D5658497E430}"/>
              </a:ext>
            </a:extLst>
          </p:cNvPr>
          <p:cNvCxnSpPr>
            <a:cxnSpLocks/>
            <a:stCxn id="348" idx="3"/>
            <a:endCxn id="349" idx="1"/>
          </p:cNvCxnSpPr>
          <p:nvPr/>
        </p:nvCxnSpPr>
        <p:spPr>
          <a:xfrm flipV="1">
            <a:off x="876990" y="8335320"/>
            <a:ext cx="156883" cy="233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5" name="Connector: Elbow 364">
            <a:extLst>
              <a:ext uri="{FF2B5EF4-FFF2-40B4-BE49-F238E27FC236}">
                <a16:creationId xmlns:a16="http://schemas.microsoft.com/office/drawing/2014/main" id="{1CCEE599-30C0-BDFE-3EF9-8CB7F35FDE41}"/>
              </a:ext>
            </a:extLst>
          </p:cNvPr>
          <p:cNvCxnSpPr>
            <a:cxnSpLocks/>
            <a:stCxn id="349" idx="3"/>
            <a:endCxn id="350" idx="1"/>
          </p:cNvCxnSpPr>
          <p:nvPr/>
        </p:nvCxnSpPr>
        <p:spPr>
          <a:xfrm>
            <a:off x="1520741" y="8335320"/>
            <a:ext cx="183635" cy="2809"/>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0" name="Connector: Elbow 369">
            <a:extLst>
              <a:ext uri="{FF2B5EF4-FFF2-40B4-BE49-F238E27FC236}">
                <a16:creationId xmlns:a16="http://schemas.microsoft.com/office/drawing/2014/main" id="{A969D013-2FDE-979C-CED8-403BB17B70F5}"/>
              </a:ext>
            </a:extLst>
          </p:cNvPr>
          <p:cNvCxnSpPr>
            <a:cxnSpLocks/>
            <a:stCxn id="350" idx="3"/>
            <a:endCxn id="351" idx="1"/>
          </p:cNvCxnSpPr>
          <p:nvPr/>
        </p:nvCxnSpPr>
        <p:spPr>
          <a:xfrm>
            <a:off x="2191244" y="8338129"/>
            <a:ext cx="182819" cy="395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5" name="Connector: Elbow 374">
            <a:extLst>
              <a:ext uri="{FF2B5EF4-FFF2-40B4-BE49-F238E27FC236}">
                <a16:creationId xmlns:a16="http://schemas.microsoft.com/office/drawing/2014/main" id="{841E85C0-107F-91D5-A4C9-2F6DCDCC03EB}"/>
              </a:ext>
            </a:extLst>
          </p:cNvPr>
          <p:cNvCxnSpPr>
            <a:cxnSpLocks/>
            <a:stCxn id="351" idx="3"/>
            <a:endCxn id="352" idx="1"/>
          </p:cNvCxnSpPr>
          <p:nvPr/>
        </p:nvCxnSpPr>
        <p:spPr>
          <a:xfrm flipV="1">
            <a:off x="2860931" y="8338865"/>
            <a:ext cx="172750" cy="3218"/>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8" name="Connector: Elbow 377">
            <a:extLst>
              <a:ext uri="{FF2B5EF4-FFF2-40B4-BE49-F238E27FC236}">
                <a16:creationId xmlns:a16="http://schemas.microsoft.com/office/drawing/2014/main" id="{6B353DAA-63DB-A0FC-506A-3FA9B9442D18}"/>
              </a:ext>
            </a:extLst>
          </p:cNvPr>
          <p:cNvCxnSpPr>
            <a:cxnSpLocks/>
            <a:stCxn id="352" idx="2"/>
            <a:endCxn id="348" idx="2"/>
          </p:cNvCxnSpPr>
          <p:nvPr/>
        </p:nvCxnSpPr>
        <p:spPr>
          <a:xfrm rot="5400000" flipH="1">
            <a:off x="1954730" y="7246033"/>
            <a:ext cx="1211" cy="2643559"/>
          </a:xfrm>
          <a:prstGeom prst="bentConnector3">
            <a:avLst>
              <a:gd name="adj1" fmla="val -13105615"/>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89" name="Straight Connector 549">
            <a:extLst>
              <a:ext uri="{FF2B5EF4-FFF2-40B4-BE49-F238E27FC236}">
                <a16:creationId xmlns:a16="http://schemas.microsoft.com/office/drawing/2014/main" id="{009E9A6D-7B34-0890-8211-32D7256BD961}"/>
              </a:ext>
            </a:extLst>
          </p:cNvPr>
          <p:cNvCxnSpPr>
            <a:cxnSpLocks/>
            <a:endCxn id="22" idx="1"/>
          </p:cNvCxnSpPr>
          <p:nvPr/>
        </p:nvCxnSpPr>
        <p:spPr>
          <a:xfrm flipV="1">
            <a:off x="3102988" y="4525698"/>
            <a:ext cx="887101" cy="898467"/>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97" name="Straight Connector 549">
            <a:extLst>
              <a:ext uri="{FF2B5EF4-FFF2-40B4-BE49-F238E27FC236}">
                <a16:creationId xmlns:a16="http://schemas.microsoft.com/office/drawing/2014/main" id="{4AFF97D2-B443-761A-A577-7AB85C84F110}"/>
              </a:ext>
            </a:extLst>
          </p:cNvPr>
          <p:cNvCxnSpPr>
            <a:cxnSpLocks/>
            <a:stCxn id="585" idx="3"/>
          </p:cNvCxnSpPr>
          <p:nvPr/>
        </p:nvCxnSpPr>
        <p:spPr>
          <a:xfrm flipV="1">
            <a:off x="9531496" y="2107471"/>
            <a:ext cx="1661818" cy="439495"/>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aphicFrame>
        <p:nvGraphicFramePr>
          <p:cNvPr id="416" name="Table">
            <a:extLst>
              <a:ext uri="{FF2B5EF4-FFF2-40B4-BE49-F238E27FC236}">
                <a16:creationId xmlns:a16="http://schemas.microsoft.com/office/drawing/2014/main" id="{4F915206-2EF3-A9D4-A20C-EC643D782256}"/>
              </a:ext>
            </a:extLst>
          </p:cNvPr>
          <p:cNvGraphicFramePr/>
          <p:nvPr>
            <p:extLst>
              <p:ext uri="{D42A27DB-BD31-4B8C-83A1-F6EECF244321}">
                <p14:modId xmlns:p14="http://schemas.microsoft.com/office/powerpoint/2010/main" val="654676229"/>
              </p:ext>
            </p:extLst>
          </p:nvPr>
        </p:nvGraphicFramePr>
        <p:xfrm>
          <a:off x="11339485" y="9571508"/>
          <a:ext cx="583752" cy="426720"/>
        </p:xfrm>
        <a:graphic>
          <a:graphicData uri="http://schemas.openxmlformats.org/drawingml/2006/table">
            <a:tbl>
              <a:tblPr firstRow="1">
                <a:tableStyleId>{4C3C2611-4C71-4FC5-86AE-919BDF0F9419}</a:tableStyleId>
              </a:tblPr>
              <a:tblGrid>
                <a:gridCol w="145938">
                  <a:extLst>
                    <a:ext uri="{9D8B030D-6E8A-4147-A177-3AD203B41FA5}">
                      <a16:colId xmlns:a16="http://schemas.microsoft.com/office/drawing/2014/main" val="20000"/>
                    </a:ext>
                  </a:extLst>
                </a:gridCol>
                <a:gridCol w="145938">
                  <a:extLst>
                    <a:ext uri="{9D8B030D-6E8A-4147-A177-3AD203B41FA5}">
                      <a16:colId xmlns:a16="http://schemas.microsoft.com/office/drawing/2014/main" val="20001"/>
                    </a:ext>
                  </a:extLst>
                </a:gridCol>
                <a:gridCol w="143419">
                  <a:extLst>
                    <a:ext uri="{9D8B030D-6E8A-4147-A177-3AD203B41FA5}">
                      <a16:colId xmlns:a16="http://schemas.microsoft.com/office/drawing/2014/main" val="4215651073"/>
                    </a:ext>
                  </a:extLst>
                </a:gridCol>
                <a:gridCol w="148457">
                  <a:extLst>
                    <a:ext uri="{9D8B030D-6E8A-4147-A177-3AD203B41FA5}">
                      <a16:colId xmlns:a16="http://schemas.microsoft.com/office/drawing/2014/main" val="2693890572"/>
                    </a:ext>
                  </a:extLst>
                </a:gridCol>
              </a:tblGrid>
              <a:tr h="55826">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417" name="Google Shape;156;p1">
            <a:extLst>
              <a:ext uri="{FF2B5EF4-FFF2-40B4-BE49-F238E27FC236}">
                <a16:creationId xmlns:a16="http://schemas.microsoft.com/office/drawing/2014/main" id="{E95DBD8D-81D4-F321-9775-F84EBB995B5A}"/>
              </a:ext>
            </a:extLst>
          </p:cNvPr>
          <p:cNvGrpSpPr/>
          <p:nvPr/>
        </p:nvGrpSpPr>
        <p:grpSpPr>
          <a:xfrm>
            <a:off x="12421243" y="9388178"/>
            <a:ext cx="1319179" cy="746313"/>
            <a:chOff x="10592773" y="5229745"/>
            <a:chExt cx="3298954" cy="1741391"/>
          </a:xfrm>
        </p:grpSpPr>
        <p:sp>
          <p:nvSpPr>
            <p:cNvPr id="418" name="Google Shape;157;p1">
              <a:extLst>
                <a:ext uri="{FF2B5EF4-FFF2-40B4-BE49-F238E27FC236}">
                  <a16:creationId xmlns:a16="http://schemas.microsoft.com/office/drawing/2014/main" id="{2638977A-6D42-38E7-BD68-F4E73C2A6831}"/>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19" name="Google Shape;158;p1">
              <a:extLst>
                <a:ext uri="{FF2B5EF4-FFF2-40B4-BE49-F238E27FC236}">
                  <a16:creationId xmlns:a16="http://schemas.microsoft.com/office/drawing/2014/main" id="{718DAC08-6ECD-89F5-10D6-FAF5E1477F19}"/>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0" name="Google Shape;159;p1">
              <a:extLst>
                <a:ext uri="{FF2B5EF4-FFF2-40B4-BE49-F238E27FC236}">
                  <a16:creationId xmlns:a16="http://schemas.microsoft.com/office/drawing/2014/main" id="{EEB10DF7-C392-6555-C251-7093B436A76B}"/>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1" name="Google Shape;160;p1">
              <a:extLst>
                <a:ext uri="{FF2B5EF4-FFF2-40B4-BE49-F238E27FC236}">
                  <a16:creationId xmlns:a16="http://schemas.microsoft.com/office/drawing/2014/main" id="{D9CF52BE-C8A7-D8B6-5826-EBF7B04056DD}"/>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2" name="Google Shape;161;p1">
              <a:extLst>
                <a:ext uri="{FF2B5EF4-FFF2-40B4-BE49-F238E27FC236}">
                  <a16:creationId xmlns:a16="http://schemas.microsoft.com/office/drawing/2014/main" id="{7D520AB9-524C-D2F0-0F3C-F5DEF16E7DCE}"/>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3" name="Google Shape;162;p1">
              <a:extLst>
                <a:ext uri="{FF2B5EF4-FFF2-40B4-BE49-F238E27FC236}">
                  <a16:creationId xmlns:a16="http://schemas.microsoft.com/office/drawing/2014/main" id="{74E249C6-E6B3-4D91-733C-BE4C003B47CA}"/>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4" name="Google Shape;163;p1">
              <a:extLst>
                <a:ext uri="{FF2B5EF4-FFF2-40B4-BE49-F238E27FC236}">
                  <a16:creationId xmlns:a16="http://schemas.microsoft.com/office/drawing/2014/main" id="{A5D966FB-0B40-C4AB-E1BB-35DCB8CF6765}"/>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5" name="Google Shape;164;p1">
              <a:extLst>
                <a:ext uri="{FF2B5EF4-FFF2-40B4-BE49-F238E27FC236}">
                  <a16:creationId xmlns:a16="http://schemas.microsoft.com/office/drawing/2014/main" id="{DE13D147-0497-09BC-E0EF-7A5075DA1863}"/>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6" name="Google Shape;165;p1">
              <a:extLst>
                <a:ext uri="{FF2B5EF4-FFF2-40B4-BE49-F238E27FC236}">
                  <a16:creationId xmlns:a16="http://schemas.microsoft.com/office/drawing/2014/main" id="{0E36B588-4412-5361-1667-FC52A25A183B}"/>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7" name="Google Shape;166;p1">
              <a:extLst>
                <a:ext uri="{FF2B5EF4-FFF2-40B4-BE49-F238E27FC236}">
                  <a16:creationId xmlns:a16="http://schemas.microsoft.com/office/drawing/2014/main" id="{0238221B-EE7F-6F0C-160B-8B955B2773A1}"/>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8" name="Google Shape;167;p1">
              <a:extLst>
                <a:ext uri="{FF2B5EF4-FFF2-40B4-BE49-F238E27FC236}">
                  <a16:creationId xmlns:a16="http://schemas.microsoft.com/office/drawing/2014/main" id="{56FE2E70-23DC-FC2F-4348-7C607A35FBC8}"/>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9" name="Google Shape;168;p1">
              <a:extLst>
                <a:ext uri="{FF2B5EF4-FFF2-40B4-BE49-F238E27FC236}">
                  <a16:creationId xmlns:a16="http://schemas.microsoft.com/office/drawing/2014/main" id="{4F74D029-5EE8-8316-6615-52749C91669A}"/>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0" name="Google Shape;169;p1">
              <a:extLst>
                <a:ext uri="{FF2B5EF4-FFF2-40B4-BE49-F238E27FC236}">
                  <a16:creationId xmlns:a16="http://schemas.microsoft.com/office/drawing/2014/main" id="{20914D59-1306-DDD0-7B00-90419AD0D2CC}"/>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1" name="Google Shape;170;p1">
              <a:extLst>
                <a:ext uri="{FF2B5EF4-FFF2-40B4-BE49-F238E27FC236}">
                  <a16:creationId xmlns:a16="http://schemas.microsoft.com/office/drawing/2014/main" id="{3E5020F8-3440-D300-2D43-2AA5F710F753}"/>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2" name="Google Shape;171;p1">
              <a:extLst>
                <a:ext uri="{FF2B5EF4-FFF2-40B4-BE49-F238E27FC236}">
                  <a16:creationId xmlns:a16="http://schemas.microsoft.com/office/drawing/2014/main" id="{C465DDFA-1C3F-1487-1D88-B0F87478E83F}"/>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33" name="Google Shape;172;p1">
              <a:extLst>
                <a:ext uri="{FF2B5EF4-FFF2-40B4-BE49-F238E27FC236}">
                  <a16:creationId xmlns:a16="http://schemas.microsoft.com/office/drawing/2014/main" id="{F953F9E6-5F73-C7BD-F0C7-A8A970863ECF}"/>
                </a:ext>
              </a:extLst>
            </p:cNvPr>
            <p:cNvCxnSpPr>
              <a:stCxn id="418" idx="2"/>
              <a:endCxn id="427"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434" name="Google Shape;173;p1">
              <a:extLst>
                <a:ext uri="{FF2B5EF4-FFF2-40B4-BE49-F238E27FC236}">
                  <a16:creationId xmlns:a16="http://schemas.microsoft.com/office/drawing/2014/main" id="{DBEB0113-FDD1-DB29-F917-B6311D3F2947}"/>
                </a:ext>
              </a:extLst>
            </p:cNvPr>
            <p:cNvCxnSpPr>
              <a:stCxn id="427" idx="2"/>
              <a:endCxn id="445"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435" name="Google Shape;175;p1">
              <a:extLst>
                <a:ext uri="{FF2B5EF4-FFF2-40B4-BE49-F238E27FC236}">
                  <a16:creationId xmlns:a16="http://schemas.microsoft.com/office/drawing/2014/main" id="{3062A389-4460-5105-81A6-74EC710A955A}"/>
                </a:ext>
              </a:extLst>
            </p:cNvPr>
            <p:cNvCxnSpPr>
              <a:stCxn id="432" idx="1"/>
              <a:endCxn id="442"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436" name="Google Shape;177;p1">
              <a:extLst>
                <a:ext uri="{FF2B5EF4-FFF2-40B4-BE49-F238E27FC236}">
                  <a16:creationId xmlns:a16="http://schemas.microsoft.com/office/drawing/2014/main" id="{931C502E-A183-C9FE-1DBD-44234D6A3289}"/>
                </a:ext>
              </a:extLst>
            </p:cNvPr>
            <p:cNvCxnSpPr>
              <a:stCxn id="432" idx="2"/>
              <a:endCxn id="43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437" name="Google Shape;178;p1">
              <a:extLst>
                <a:ext uri="{FF2B5EF4-FFF2-40B4-BE49-F238E27FC236}">
                  <a16:creationId xmlns:a16="http://schemas.microsoft.com/office/drawing/2014/main" id="{F63D5ACF-4770-BB57-8565-B21D1C9BC5BC}"/>
                </a:ext>
              </a:extLst>
            </p:cNvPr>
            <p:cNvCxnSpPr>
              <a:stCxn id="431" idx="2"/>
              <a:endCxn id="430"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438" name="Google Shape;179;p1">
              <a:extLst>
                <a:ext uri="{FF2B5EF4-FFF2-40B4-BE49-F238E27FC236}">
                  <a16:creationId xmlns:a16="http://schemas.microsoft.com/office/drawing/2014/main" id="{636BA814-0DD7-CC27-22D6-CABFB7E69271}"/>
                </a:ext>
              </a:extLst>
            </p:cNvPr>
            <p:cNvCxnSpPr>
              <a:stCxn id="442" idx="2"/>
              <a:endCxn id="428"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439" name="Google Shape;180;p1">
              <a:extLst>
                <a:ext uri="{FF2B5EF4-FFF2-40B4-BE49-F238E27FC236}">
                  <a16:creationId xmlns:a16="http://schemas.microsoft.com/office/drawing/2014/main" id="{BB6D62FC-0ED3-D6F7-E9EA-A65C043A755D}"/>
                </a:ext>
              </a:extLst>
            </p:cNvPr>
            <p:cNvCxnSpPr>
              <a:stCxn id="427" idx="1"/>
              <a:endCxn id="42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440" name="Google Shape;181;p1">
              <a:extLst>
                <a:ext uri="{FF2B5EF4-FFF2-40B4-BE49-F238E27FC236}">
                  <a16:creationId xmlns:a16="http://schemas.microsoft.com/office/drawing/2014/main" id="{34DC7D77-B245-2F5B-41D5-25AB93B1C743}"/>
                </a:ext>
              </a:extLst>
            </p:cNvPr>
            <p:cNvCxnSpPr>
              <a:stCxn id="455" idx="2"/>
              <a:endCxn id="442"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441" name="Google Shape;183;p1">
              <a:extLst>
                <a:ext uri="{FF2B5EF4-FFF2-40B4-BE49-F238E27FC236}">
                  <a16:creationId xmlns:a16="http://schemas.microsoft.com/office/drawing/2014/main" id="{57D118FA-30F9-D4E5-B78B-206EC3337BEC}"/>
                </a:ext>
              </a:extLst>
            </p:cNvPr>
            <p:cNvCxnSpPr>
              <a:stCxn id="455" idx="2"/>
              <a:endCxn id="428"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2" name="Google Shape;176;p1">
              <a:extLst>
                <a:ext uri="{FF2B5EF4-FFF2-40B4-BE49-F238E27FC236}">
                  <a16:creationId xmlns:a16="http://schemas.microsoft.com/office/drawing/2014/main" id="{CDCAB31D-E016-6317-0723-2048699DF6D5}"/>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43" name="Google Shape;184;p1">
              <a:extLst>
                <a:ext uri="{FF2B5EF4-FFF2-40B4-BE49-F238E27FC236}">
                  <a16:creationId xmlns:a16="http://schemas.microsoft.com/office/drawing/2014/main" id="{171C8467-33CE-9930-C07C-1B306B609BB7}"/>
                </a:ext>
              </a:extLst>
            </p:cNvPr>
            <p:cNvCxnSpPr>
              <a:stCxn id="418" idx="2"/>
              <a:endCxn id="43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44" name="Google Shape;185;p1">
              <a:extLst>
                <a:ext uri="{FF2B5EF4-FFF2-40B4-BE49-F238E27FC236}">
                  <a16:creationId xmlns:a16="http://schemas.microsoft.com/office/drawing/2014/main" id="{16EF3982-8C6D-DFAC-D666-D38020BCD8E4}"/>
                </a:ext>
              </a:extLst>
            </p:cNvPr>
            <p:cNvCxnSpPr>
              <a:stCxn id="418" idx="5"/>
              <a:endCxn id="424"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45" name="Google Shape;174;p1">
              <a:extLst>
                <a:ext uri="{FF2B5EF4-FFF2-40B4-BE49-F238E27FC236}">
                  <a16:creationId xmlns:a16="http://schemas.microsoft.com/office/drawing/2014/main" id="{1F10CA3A-8C33-B430-82BB-B35F71E283A3}"/>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46" name="Google Shape;186;p1">
              <a:extLst>
                <a:ext uri="{FF2B5EF4-FFF2-40B4-BE49-F238E27FC236}">
                  <a16:creationId xmlns:a16="http://schemas.microsoft.com/office/drawing/2014/main" id="{755CEAA6-5BE4-F921-2A19-5ED39F08DF26}"/>
                </a:ext>
              </a:extLst>
            </p:cNvPr>
            <p:cNvCxnSpPr>
              <a:stCxn id="455" idx="2"/>
              <a:endCxn id="43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47" name="Google Shape;187;p1">
              <a:extLst>
                <a:ext uri="{FF2B5EF4-FFF2-40B4-BE49-F238E27FC236}">
                  <a16:creationId xmlns:a16="http://schemas.microsoft.com/office/drawing/2014/main" id="{9EB144E9-1BED-CDAE-57C2-A9234F892392}"/>
                </a:ext>
              </a:extLst>
            </p:cNvPr>
            <p:cNvCxnSpPr>
              <a:stCxn id="452" idx="6"/>
              <a:endCxn id="423"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48" name="Google Shape;189;p1">
              <a:extLst>
                <a:ext uri="{FF2B5EF4-FFF2-40B4-BE49-F238E27FC236}">
                  <a16:creationId xmlns:a16="http://schemas.microsoft.com/office/drawing/2014/main" id="{E2DED4F8-1AD8-3797-1CAD-F5BC1E928454}"/>
                </a:ext>
              </a:extLst>
            </p:cNvPr>
            <p:cNvCxnSpPr>
              <a:stCxn id="423" idx="7"/>
              <a:endCxn id="421"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49" name="Google Shape;190;p1">
              <a:extLst>
                <a:ext uri="{FF2B5EF4-FFF2-40B4-BE49-F238E27FC236}">
                  <a16:creationId xmlns:a16="http://schemas.microsoft.com/office/drawing/2014/main" id="{EFAACF70-C284-7F3C-780B-47BD533E6BF3}"/>
                </a:ext>
              </a:extLst>
            </p:cNvPr>
            <p:cNvCxnSpPr>
              <a:stCxn id="421" idx="6"/>
              <a:endCxn id="422"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0" name="Google Shape;191;p1">
              <a:extLst>
                <a:ext uri="{FF2B5EF4-FFF2-40B4-BE49-F238E27FC236}">
                  <a16:creationId xmlns:a16="http://schemas.microsoft.com/office/drawing/2014/main" id="{25382A08-61DA-EA2D-B740-863945047D1C}"/>
                </a:ext>
              </a:extLst>
            </p:cNvPr>
            <p:cNvCxnSpPr>
              <a:stCxn id="418" idx="6"/>
              <a:endCxn id="419"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52" name="Google Shape;188;p1">
              <a:extLst>
                <a:ext uri="{FF2B5EF4-FFF2-40B4-BE49-F238E27FC236}">
                  <a16:creationId xmlns:a16="http://schemas.microsoft.com/office/drawing/2014/main" id="{DE85D5B7-A815-6235-CC6D-CFB61C36A29E}"/>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53" name="Google Shape;192;p1">
              <a:extLst>
                <a:ext uri="{FF2B5EF4-FFF2-40B4-BE49-F238E27FC236}">
                  <a16:creationId xmlns:a16="http://schemas.microsoft.com/office/drawing/2014/main" id="{3C9952EC-5326-FF56-323B-3110CA3E98F3}"/>
                </a:ext>
              </a:extLst>
            </p:cNvPr>
            <p:cNvCxnSpPr>
              <a:stCxn id="419" idx="7"/>
              <a:endCxn id="420"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55" name="Google Shape;182;p1">
              <a:extLst>
                <a:ext uri="{FF2B5EF4-FFF2-40B4-BE49-F238E27FC236}">
                  <a16:creationId xmlns:a16="http://schemas.microsoft.com/office/drawing/2014/main" id="{1461DF8F-F77A-DF09-25BD-B8A6C9260DEB}"/>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56" name="Google Shape;193;p1">
              <a:extLst>
                <a:ext uri="{FF2B5EF4-FFF2-40B4-BE49-F238E27FC236}">
                  <a16:creationId xmlns:a16="http://schemas.microsoft.com/office/drawing/2014/main" id="{E2FA745D-2AB3-A6C4-67D8-37AF612EAD3E}"/>
                </a:ext>
              </a:extLst>
            </p:cNvPr>
            <p:cNvCxnSpPr>
              <a:stCxn id="432" idx="6"/>
              <a:endCxn id="424"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57" name="Google Shape;194;p1">
              <a:extLst>
                <a:ext uri="{FF2B5EF4-FFF2-40B4-BE49-F238E27FC236}">
                  <a16:creationId xmlns:a16="http://schemas.microsoft.com/office/drawing/2014/main" id="{C6EAE973-01F0-A728-AE13-9D31495B312F}"/>
                </a:ext>
              </a:extLst>
            </p:cNvPr>
            <p:cNvCxnSpPr>
              <a:stCxn id="425" idx="1"/>
              <a:endCxn id="427"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58" name="Google Shape;195;p1">
              <a:extLst>
                <a:ext uri="{FF2B5EF4-FFF2-40B4-BE49-F238E27FC236}">
                  <a16:creationId xmlns:a16="http://schemas.microsoft.com/office/drawing/2014/main" id="{4E56DF4F-473F-BB1F-EC46-5791E02A2094}"/>
                </a:ext>
              </a:extLst>
            </p:cNvPr>
            <p:cNvCxnSpPr>
              <a:stCxn id="455" idx="3"/>
              <a:endCxn id="43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59" name="Google Shape;196;p1">
              <a:extLst>
                <a:ext uri="{FF2B5EF4-FFF2-40B4-BE49-F238E27FC236}">
                  <a16:creationId xmlns:a16="http://schemas.microsoft.com/office/drawing/2014/main" id="{F85EF676-55BA-0E40-86C7-065EF59AAE9D}"/>
                </a:ext>
              </a:extLst>
            </p:cNvPr>
            <p:cNvCxnSpPr>
              <a:stCxn id="452" idx="5"/>
              <a:endCxn id="425"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60" name="Google Shape;197;p1">
              <a:extLst>
                <a:ext uri="{FF2B5EF4-FFF2-40B4-BE49-F238E27FC236}">
                  <a16:creationId xmlns:a16="http://schemas.microsoft.com/office/drawing/2014/main" id="{C2CA040A-52B3-18E8-28D0-355E2FDDC5F5}"/>
                </a:ext>
              </a:extLst>
            </p:cNvPr>
            <p:cNvCxnSpPr>
              <a:stCxn id="418" idx="6"/>
              <a:endCxn id="423"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61" name="Google Shape;198;p1">
              <a:extLst>
                <a:ext uri="{FF2B5EF4-FFF2-40B4-BE49-F238E27FC236}">
                  <a16:creationId xmlns:a16="http://schemas.microsoft.com/office/drawing/2014/main" id="{D925181D-2EB8-C142-E98D-C65AC9C7D297}"/>
                </a:ext>
              </a:extLst>
            </p:cNvPr>
            <p:cNvCxnSpPr>
              <a:stCxn id="452" idx="6"/>
              <a:endCxn id="426"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62" name="Google Shape;199;p1">
              <a:extLst>
                <a:ext uri="{FF2B5EF4-FFF2-40B4-BE49-F238E27FC236}">
                  <a16:creationId xmlns:a16="http://schemas.microsoft.com/office/drawing/2014/main" id="{C5C93064-C810-50C3-E07F-4A87AD758949}"/>
                </a:ext>
              </a:extLst>
            </p:cNvPr>
            <p:cNvCxnSpPr>
              <a:stCxn id="452" idx="3"/>
              <a:endCxn id="432"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63" name="Google Shape;200;p1">
              <a:extLst>
                <a:ext uri="{FF2B5EF4-FFF2-40B4-BE49-F238E27FC236}">
                  <a16:creationId xmlns:a16="http://schemas.microsoft.com/office/drawing/2014/main" id="{7357C5FA-C273-AB68-B77F-D8AC066FD2B8}"/>
                </a:ext>
              </a:extLst>
            </p:cNvPr>
            <p:cNvCxnSpPr>
              <a:stCxn id="452" idx="6"/>
              <a:endCxn id="424"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cxnSp>
        <p:nvCxnSpPr>
          <p:cNvPr id="464" name="Connector: Elbow 463">
            <a:extLst>
              <a:ext uri="{FF2B5EF4-FFF2-40B4-BE49-F238E27FC236}">
                <a16:creationId xmlns:a16="http://schemas.microsoft.com/office/drawing/2014/main" id="{5982BC7A-FA3B-896C-848C-2110BFADC187}"/>
              </a:ext>
            </a:extLst>
          </p:cNvPr>
          <p:cNvCxnSpPr>
            <a:cxnSpLocks/>
          </p:cNvCxnSpPr>
          <p:nvPr/>
        </p:nvCxnSpPr>
        <p:spPr>
          <a:xfrm flipV="1">
            <a:off x="11923237" y="9758711"/>
            <a:ext cx="420221" cy="2700"/>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508" name="Graphic 507" descr="Paper outline">
            <a:extLst>
              <a:ext uri="{FF2B5EF4-FFF2-40B4-BE49-F238E27FC236}">
                <a16:creationId xmlns:a16="http://schemas.microsoft.com/office/drawing/2014/main" id="{02F0B0EF-92C9-E748-15D0-CFCE64EDC05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771939" y="7050728"/>
            <a:ext cx="703352" cy="663244"/>
          </a:xfrm>
          <a:prstGeom prst="rect">
            <a:avLst/>
          </a:prstGeom>
        </p:spPr>
      </p:pic>
      <p:sp>
        <p:nvSpPr>
          <p:cNvPr id="509" name="TextBox 508">
            <a:extLst>
              <a:ext uri="{FF2B5EF4-FFF2-40B4-BE49-F238E27FC236}">
                <a16:creationId xmlns:a16="http://schemas.microsoft.com/office/drawing/2014/main" id="{F123A7D0-B1E5-6663-4A9A-4BC22D89B4DE}"/>
              </a:ext>
            </a:extLst>
          </p:cNvPr>
          <p:cNvSpPr txBox="1"/>
          <p:nvPr/>
        </p:nvSpPr>
        <p:spPr>
          <a:xfrm>
            <a:off x="9741063" y="7680477"/>
            <a:ext cx="75545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kumimoji="0" lang="en-US" sz="800" b="0" i="0" u="none" strike="noStrike" cap="none" spc="0" normalizeH="0" baseline="0">
                <a:ln>
                  <a:noFill/>
                </a:ln>
                <a:solidFill>
                  <a:schemeClr val="accent5"/>
                </a:solidFill>
                <a:effectLst/>
                <a:uFillTx/>
                <a:latin typeface="Source Sans Pro" panose="020B0503030403020204" pitchFamily="34" charset="0"/>
                <a:ea typeface="Source Sans Pro" panose="020B0503030403020204" pitchFamily="34" charset="0"/>
                <a:sym typeface="Source Sans Pro"/>
              </a:rPr>
              <a:t>Executable</a:t>
            </a:r>
            <a:endParaRPr kumimoji="0" lang="en-US" sz="800" b="0" i="0" u="none" strike="noStrike" cap="none" spc="0" normalizeH="0" baseline="0">
              <a:ln>
                <a:noFill/>
              </a:ln>
              <a:solidFill>
                <a:schemeClr val="accent5"/>
              </a:solidFill>
              <a:effectLst/>
              <a:uFillTx/>
              <a:sym typeface="Source Sans Pro"/>
            </a:endParaRPr>
          </a:p>
        </p:txBody>
      </p:sp>
      <p:cxnSp>
        <p:nvCxnSpPr>
          <p:cNvPr id="510" name="Straight Connector 549">
            <a:extLst>
              <a:ext uri="{FF2B5EF4-FFF2-40B4-BE49-F238E27FC236}">
                <a16:creationId xmlns:a16="http://schemas.microsoft.com/office/drawing/2014/main" id="{356D24BE-B8A0-C598-0FEA-FBBB111E8420}"/>
              </a:ext>
            </a:extLst>
          </p:cNvPr>
          <p:cNvCxnSpPr>
            <a:cxnSpLocks/>
            <a:stCxn id="1307" idx="2"/>
          </p:cNvCxnSpPr>
          <p:nvPr/>
        </p:nvCxnSpPr>
        <p:spPr>
          <a:xfrm rot="5400000" flipH="1" flipV="1">
            <a:off x="9446608" y="5938047"/>
            <a:ext cx="1056699" cy="2592958"/>
          </a:xfrm>
          <a:prstGeom prst="bentConnector4">
            <a:avLst>
              <a:gd name="adj1" fmla="val -45953"/>
              <a:gd name="adj2" fmla="val 8061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80" name="Straight Connector 549">
            <a:extLst>
              <a:ext uri="{FF2B5EF4-FFF2-40B4-BE49-F238E27FC236}">
                <a16:creationId xmlns:a16="http://schemas.microsoft.com/office/drawing/2014/main" id="{29C88DF1-1BB5-735B-0AF2-E9438D9B235F}"/>
              </a:ext>
            </a:extLst>
          </p:cNvPr>
          <p:cNvCxnSpPr>
            <a:cxnSpLocks/>
            <a:stCxn id="1356" idx="3"/>
          </p:cNvCxnSpPr>
          <p:nvPr/>
        </p:nvCxnSpPr>
        <p:spPr>
          <a:xfrm flipV="1">
            <a:off x="6895203" y="3805610"/>
            <a:ext cx="4284138" cy="2018282"/>
          </a:xfrm>
          <a:prstGeom prst="bentConnector3">
            <a:avLst>
              <a:gd name="adj1" fmla="val 92967"/>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84" name="Straight Connector 549">
            <a:extLst>
              <a:ext uri="{FF2B5EF4-FFF2-40B4-BE49-F238E27FC236}">
                <a16:creationId xmlns:a16="http://schemas.microsoft.com/office/drawing/2014/main" id="{CF6F0A45-FD54-516D-F10C-2A6D80668378}"/>
              </a:ext>
            </a:extLst>
          </p:cNvPr>
          <p:cNvCxnSpPr>
            <a:cxnSpLocks/>
            <a:stCxn id="1038" idx="3"/>
          </p:cNvCxnSpPr>
          <p:nvPr/>
        </p:nvCxnSpPr>
        <p:spPr>
          <a:xfrm flipV="1">
            <a:off x="10496520" y="3805610"/>
            <a:ext cx="682821" cy="2580736"/>
          </a:xfrm>
          <a:prstGeom prst="bentConnector3">
            <a:avLst>
              <a:gd name="adj1" fmla="val 5628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96" name="Connector: Elbow 595">
            <a:extLst>
              <a:ext uri="{FF2B5EF4-FFF2-40B4-BE49-F238E27FC236}">
                <a16:creationId xmlns:a16="http://schemas.microsoft.com/office/drawing/2014/main" id="{5CADB49E-EC0B-4478-146F-C2DCD3E2DF7A}"/>
              </a:ext>
            </a:extLst>
          </p:cNvPr>
          <p:cNvCxnSpPr>
            <a:cxnSpLocks/>
            <a:stCxn id="1037" idx="2"/>
          </p:cNvCxnSpPr>
          <p:nvPr/>
        </p:nvCxnSpPr>
        <p:spPr>
          <a:xfrm rot="5400000">
            <a:off x="6330798" y="6315379"/>
            <a:ext cx="544833" cy="227"/>
          </a:xfrm>
          <a:prstGeom prst="bentConnector3">
            <a:avLst>
              <a:gd name="adj1" fmla="val 50000"/>
            </a:avLst>
          </a:prstGeom>
          <a:noFill/>
          <a:ln w="25400" cap="flat">
            <a:solidFill>
              <a:schemeClr val="accent5"/>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08" name="Straight Arrow Connector 607">
            <a:extLst>
              <a:ext uri="{FF2B5EF4-FFF2-40B4-BE49-F238E27FC236}">
                <a16:creationId xmlns:a16="http://schemas.microsoft.com/office/drawing/2014/main" id="{076D93BE-496B-DB94-15F3-C80741ED1D15}"/>
              </a:ext>
            </a:extLst>
          </p:cNvPr>
          <p:cNvCxnSpPr>
            <a:cxnSpLocks/>
          </p:cNvCxnSpPr>
          <p:nvPr/>
        </p:nvCxnSpPr>
        <p:spPr>
          <a:xfrm>
            <a:off x="6024573" y="4632456"/>
            <a:ext cx="1180755" cy="0"/>
          </a:xfrm>
          <a:prstGeom prst="straightConnector1">
            <a:avLst/>
          </a:prstGeom>
          <a:noFill/>
          <a:ln w="25400" cap="flat">
            <a:solidFill>
              <a:srgbClr val="C00000"/>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cxnSp>
        <p:nvCxnSpPr>
          <p:cNvPr id="630" name="Connector: Elbow 629">
            <a:extLst>
              <a:ext uri="{FF2B5EF4-FFF2-40B4-BE49-F238E27FC236}">
                <a16:creationId xmlns:a16="http://schemas.microsoft.com/office/drawing/2014/main" id="{5B1AD1B0-9E56-0169-0285-FE1DAA6F8062}"/>
              </a:ext>
            </a:extLst>
          </p:cNvPr>
          <p:cNvCxnSpPr>
            <a:cxnSpLocks/>
          </p:cNvCxnSpPr>
          <p:nvPr/>
        </p:nvCxnSpPr>
        <p:spPr>
          <a:xfrm rot="5400000">
            <a:off x="6005982" y="8063975"/>
            <a:ext cx="1192347" cy="3"/>
          </a:xfrm>
          <a:prstGeom prst="bentConnector3">
            <a:avLst>
              <a:gd name="adj1" fmla="val 50000"/>
            </a:avLst>
          </a:prstGeom>
          <a:noFill/>
          <a:ln w="25400" cap="flat">
            <a:solidFill>
              <a:schemeClr val="accent5"/>
            </a:solidFill>
            <a:prstDash val="solid"/>
            <a:miter lim="400000"/>
            <a:tailEnd type="triangle"/>
          </a:ln>
          <a:effectLst/>
          <a:sp3d/>
        </p:spPr>
        <p:style>
          <a:lnRef idx="0">
            <a:scrgbClr r="0" g="0" b="0"/>
          </a:lnRef>
          <a:fillRef idx="0">
            <a:scrgbClr r="0" g="0" b="0"/>
          </a:fillRef>
          <a:effectRef idx="0">
            <a:scrgbClr r="0" g="0" b="0"/>
          </a:effectRef>
          <a:fontRef idx="none"/>
        </p:style>
      </p:cxnSp>
      <p:grpSp>
        <p:nvGrpSpPr>
          <p:cNvPr id="1087" name="Google Shape;156;p1">
            <a:extLst>
              <a:ext uri="{FF2B5EF4-FFF2-40B4-BE49-F238E27FC236}">
                <a16:creationId xmlns:a16="http://schemas.microsoft.com/office/drawing/2014/main" id="{C8502D75-CCCA-2662-6643-C59D78A8F73B}"/>
              </a:ext>
            </a:extLst>
          </p:cNvPr>
          <p:cNvGrpSpPr/>
          <p:nvPr/>
        </p:nvGrpSpPr>
        <p:grpSpPr>
          <a:xfrm>
            <a:off x="4515028" y="8443647"/>
            <a:ext cx="871263" cy="441162"/>
            <a:chOff x="10592773" y="5229745"/>
            <a:chExt cx="3298954" cy="1741391"/>
          </a:xfrm>
        </p:grpSpPr>
        <p:sp>
          <p:nvSpPr>
            <p:cNvPr id="1088" name="Google Shape;157;p1">
              <a:extLst>
                <a:ext uri="{FF2B5EF4-FFF2-40B4-BE49-F238E27FC236}">
                  <a16:creationId xmlns:a16="http://schemas.microsoft.com/office/drawing/2014/main" id="{5F70D29D-818F-F173-2DF5-11C84D704EED}"/>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89" name="Google Shape;158;p1">
              <a:extLst>
                <a:ext uri="{FF2B5EF4-FFF2-40B4-BE49-F238E27FC236}">
                  <a16:creationId xmlns:a16="http://schemas.microsoft.com/office/drawing/2014/main" id="{B6BABF87-8F61-5544-A2FE-8FE852397CFA}"/>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90" name="Google Shape;159;p1">
              <a:extLst>
                <a:ext uri="{FF2B5EF4-FFF2-40B4-BE49-F238E27FC236}">
                  <a16:creationId xmlns:a16="http://schemas.microsoft.com/office/drawing/2014/main" id="{68F40CF3-7266-0934-8AEF-BE6A744C8830}"/>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92" name="Google Shape;160;p1">
              <a:extLst>
                <a:ext uri="{FF2B5EF4-FFF2-40B4-BE49-F238E27FC236}">
                  <a16:creationId xmlns:a16="http://schemas.microsoft.com/office/drawing/2014/main" id="{C681E6FB-ADE5-E37A-5CAD-C1309BC3AF66}"/>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93" name="Google Shape;161;p1">
              <a:extLst>
                <a:ext uri="{FF2B5EF4-FFF2-40B4-BE49-F238E27FC236}">
                  <a16:creationId xmlns:a16="http://schemas.microsoft.com/office/drawing/2014/main" id="{156FA09F-AEA2-31B2-5A88-0C21C7125A55}"/>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95" name="Google Shape;162;p1">
              <a:extLst>
                <a:ext uri="{FF2B5EF4-FFF2-40B4-BE49-F238E27FC236}">
                  <a16:creationId xmlns:a16="http://schemas.microsoft.com/office/drawing/2014/main" id="{45AB3610-2474-07FC-4A82-F88F6CA77A5F}"/>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96" name="Google Shape;163;p1">
              <a:extLst>
                <a:ext uri="{FF2B5EF4-FFF2-40B4-BE49-F238E27FC236}">
                  <a16:creationId xmlns:a16="http://schemas.microsoft.com/office/drawing/2014/main" id="{E521456B-09B0-8CC6-496E-C7E981B01A2E}"/>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97" name="Google Shape;164;p1">
              <a:extLst>
                <a:ext uri="{FF2B5EF4-FFF2-40B4-BE49-F238E27FC236}">
                  <a16:creationId xmlns:a16="http://schemas.microsoft.com/office/drawing/2014/main" id="{FBDD29FF-9FF9-1851-C48C-BEBA3448C3DB}"/>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98" name="Google Shape;165;p1">
              <a:extLst>
                <a:ext uri="{FF2B5EF4-FFF2-40B4-BE49-F238E27FC236}">
                  <a16:creationId xmlns:a16="http://schemas.microsoft.com/office/drawing/2014/main" id="{E911979D-ECDB-2D5E-64B6-4336A653A76A}"/>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99" name="Google Shape;166;p1">
              <a:extLst>
                <a:ext uri="{FF2B5EF4-FFF2-40B4-BE49-F238E27FC236}">
                  <a16:creationId xmlns:a16="http://schemas.microsoft.com/office/drawing/2014/main" id="{FA96AC08-54BB-E6EE-C578-48954F5F2A03}"/>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00" name="Google Shape;167;p1">
              <a:extLst>
                <a:ext uri="{FF2B5EF4-FFF2-40B4-BE49-F238E27FC236}">
                  <a16:creationId xmlns:a16="http://schemas.microsoft.com/office/drawing/2014/main" id="{5FA3CB6E-D264-ACD2-AC38-6BE05DB3BAAE}"/>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01" name="Google Shape;168;p1">
              <a:extLst>
                <a:ext uri="{FF2B5EF4-FFF2-40B4-BE49-F238E27FC236}">
                  <a16:creationId xmlns:a16="http://schemas.microsoft.com/office/drawing/2014/main" id="{EBD01734-5C8C-4A95-82E8-186B43FA5664}"/>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02" name="Google Shape;169;p1">
              <a:extLst>
                <a:ext uri="{FF2B5EF4-FFF2-40B4-BE49-F238E27FC236}">
                  <a16:creationId xmlns:a16="http://schemas.microsoft.com/office/drawing/2014/main" id="{BC47A484-FB47-0D03-3A91-A03DAAED78D3}"/>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03" name="Google Shape;170;p1">
              <a:extLst>
                <a:ext uri="{FF2B5EF4-FFF2-40B4-BE49-F238E27FC236}">
                  <a16:creationId xmlns:a16="http://schemas.microsoft.com/office/drawing/2014/main" id="{6884573C-A5BE-E996-1730-DEC59EE78D1A}"/>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06" name="Google Shape;171;p1">
              <a:extLst>
                <a:ext uri="{FF2B5EF4-FFF2-40B4-BE49-F238E27FC236}">
                  <a16:creationId xmlns:a16="http://schemas.microsoft.com/office/drawing/2014/main" id="{FB551E17-6653-A676-CE73-21DBED039FC3}"/>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107" name="Google Shape;172;p1">
              <a:extLst>
                <a:ext uri="{FF2B5EF4-FFF2-40B4-BE49-F238E27FC236}">
                  <a16:creationId xmlns:a16="http://schemas.microsoft.com/office/drawing/2014/main" id="{66ABB95A-0C63-83D0-7139-39AF8A7A1DA9}"/>
                </a:ext>
              </a:extLst>
            </p:cNvPr>
            <p:cNvCxnSpPr>
              <a:cxnSpLocks/>
              <a:stCxn id="1088" idx="2"/>
              <a:endCxn id="1099"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108" name="Google Shape;173;p1">
              <a:extLst>
                <a:ext uri="{FF2B5EF4-FFF2-40B4-BE49-F238E27FC236}">
                  <a16:creationId xmlns:a16="http://schemas.microsoft.com/office/drawing/2014/main" id="{1BFD9353-D72F-7ED4-E2FE-E8AB0D5B864D}"/>
                </a:ext>
              </a:extLst>
            </p:cNvPr>
            <p:cNvCxnSpPr>
              <a:stCxn id="1099" idx="2"/>
              <a:endCxn id="1119"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109" name="Google Shape;175;p1">
              <a:extLst>
                <a:ext uri="{FF2B5EF4-FFF2-40B4-BE49-F238E27FC236}">
                  <a16:creationId xmlns:a16="http://schemas.microsoft.com/office/drawing/2014/main" id="{AFBA5AFA-3501-B587-ED1F-099A510CCF71}"/>
                </a:ext>
              </a:extLst>
            </p:cNvPr>
            <p:cNvCxnSpPr>
              <a:stCxn id="1106" idx="1"/>
              <a:endCxn id="1116"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1110" name="Google Shape;177;p1">
              <a:extLst>
                <a:ext uri="{FF2B5EF4-FFF2-40B4-BE49-F238E27FC236}">
                  <a16:creationId xmlns:a16="http://schemas.microsoft.com/office/drawing/2014/main" id="{5D6BE620-0F39-6548-3304-37945805CAAB}"/>
                </a:ext>
              </a:extLst>
            </p:cNvPr>
            <p:cNvCxnSpPr>
              <a:stCxn id="1106" idx="2"/>
              <a:endCxn id="1103"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1111" name="Google Shape;178;p1">
              <a:extLst>
                <a:ext uri="{FF2B5EF4-FFF2-40B4-BE49-F238E27FC236}">
                  <a16:creationId xmlns:a16="http://schemas.microsoft.com/office/drawing/2014/main" id="{95EC4B3A-8C27-00B4-3E76-0EBCC7E03370}"/>
                </a:ext>
              </a:extLst>
            </p:cNvPr>
            <p:cNvCxnSpPr>
              <a:stCxn id="1103" idx="2"/>
              <a:endCxn id="1102"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1112" name="Google Shape;179;p1">
              <a:extLst>
                <a:ext uri="{FF2B5EF4-FFF2-40B4-BE49-F238E27FC236}">
                  <a16:creationId xmlns:a16="http://schemas.microsoft.com/office/drawing/2014/main" id="{F3887BF1-B3C9-F277-1B74-5B8EF3A27D17}"/>
                </a:ext>
              </a:extLst>
            </p:cNvPr>
            <p:cNvCxnSpPr>
              <a:stCxn id="1116" idx="2"/>
              <a:endCxn id="1100"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1113" name="Google Shape;180;p1">
              <a:extLst>
                <a:ext uri="{FF2B5EF4-FFF2-40B4-BE49-F238E27FC236}">
                  <a16:creationId xmlns:a16="http://schemas.microsoft.com/office/drawing/2014/main" id="{F151156B-A40B-0F63-AF80-9DE9FB0E6F7C}"/>
                </a:ext>
              </a:extLst>
            </p:cNvPr>
            <p:cNvCxnSpPr>
              <a:stCxn id="1099" idx="1"/>
              <a:endCxn id="1101"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1114" name="Google Shape;181;p1">
              <a:extLst>
                <a:ext uri="{FF2B5EF4-FFF2-40B4-BE49-F238E27FC236}">
                  <a16:creationId xmlns:a16="http://schemas.microsoft.com/office/drawing/2014/main" id="{0D19F8A9-E868-406C-7481-55F489E84B3F}"/>
                </a:ext>
              </a:extLst>
            </p:cNvPr>
            <p:cNvCxnSpPr>
              <a:stCxn id="1127" idx="2"/>
              <a:endCxn id="1116"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1115" name="Google Shape;183;p1">
              <a:extLst>
                <a:ext uri="{FF2B5EF4-FFF2-40B4-BE49-F238E27FC236}">
                  <a16:creationId xmlns:a16="http://schemas.microsoft.com/office/drawing/2014/main" id="{99F1E8A0-44EE-5EB5-A00C-3566602A9B0A}"/>
                </a:ext>
              </a:extLst>
            </p:cNvPr>
            <p:cNvCxnSpPr>
              <a:stCxn id="1127" idx="2"/>
              <a:endCxn id="1100"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1116" name="Google Shape;176;p1">
              <a:extLst>
                <a:ext uri="{FF2B5EF4-FFF2-40B4-BE49-F238E27FC236}">
                  <a16:creationId xmlns:a16="http://schemas.microsoft.com/office/drawing/2014/main" id="{7449DC77-421C-8694-513F-8CACE74F5FF6}"/>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117" name="Google Shape;184;p1">
              <a:extLst>
                <a:ext uri="{FF2B5EF4-FFF2-40B4-BE49-F238E27FC236}">
                  <a16:creationId xmlns:a16="http://schemas.microsoft.com/office/drawing/2014/main" id="{3B1D4A77-6386-2C7C-CD25-994B4FD4DE9A}"/>
                </a:ext>
              </a:extLst>
            </p:cNvPr>
            <p:cNvCxnSpPr>
              <a:stCxn id="1088" idx="2"/>
              <a:endCxn id="1103"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1118" name="Google Shape;185;p1">
              <a:extLst>
                <a:ext uri="{FF2B5EF4-FFF2-40B4-BE49-F238E27FC236}">
                  <a16:creationId xmlns:a16="http://schemas.microsoft.com/office/drawing/2014/main" id="{5D1BE510-BC56-D63B-4E41-0B6D677A3ABB}"/>
                </a:ext>
              </a:extLst>
            </p:cNvPr>
            <p:cNvCxnSpPr>
              <a:stCxn id="1088" idx="5"/>
              <a:endCxn id="1096"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1119" name="Google Shape;174;p1">
              <a:extLst>
                <a:ext uri="{FF2B5EF4-FFF2-40B4-BE49-F238E27FC236}">
                  <a16:creationId xmlns:a16="http://schemas.microsoft.com/office/drawing/2014/main" id="{E6C120EC-A1CA-49FC-5DC9-1E0682655C2C}"/>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120" name="Google Shape;186;p1">
              <a:extLst>
                <a:ext uri="{FF2B5EF4-FFF2-40B4-BE49-F238E27FC236}">
                  <a16:creationId xmlns:a16="http://schemas.microsoft.com/office/drawing/2014/main" id="{620E21B6-A6C7-70E9-8947-1EF0FD025229}"/>
                </a:ext>
              </a:extLst>
            </p:cNvPr>
            <p:cNvCxnSpPr>
              <a:stCxn id="1127" idx="2"/>
              <a:endCxn id="1103"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1121" name="Google Shape;187;p1">
              <a:extLst>
                <a:ext uri="{FF2B5EF4-FFF2-40B4-BE49-F238E27FC236}">
                  <a16:creationId xmlns:a16="http://schemas.microsoft.com/office/drawing/2014/main" id="{FB71DCEB-53BD-5B05-60DC-4E579996B47D}"/>
                </a:ext>
              </a:extLst>
            </p:cNvPr>
            <p:cNvCxnSpPr>
              <a:stCxn id="1125" idx="6"/>
              <a:endCxn id="1095"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122" name="Google Shape;189;p1">
              <a:extLst>
                <a:ext uri="{FF2B5EF4-FFF2-40B4-BE49-F238E27FC236}">
                  <a16:creationId xmlns:a16="http://schemas.microsoft.com/office/drawing/2014/main" id="{5A0EEF44-1A97-26FF-8B69-B86AB058AD9A}"/>
                </a:ext>
              </a:extLst>
            </p:cNvPr>
            <p:cNvCxnSpPr>
              <a:stCxn id="1095" idx="7"/>
              <a:endCxn id="109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1123" name="Google Shape;190;p1">
              <a:extLst>
                <a:ext uri="{FF2B5EF4-FFF2-40B4-BE49-F238E27FC236}">
                  <a16:creationId xmlns:a16="http://schemas.microsoft.com/office/drawing/2014/main" id="{9DD81F7F-8FC3-5FD7-B915-859C5BF40F1E}"/>
                </a:ext>
              </a:extLst>
            </p:cNvPr>
            <p:cNvCxnSpPr>
              <a:stCxn id="1092" idx="6"/>
              <a:endCxn id="1093"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1124" name="Google Shape;191;p1">
              <a:extLst>
                <a:ext uri="{FF2B5EF4-FFF2-40B4-BE49-F238E27FC236}">
                  <a16:creationId xmlns:a16="http://schemas.microsoft.com/office/drawing/2014/main" id="{7E3F8640-7AA7-AEC5-3052-80947ED5641E}"/>
                </a:ext>
              </a:extLst>
            </p:cNvPr>
            <p:cNvCxnSpPr>
              <a:stCxn id="1088" idx="6"/>
              <a:endCxn id="1089"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1125" name="Google Shape;188;p1">
              <a:extLst>
                <a:ext uri="{FF2B5EF4-FFF2-40B4-BE49-F238E27FC236}">
                  <a16:creationId xmlns:a16="http://schemas.microsoft.com/office/drawing/2014/main" id="{8E201011-4095-789D-029A-898AD59D927C}"/>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126" name="Google Shape;192;p1">
              <a:extLst>
                <a:ext uri="{FF2B5EF4-FFF2-40B4-BE49-F238E27FC236}">
                  <a16:creationId xmlns:a16="http://schemas.microsoft.com/office/drawing/2014/main" id="{894C44B0-0FCB-5F9C-BEC9-2349CE0AB89F}"/>
                </a:ext>
              </a:extLst>
            </p:cNvPr>
            <p:cNvCxnSpPr>
              <a:stCxn id="1089" idx="7"/>
              <a:endCxn id="1090"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1127" name="Google Shape;182;p1">
              <a:extLst>
                <a:ext uri="{FF2B5EF4-FFF2-40B4-BE49-F238E27FC236}">
                  <a16:creationId xmlns:a16="http://schemas.microsoft.com/office/drawing/2014/main" id="{66E2B08D-14E6-6A40-FC48-BD252EC55A1C}"/>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128" name="Google Shape;193;p1">
              <a:extLst>
                <a:ext uri="{FF2B5EF4-FFF2-40B4-BE49-F238E27FC236}">
                  <a16:creationId xmlns:a16="http://schemas.microsoft.com/office/drawing/2014/main" id="{5893C4AA-EE15-8AB2-B59D-530EE821112D}"/>
                </a:ext>
              </a:extLst>
            </p:cNvPr>
            <p:cNvCxnSpPr>
              <a:stCxn id="1106" idx="6"/>
              <a:endCxn id="1096"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1129" name="Google Shape;194;p1">
              <a:extLst>
                <a:ext uri="{FF2B5EF4-FFF2-40B4-BE49-F238E27FC236}">
                  <a16:creationId xmlns:a16="http://schemas.microsoft.com/office/drawing/2014/main" id="{DF7AFB81-6B0C-78A4-7205-3D725F8C9617}"/>
                </a:ext>
              </a:extLst>
            </p:cNvPr>
            <p:cNvCxnSpPr>
              <a:stCxn id="1097" idx="1"/>
              <a:endCxn id="1099"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130" name="Google Shape;195;p1">
              <a:extLst>
                <a:ext uri="{FF2B5EF4-FFF2-40B4-BE49-F238E27FC236}">
                  <a16:creationId xmlns:a16="http://schemas.microsoft.com/office/drawing/2014/main" id="{940CE50F-127C-301B-A9BD-EE9B17AA619A}"/>
                </a:ext>
              </a:extLst>
            </p:cNvPr>
            <p:cNvCxnSpPr>
              <a:stCxn id="1127" idx="3"/>
              <a:endCxn id="1106"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1132" name="Google Shape;196;p1">
              <a:extLst>
                <a:ext uri="{FF2B5EF4-FFF2-40B4-BE49-F238E27FC236}">
                  <a16:creationId xmlns:a16="http://schemas.microsoft.com/office/drawing/2014/main" id="{C5B528C5-727B-2ADE-2CB2-9DC4ABBE4B4C}"/>
                </a:ext>
              </a:extLst>
            </p:cNvPr>
            <p:cNvCxnSpPr>
              <a:stCxn id="1125" idx="5"/>
              <a:endCxn id="1097"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133" name="Google Shape;197;p1">
              <a:extLst>
                <a:ext uri="{FF2B5EF4-FFF2-40B4-BE49-F238E27FC236}">
                  <a16:creationId xmlns:a16="http://schemas.microsoft.com/office/drawing/2014/main" id="{95C00ECE-DEB8-DC7D-3D76-52EFF48E0B9F}"/>
                </a:ext>
              </a:extLst>
            </p:cNvPr>
            <p:cNvCxnSpPr>
              <a:stCxn id="1088" idx="6"/>
              <a:endCxn id="1095"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134" name="Google Shape;198;p1">
              <a:extLst>
                <a:ext uri="{FF2B5EF4-FFF2-40B4-BE49-F238E27FC236}">
                  <a16:creationId xmlns:a16="http://schemas.microsoft.com/office/drawing/2014/main" id="{DE912AF7-E521-F87D-5E10-988D0D343891}"/>
                </a:ext>
              </a:extLst>
            </p:cNvPr>
            <p:cNvCxnSpPr>
              <a:stCxn id="1125" idx="6"/>
              <a:endCxn id="1098"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1136" name="Google Shape;199;p1">
              <a:extLst>
                <a:ext uri="{FF2B5EF4-FFF2-40B4-BE49-F238E27FC236}">
                  <a16:creationId xmlns:a16="http://schemas.microsoft.com/office/drawing/2014/main" id="{3661F07B-C3B4-25E9-8190-52005A125888}"/>
                </a:ext>
              </a:extLst>
            </p:cNvPr>
            <p:cNvCxnSpPr>
              <a:stCxn id="1125" idx="3"/>
              <a:endCxn id="1106"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1137" name="Google Shape;200;p1">
              <a:extLst>
                <a:ext uri="{FF2B5EF4-FFF2-40B4-BE49-F238E27FC236}">
                  <a16:creationId xmlns:a16="http://schemas.microsoft.com/office/drawing/2014/main" id="{99F4BC92-C8A4-0A2A-B0B4-A1EAE107CB41}"/>
                </a:ext>
              </a:extLst>
            </p:cNvPr>
            <p:cNvCxnSpPr>
              <a:stCxn id="1125" idx="6"/>
              <a:endCxn id="1096"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grpSp>
        <p:nvGrpSpPr>
          <p:cNvPr id="1138" name="Google Shape;156;p1">
            <a:extLst>
              <a:ext uri="{FF2B5EF4-FFF2-40B4-BE49-F238E27FC236}">
                <a16:creationId xmlns:a16="http://schemas.microsoft.com/office/drawing/2014/main" id="{1219773F-817A-CB6D-DDCD-DEE5CED5EEF0}"/>
              </a:ext>
            </a:extLst>
          </p:cNvPr>
          <p:cNvGrpSpPr/>
          <p:nvPr/>
        </p:nvGrpSpPr>
        <p:grpSpPr>
          <a:xfrm>
            <a:off x="7860104" y="8498336"/>
            <a:ext cx="871263" cy="441162"/>
            <a:chOff x="10592773" y="5229745"/>
            <a:chExt cx="3298954" cy="1741391"/>
          </a:xfrm>
        </p:grpSpPr>
        <p:sp>
          <p:nvSpPr>
            <p:cNvPr id="1139" name="Google Shape;157;p1">
              <a:extLst>
                <a:ext uri="{FF2B5EF4-FFF2-40B4-BE49-F238E27FC236}">
                  <a16:creationId xmlns:a16="http://schemas.microsoft.com/office/drawing/2014/main" id="{3A0B2ADC-948A-879E-2F11-45A6197FA99A}"/>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0" name="Google Shape;158;p1">
              <a:extLst>
                <a:ext uri="{FF2B5EF4-FFF2-40B4-BE49-F238E27FC236}">
                  <a16:creationId xmlns:a16="http://schemas.microsoft.com/office/drawing/2014/main" id="{054A7293-5C27-1C0A-5CC0-99A5C885481B}"/>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1" name="Google Shape;159;p1">
              <a:extLst>
                <a:ext uri="{FF2B5EF4-FFF2-40B4-BE49-F238E27FC236}">
                  <a16:creationId xmlns:a16="http://schemas.microsoft.com/office/drawing/2014/main" id="{46AE01E0-193C-B07A-2F4F-BC64D880ED5E}"/>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2" name="Google Shape;160;p1">
              <a:extLst>
                <a:ext uri="{FF2B5EF4-FFF2-40B4-BE49-F238E27FC236}">
                  <a16:creationId xmlns:a16="http://schemas.microsoft.com/office/drawing/2014/main" id="{4A501302-95F7-EEEF-3430-E545614AA961}"/>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3" name="Google Shape;161;p1">
              <a:extLst>
                <a:ext uri="{FF2B5EF4-FFF2-40B4-BE49-F238E27FC236}">
                  <a16:creationId xmlns:a16="http://schemas.microsoft.com/office/drawing/2014/main" id="{85BC40B7-A664-FC74-A0F5-8D73E37D1185}"/>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4" name="Google Shape;162;p1">
              <a:extLst>
                <a:ext uri="{FF2B5EF4-FFF2-40B4-BE49-F238E27FC236}">
                  <a16:creationId xmlns:a16="http://schemas.microsoft.com/office/drawing/2014/main" id="{3AB6EF51-6AD8-F53F-9467-E5A6C5D3707F}"/>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5" name="Google Shape;163;p1">
              <a:extLst>
                <a:ext uri="{FF2B5EF4-FFF2-40B4-BE49-F238E27FC236}">
                  <a16:creationId xmlns:a16="http://schemas.microsoft.com/office/drawing/2014/main" id="{07196EA8-FCF9-3794-599A-C5671D89663D}"/>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6" name="Google Shape;164;p1">
              <a:extLst>
                <a:ext uri="{FF2B5EF4-FFF2-40B4-BE49-F238E27FC236}">
                  <a16:creationId xmlns:a16="http://schemas.microsoft.com/office/drawing/2014/main" id="{A268D3E4-04BF-DFB6-EF8C-C09E32F2BE11}"/>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7" name="Google Shape;165;p1">
              <a:extLst>
                <a:ext uri="{FF2B5EF4-FFF2-40B4-BE49-F238E27FC236}">
                  <a16:creationId xmlns:a16="http://schemas.microsoft.com/office/drawing/2014/main" id="{443ED37D-B6BF-009D-04FF-F87DBB43E9B9}"/>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8" name="Google Shape;166;p1">
              <a:extLst>
                <a:ext uri="{FF2B5EF4-FFF2-40B4-BE49-F238E27FC236}">
                  <a16:creationId xmlns:a16="http://schemas.microsoft.com/office/drawing/2014/main" id="{1F9363E5-385B-99C5-EC6A-B05C8571765B}"/>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9" name="Google Shape;167;p1">
              <a:extLst>
                <a:ext uri="{FF2B5EF4-FFF2-40B4-BE49-F238E27FC236}">
                  <a16:creationId xmlns:a16="http://schemas.microsoft.com/office/drawing/2014/main" id="{DC183AC5-583C-D949-0FB7-DDCA844EC96E}"/>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50" name="Google Shape;168;p1">
              <a:extLst>
                <a:ext uri="{FF2B5EF4-FFF2-40B4-BE49-F238E27FC236}">
                  <a16:creationId xmlns:a16="http://schemas.microsoft.com/office/drawing/2014/main" id="{77CDD8D7-8B4A-E3F7-E171-EACF5D392095}"/>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51" name="Google Shape;169;p1">
              <a:extLst>
                <a:ext uri="{FF2B5EF4-FFF2-40B4-BE49-F238E27FC236}">
                  <a16:creationId xmlns:a16="http://schemas.microsoft.com/office/drawing/2014/main" id="{D2ABE930-2C4C-7341-4A33-2830BF5CE0CB}"/>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52" name="Google Shape;170;p1">
              <a:extLst>
                <a:ext uri="{FF2B5EF4-FFF2-40B4-BE49-F238E27FC236}">
                  <a16:creationId xmlns:a16="http://schemas.microsoft.com/office/drawing/2014/main" id="{1D754111-0F83-E907-BEB3-06DC0E648B29}"/>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53" name="Google Shape;171;p1">
              <a:extLst>
                <a:ext uri="{FF2B5EF4-FFF2-40B4-BE49-F238E27FC236}">
                  <a16:creationId xmlns:a16="http://schemas.microsoft.com/office/drawing/2014/main" id="{526D45D1-2270-8CE7-6885-77A29DA1812C}"/>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154" name="Google Shape;172;p1">
              <a:extLst>
                <a:ext uri="{FF2B5EF4-FFF2-40B4-BE49-F238E27FC236}">
                  <a16:creationId xmlns:a16="http://schemas.microsoft.com/office/drawing/2014/main" id="{657D3234-E5C3-48AE-E9B0-1F568996854E}"/>
                </a:ext>
              </a:extLst>
            </p:cNvPr>
            <p:cNvCxnSpPr>
              <a:cxnSpLocks/>
              <a:stCxn id="1139" idx="2"/>
              <a:endCxn id="1148"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155" name="Google Shape;173;p1">
              <a:extLst>
                <a:ext uri="{FF2B5EF4-FFF2-40B4-BE49-F238E27FC236}">
                  <a16:creationId xmlns:a16="http://schemas.microsoft.com/office/drawing/2014/main" id="{CF30F659-932D-E77D-93D5-5ED03014C189}"/>
                </a:ext>
              </a:extLst>
            </p:cNvPr>
            <p:cNvCxnSpPr>
              <a:stCxn id="1148" idx="2"/>
              <a:endCxn id="1211"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156" name="Google Shape;175;p1">
              <a:extLst>
                <a:ext uri="{FF2B5EF4-FFF2-40B4-BE49-F238E27FC236}">
                  <a16:creationId xmlns:a16="http://schemas.microsoft.com/office/drawing/2014/main" id="{BC563EB2-2E0E-5E3A-8364-173871E7FD70}"/>
                </a:ext>
              </a:extLst>
            </p:cNvPr>
            <p:cNvCxnSpPr>
              <a:stCxn id="1153" idx="1"/>
              <a:endCxn id="120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1157" name="Google Shape;177;p1">
              <a:extLst>
                <a:ext uri="{FF2B5EF4-FFF2-40B4-BE49-F238E27FC236}">
                  <a16:creationId xmlns:a16="http://schemas.microsoft.com/office/drawing/2014/main" id="{9714FB1A-39B4-F6C0-B2C5-8D51BE570076}"/>
                </a:ext>
              </a:extLst>
            </p:cNvPr>
            <p:cNvCxnSpPr>
              <a:stCxn id="1153" idx="2"/>
              <a:endCxn id="1152"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1158" name="Google Shape;178;p1">
              <a:extLst>
                <a:ext uri="{FF2B5EF4-FFF2-40B4-BE49-F238E27FC236}">
                  <a16:creationId xmlns:a16="http://schemas.microsoft.com/office/drawing/2014/main" id="{9A1E9C33-6257-75A2-18FE-3CC6AF2958FB}"/>
                </a:ext>
              </a:extLst>
            </p:cNvPr>
            <p:cNvCxnSpPr>
              <a:stCxn id="1152" idx="2"/>
              <a:endCxn id="1151"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1159" name="Google Shape;179;p1">
              <a:extLst>
                <a:ext uri="{FF2B5EF4-FFF2-40B4-BE49-F238E27FC236}">
                  <a16:creationId xmlns:a16="http://schemas.microsoft.com/office/drawing/2014/main" id="{E061CCC6-8FDF-A39B-EAF3-A16CD8C2C51A}"/>
                </a:ext>
              </a:extLst>
            </p:cNvPr>
            <p:cNvCxnSpPr>
              <a:stCxn id="1208" idx="2"/>
              <a:endCxn id="1149"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1160" name="Google Shape;180;p1">
              <a:extLst>
                <a:ext uri="{FF2B5EF4-FFF2-40B4-BE49-F238E27FC236}">
                  <a16:creationId xmlns:a16="http://schemas.microsoft.com/office/drawing/2014/main" id="{E71FA1DA-9D6F-7ACD-62BE-7C8A13DC9E1C}"/>
                </a:ext>
              </a:extLst>
            </p:cNvPr>
            <p:cNvCxnSpPr>
              <a:stCxn id="1148" idx="1"/>
              <a:endCxn id="1150"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1161" name="Google Shape;181;p1">
              <a:extLst>
                <a:ext uri="{FF2B5EF4-FFF2-40B4-BE49-F238E27FC236}">
                  <a16:creationId xmlns:a16="http://schemas.microsoft.com/office/drawing/2014/main" id="{24C811D0-A61B-0EAB-085E-FD88DCA22B92}"/>
                </a:ext>
              </a:extLst>
            </p:cNvPr>
            <p:cNvCxnSpPr>
              <a:stCxn id="1219" idx="2"/>
              <a:endCxn id="120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1163" name="Google Shape;183;p1">
              <a:extLst>
                <a:ext uri="{FF2B5EF4-FFF2-40B4-BE49-F238E27FC236}">
                  <a16:creationId xmlns:a16="http://schemas.microsoft.com/office/drawing/2014/main" id="{DF2C12F4-1E9F-19DE-17AF-953A335250DF}"/>
                </a:ext>
              </a:extLst>
            </p:cNvPr>
            <p:cNvCxnSpPr>
              <a:stCxn id="1219" idx="2"/>
              <a:endCxn id="1149"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1208" name="Google Shape;176;p1">
              <a:extLst>
                <a:ext uri="{FF2B5EF4-FFF2-40B4-BE49-F238E27FC236}">
                  <a16:creationId xmlns:a16="http://schemas.microsoft.com/office/drawing/2014/main" id="{5FAB3F7A-DBE6-3394-0CC4-9B858A93F16E}"/>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209" name="Google Shape;184;p1">
              <a:extLst>
                <a:ext uri="{FF2B5EF4-FFF2-40B4-BE49-F238E27FC236}">
                  <a16:creationId xmlns:a16="http://schemas.microsoft.com/office/drawing/2014/main" id="{82FC5A0E-D3BC-E48C-A018-8A305FEFC7AE}"/>
                </a:ext>
              </a:extLst>
            </p:cNvPr>
            <p:cNvCxnSpPr>
              <a:stCxn id="1139" idx="2"/>
              <a:endCxn id="1152"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1210" name="Google Shape;185;p1">
              <a:extLst>
                <a:ext uri="{FF2B5EF4-FFF2-40B4-BE49-F238E27FC236}">
                  <a16:creationId xmlns:a16="http://schemas.microsoft.com/office/drawing/2014/main" id="{33023344-0342-2055-5DE5-BCCBAC15DE88}"/>
                </a:ext>
              </a:extLst>
            </p:cNvPr>
            <p:cNvCxnSpPr>
              <a:stCxn id="1139" idx="5"/>
              <a:endCxn id="1145"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1211" name="Google Shape;174;p1">
              <a:extLst>
                <a:ext uri="{FF2B5EF4-FFF2-40B4-BE49-F238E27FC236}">
                  <a16:creationId xmlns:a16="http://schemas.microsoft.com/office/drawing/2014/main" id="{BC2E2E10-6330-DDEC-1932-459771E21F78}"/>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212" name="Google Shape;186;p1">
              <a:extLst>
                <a:ext uri="{FF2B5EF4-FFF2-40B4-BE49-F238E27FC236}">
                  <a16:creationId xmlns:a16="http://schemas.microsoft.com/office/drawing/2014/main" id="{C1AABCB9-294A-00C7-E83A-75DC82BBA1E8}"/>
                </a:ext>
              </a:extLst>
            </p:cNvPr>
            <p:cNvCxnSpPr>
              <a:stCxn id="1219" idx="2"/>
              <a:endCxn id="1152"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1213" name="Google Shape;187;p1">
              <a:extLst>
                <a:ext uri="{FF2B5EF4-FFF2-40B4-BE49-F238E27FC236}">
                  <a16:creationId xmlns:a16="http://schemas.microsoft.com/office/drawing/2014/main" id="{C6167A94-9A29-BAF4-7130-38CAE9C08905}"/>
                </a:ext>
              </a:extLst>
            </p:cNvPr>
            <p:cNvCxnSpPr>
              <a:stCxn id="1217" idx="6"/>
              <a:endCxn id="1144"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214" name="Google Shape;189;p1">
              <a:extLst>
                <a:ext uri="{FF2B5EF4-FFF2-40B4-BE49-F238E27FC236}">
                  <a16:creationId xmlns:a16="http://schemas.microsoft.com/office/drawing/2014/main" id="{F2504E82-E163-541D-0824-CED8169D96A5}"/>
                </a:ext>
              </a:extLst>
            </p:cNvPr>
            <p:cNvCxnSpPr>
              <a:stCxn id="1144" idx="7"/>
              <a:endCxn id="114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1215" name="Google Shape;190;p1">
              <a:extLst>
                <a:ext uri="{FF2B5EF4-FFF2-40B4-BE49-F238E27FC236}">
                  <a16:creationId xmlns:a16="http://schemas.microsoft.com/office/drawing/2014/main" id="{A3CCC391-2BB8-D371-2E66-69960CBED47D}"/>
                </a:ext>
              </a:extLst>
            </p:cNvPr>
            <p:cNvCxnSpPr>
              <a:stCxn id="1142" idx="6"/>
              <a:endCxn id="1143"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1216" name="Google Shape;191;p1">
              <a:extLst>
                <a:ext uri="{FF2B5EF4-FFF2-40B4-BE49-F238E27FC236}">
                  <a16:creationId xmlns:a16="http://schemas.microsoft.com/office/drawing/2014/main" id="{66B5103C-81BB-383F-39EF-4F62F77306DA}"/>
                </a:ext>
              </a:extLst>
            </p:cNvPr>
            <p:cNvCxnSpPr>
              <a:stCxn id="1139" idx="6"/>
              <a:endCxn id="114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1217" name="Google Shape;188;p1">
              <a:extLst>
                <a:ext uri="{FF2B5EF4-FFF2-40B4-BE49-F238E27FC236}">
                  <a16:creationId xmlns:a16="http://schemas.microsoft.com/office/drawing/2014/main" id="{7CED28A7-7D2D-47FA-AE1D-EE625911F166}"/>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218" name="Google Shape;192;p1">
              <a:extLst>
                <a:ext uri="{FF2B5EF4-FFF2-40B4-BE49-F238E27FC236}">
                  <a16:creationId xmlns:a16="http://schemas.microsoft.com/office/drawing/2014/main" id="{776CE7CC-9270-A39C-754A-331E69FC170E}"/>
                </a:ext>
              </a:extLst>
            </p:cNvPr>
            <p:cNvCxnSpPr>
              <a:stCxn id="1140" idx="7"/>
              <a:endCxn id="114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1219" name="Google Shape;182;p1">
              <a:extLst>
                <a:ext uri="{FF2B5EF4-FFF2-40B4-BE49-F238E27FC236}">
                  <a16:creationId xmlns:a16="http://schemas.microsoft.com/office/drawing/2014/main" id="{2FAA272B-3560-B38A-77E1-00583A633B0B}"/>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220" name="Google Shape;193;p1">
              <a:extLst>
                <a:ext uri="{FF2B5EF4-FFF2-40B4-BE49-F238E27FC236}">
                  <a16:creationId xmlns:a16="http://schemas.microsoft.com/office/drawing/2014/main" id="{80417CA6-3994-041F-9759-E7596B3494BA}"/>
                </a:ext>
              </a:extLst>
            </p:cNvPr>
            <p:cNvCxnSpPr>
              <a:stCxn id="1153" idx="6"/>
              <a:endCxn id="1145"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1221" name="Google Shape;194;p1">
              <a:extLst>
                <a:ext uri="{FF2B5EF4-FFF2-40B4-BE49-F238E27FC236}">
                  <a16:creationId xmlns:a16="http://schemas.microsoft.com/office/drawing/2014/main" id="{2D55B550-BD42-A08F-EC88-ECA2C3CF3BA6}"/>
                </a:ext>
              </a:extLst>
            </p:cNvPr>
            <p:cNvCxnSpPr>
              <a:stCxn id="1146" idx="1"/>
              <a:endCxn id="1148"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222" name="Google Shape;195;p1">
              <a:extLst>
                <a:ext uri="{FF2B5EF4-FFF2-40B4-BE49-F238E27FC236}">
                  <a16:creationId xmlns:a16="http://schemas.microsoft.com/office/drawing/2014/main" id="{A1403E44-6B93-4C7E-5C28-D3A89963D412}"/>
                </a:ext>
              </a:extLst>
            </p:cNvPr>
            <p:cNvCxnSpPr>
              <a:stCxn id="1219" idx="3"/>
              <a:endCxn id="1153"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1223" name="Google Shape;196;p1">
              <a:extLst>
                <a:ext uri="{FF2B5EF4-FFF2-40B4-BE49-F238E27FC236}">
                  <a16:creationId xmlns:a16="http://schemas.microsoft.com/office/drawing/2014/main" id="{004421DE-E3B5-70C6-8A10-4F736570BF06}"/>
                </a:ext>
              </a:extLst>
            </p:cNvPr>
            <p:cNvCxnSpPr>
              <a:stCxn id="1217" idx="5"/>
              <a:endCxn id="1146"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224" name="Google Shape;197;p1">
              <a:extLst>
                <a:ext uri="{FF2B5EF4-FFF2-40B4-BE49-F238E27FC236}">
                  <a16:creationId xmlns:a16="http://schemas.microsoft.com/office/drawing/2014/main" id="{919C13C3-382A-B9BC-8CBB-C721082FA167}"/>
                </a:ext>
              </a:extLst>
            </p:cNvPr>
            <p:cNvCxnSpPr>
              <a:stCxn id="1139" idx="6"/>
              <a:endCxn id="1144"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225" name="Google Shape;198;p1">
              <a:extLst>
                <a:ext uri="{FF2B5EF4-FFF2-40B4-BE49-F238E27FC236}">
                  <a16:creationId xmlns:a16="http://schemas.microsoft.com/office/drawing/2014/main" id="{F417945A-545C-B2F8-5249-25C8367FC90F}"/>
                </a:ext>
              </a:extLst>
            </p:cNvPr>
            <p:cNvCxnSpPr>
              <a:stCxn id="1217" idx="6"/>
              <a:endCxn id="1147"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1226" name="Google Shape;199;p1">
              <a:extLst>
                <a:ext uri="{FF2B5EF4-FFF2-40B4-BE49-F238E27FC236}">
                  <a16:creationId xmlns:a16="http://schemas.microsoft.com/office/drawing/2014/main" id="{6DA0509A-F87C-24B5-4E17-99AFAB281B7F}"/>
                </a:ext>
              </a:extLst>
            </p:cNvPr>
            <p:cNvCxnSpPr>
              <a:stCxn id="1217" idx="3"/>
              <a:endCxn id="1153"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1227" name="Google Shape;200;p1">
              <a:extLst>
                <a:ext uri="{FF2B5EF4-FFF2-40B4-BE49-F238E27FC236}">
                  <a16:creationId xmlns:a16="http://schemas.microsoft.com/office/drawing/2014/main" id="{65EA1F90-76F6-88BD-5A28-3A74C09CD347}"/>
                </a:ext>
              </a:extLst>
            </p:cNvPr>
            <p:cNvCxnSpPr>
              <a:stCxn id="1217" idx="6"/>
              <a:endCxn id="1145"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cxnSp>
        <p:nvCxnSpPr>
          <p:cNvPr id="1231" name="Connector: Elbow 1230">
            <a:extLst>
              <a:ext uri="{FF2B5EF4-FFF2-40B4-BE49-F238E27FC236}">
                <a16:creationId xmlns:a16="http://schemas.microsoft.com/office/drawing/2014/main" id="{BED82E35-98B5-CAD2-DFAA-C69434C382F2}"/>
              </a:ext>
            </a:extLst>
          </p:cNvPr>
          <p:cNvCxnSpPr>
            <a:cxnSpLocks/>
          </p:cNvCxnSpPr>
          <p:nvPr/>
        </p:nvCxnSpPr>
        <p:spPr>
          <a:xfrm>
            <a:off x="4919364" y="8982420"/>
            <a:ext cx="1094810" cy="405758"/>
          </a:xfrm>
          <a:prstGeom prst="bentConnector3">
            <a:avLst>
              <a:gd name="adj1" fmla="val 136"/>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33" name="Connector: Elbow 1232">
            <a:extLst>
              <a:ext uri="{FF2B5EF4-FFF2-40B4-BE49-F238E27FC236}">
                <a16:creationId xmlns:a16="http://schemas.microsoft.com/office/drawing/2014/main" id="{F089D45B-B845-1EBE-AA39-B89B299BE20B}"/>
              </a:ext>
            </a:extLst>
          </p:cNvPr>
          <p:cNvCxnSpPr>
            <a:cxnSpLocks/>
          </p:cNvCxnSpPr>
          <p:nvPr/>
        </p:nvCxnSpPr>
        <p:spPr>
          <a:xfrm rot="10800000" flipV="1">
            <a:off x="7198559" y="9019424"/>
            <a:ext cx="1132098" cy="368754"/>
          </a:xfrm>
          <a:prstGeom prst="bentConnector3">
            <a:avLst>
              <a:gd name="adj1" fmla="val -1235"/>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13509081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1CA8C-D5D5-A55F-5BBA-75C90509766F}"/>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B4F04B7C-D1FE-F7A4-6C9A-9F557DD27319}"/>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36EB6C69-DD7A-FD8E-F72E-F866EAD81C8A}"/>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A6E4B889-EC55-E6B8-E867-7D70F8658885}"/>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47890A94-8B0A-1B57-67BF-5E35366FDD2E}"/>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Data Schema</a:t>
            </a:r>
            <a:r>
              <a:rPr dirty="0"/>
              <a:t>: : </a:t>
            </a:r>
            <a:r>
              <a:rPr sz="3300" dirty="0">
                <a:latin typeface="Source Sans Pro Semibold"/>
                <a:ea typeface="Source Sans Pro Semibold"/>
                <a:cs typeface="Source Sans Pro Semibold"/>
                <a:sym typeface="Source Sans Pro Semibold"/>
              </a:rPr>
              <a:t>CHEAT SHEET</a:t>
            </a:r>
            <a:r>
              <a:rPr dirty="0"/>
              <a:t> </a:t>
            </a:r>
          </a:p>
        </p:txBody>
      </p:sp>
      <p:pic>
        <p:nvPicPr>
          <p:cNvPr id="8" name="Picture 7" descr="A picture containing text&#10;&#10;Description automatically generated">
            <a:extLst>
              <a:ext uri="{FF2B5EF4-FFF2-40B4-BE49-F238E27FC236}">
                <a16:creationId xmlns:a16="http://schemas.microsoft.com/office/drawing/2014/main" id="{1AA55286-1B5A-69EA-A524-A39B6F170B2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 name="TextBox 4">
            <a:extLst>
              <a:ext uri="{FF2B5EF4-FFF2-40B4-BE49-F238E27FC236}">
                <a16:creationId xmlns:a16="http://schemas.microsoft.com/office/drawing/2014/main" id="{3D352B2F-21AE-FB68-35D6-C2D25048A4DF}"/>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24" name="Rectangle 523">
            <a:extLst>
              <a:ext uri="{FF2B5EF4-FFF2-40B4-BE49-F238E27FC236}">
                <a16:creationId xmlns:a16="http://schemas.microsoft.com/office/drawing/2014/main" id="{7B99BD38-FB30-D223-CBAF-43DE7C46E127}"/>
              </a:ext>
            </a:extLst>
          </p:cNvPr>
          <p:cNvSpPr/>
          <p:nvPr/>
        </p:nvSpPr>
        <p:spPr>
          <a:xfrm>
            <a:off x="4940285" y="4755550"/>
            <a:ext cx="2997424" cy="3227642"/>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25" name="TextBox 524">
            <a:extLst>
              <a:ext uri="{FF2B5EF4-FFF2-40B4-BE49-F238E27FC236}">
                <a16:creationId xmlns:a16="http://schemas.microsoft.com/office/drawing/2014/main" id="{7A369227-D334-7AE9-22FB-3FF96DA8F6F4}"/>
              </a:ext>
            </a:extLst>
          </p:cNvPr>
          <p:cNvSpPr txBox="1"/>
          <p:nvPr/>
        </p:nvSpPr>
        <p:spPr>
          <a:xfrm>
            <a:off x="4930083" y="4738897"/>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526" name="Rectangle 525">
            <a:extLst>
              <a:ext uri="{FF2B5EF4-FFF2-40B4-BE49-F238E27FC236}">
                <a16:creationId xmlns:a16="http://schemas.microsoft.com/office/drawing/2014/main" id="{67C2320A-4CD0-4EEE-54B7-C84552F5C4EF}"/>
              </a:ext>
            </a:extLst>
          </p:cNvPr>
          <p:cNvSpPr/>
          <p:nvPr/>
        </p:nvSpPr>
        <p:spPr>
          <a:xfrm>
            <a:off x="4939622" y="4757913"/>
            <a:ext cx="838125" cy="233635"/>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527" name="Graphic 526" descr="Paper outline">
            <a:extLst>
              <a:ext uri="{FF2B5EF4-FFF2-40B4-BE49-F238E27FC236}">
                <a16:creationId xmlns:a16="http://schemas.microsoft.com/office/drawing/2014/main" id="{53DFDC15-4C4A-51FF-1635-AECBDB2F84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87707" y="6810084"/>
            <a:ext cx="1146019" cy="1080668"/>
          </a:xfrm>
          <a:prstGeom prst="rect">
            <a:avLst/>
          </a:prstGeom>
        </p:spPr>
      </p:pic>
      <p:sp>
        <p:nvSpPr>
          <p:cNvPr id="528" name="TextBox 527">
            <a:extLst>
              <a:ext uri="{FF2B5EF4-FFF2-40B4-BE49-F238E27FC236}">
                <a16:creationId xmlns:a16="http://schemas.microsoft.com/office/drawing/2014/main" id="{AF203D1A-0B0E-F9F4-342A-311CD1308A77}"/>
              </a:ext>
            </a:extLst>
          </p:cNvPr>
          <p:cNvSpPr txBox="1"/>
          <p:nvPr/>
        </p:nvSpPr>
        <p:spPr>
          <a:xfrm>
            <a:off x="6159762" y="5430268"/>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t>
            </a:r>
          </a:p>
        </p:txBody>
      </p:sp>
      <p:pic>
        <p:nvPicPr>
          <p:cNvPr id="531" name="Graphic 530" descr="Paper outline">
            <a:extLst>
              <a:ext uri="{FF2B5EF4-FFF2-40B4-BE49-F238E27FC236}">
                <a16:creationId xmlns:a16="http://schemas.microsoft.com/office/drawing/2014/main" id="{A0C258D4-3759-B67D-32F3-212224EA79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11878" y="4928803"/>
            <a:ext cx="1146019" cy="1080668"/>
          </a:xfrm>
          <a:prstGeom prst="rect">
            <a:avLst/>
          </a:prstGeom>
        </p:spPr>
      </p:pic>
      <p:sp>
        <p:nvSpPr>
          <p:cNvPr id="532" name="TextBox 531">
            <a:extLst>
              <a:ext uri="{FF2B5EF4-FFF2-40B4-BE49-F238E27FC236}">
                <a16:creationId xmlns:a16="http://schemas.microsoft.com/office/drawing/2014/main" id="{2001F842-799A-AA5A-A9C9-F5218863C2B8}"/>
              </a:ext>
            </a:extLst>
          </p:cNvPr>
          <p:cNvSpPr txBox="1"/>
          <p:nvPr/>
        </p:nvSpPr>
        <p:spPr>
          <a:xfrm>
            <a:off x="5027493" y="7180522"/>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pic>
        <p:nvPicPr>
          <p:cNvPr id="533" name="Graphic 532" descr="Paper outline">
            <a:extLst>
              <a:ext uri="{FF2B5EF4-FFF2-40B4-BE49-F238E27FC236}">
                <a16:creationId xmlns:a16="http://schemas.microsoft.com/office/drawing/2014/main" id="{C75D2040-B545-B4E6-E28D-0124A03BE8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13785" y="6785059"/>
            <a:ext cx="1146019" cy="1080668"/>
          </a:xfrm>
          <a:prstGeom prst="rect">
            <a:avLst/>
          </a:prstGeom>
        </p:spPr>
      </p:pic>
      <p:sp>
        <p:nvSpPr>
          <p:cNvPr id="534" name="TextBox 533">
            <a:extLst>
              <a:ext uri="{FF2B5EF4-FFF2-40B4-BE49-F238E27FC236}">
                <a16:creationId xmlns:a16="http://schemas.microsoft.com/office/drawing/2014/main" id="{D5CC3C64-CBF3-A9EF-9A70-F48C6AEB4CFD}"/>
              </a:ext>
            </a:extLst>
          </p:cNvPr>
          <p:cNvSpPr txBox="1"/>
          <p:nvPr/>
        </p:nvSpPr>
        <p:spPr>
          <a:xfrm>
            <a:off x="7136755" y="7250027"/>
            <a:ext cx="433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exec</a:t>
            </a:r>
          </a:p>
        </p:txBody>
      </p:sp>
      <p:sp>
        <p:nvSpPr>
          <p:cNvPr id="535" name="Rectangle 534">
            <a:extLst>
              <a:ext uri="{FF2B5EF4-FFF2-40B4-BE49-F238E27FC236}">
                <a16:creationId xmlns:a16="http://schemas.microsoft.com/office/drawing/2014/main" id="{50B9C4AA-C494-2B75-E946-8B4DC3545EDB}"/>
              </a:ext>
            </a:extLst>
          </p:cNvPr>
          <p:cNvSpPr/>
          <p:nvPr/>
        </p:nvSpPr>
        <p:spPr>
          <a:xfrm>
            <a:off x="6022883" y="3395471"/>
            <a:ext cx="2250087" cy="1046620"/>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36" name="Rectangle 535">
            <a:extLst>
              <a:ext uri="{FF2B5EF4-FFF2-40B4-BE49-F238E27FC236}">
                <a16:creationId xmlns:a16="http://schemas.microsoft.com/office/drawing/2014/main" id="{3737BE93-0CF3-748C-7ABB-A03BB4864496}"/>
              </a:ext>
            </a:extLst>
          </p:cNvPr>
          <p:cNvSpPr/>
          <p:nvPr/>
        </p:nvSpPr>
        <p:spPr>
          <a:xfrm>
            <a:off x="6022883" y="3393292"/>
            <a:ext cx="915202" cy="265146"/>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537" name="Straight Connector 536">
            <a:extLst>
              <a:ext uri="{FF2B5EF4-FFF2-40B4-BE49-F238E27FC236}">
                <a16:creationId xmlns:a16="http://schemas.microsoft.com/office/drawing/2014/main" id="{17C990A8-E9FD-6566-57F7-6B5A665C5FF6}"/>
              </a:ext>
            </a:extLst>
          </p:cNvPr>
          <p:cNvCxnSpPr>
            <a:cxnSpLocks/>
          </p:cNvCxnSpPr>
          <p:nvPr/>
        </p:nvCxnSpPr>
        <p:spPr>
          <a:xfrm flipH="1">
            <a:off x="4939622" y="2167814"/>
            <a:ext cx="1971160" cy="2571083"/>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sp>
        <p:nvSpPr>
          <p:cNvPr id="538" name="Rectangle 537">
            <a:extLst>
              <a:ext uri="{FF2B5EF4-FFF2-40B4-BE49-F238E27FC236}">
                <a16:creationId xmlns:a16="http://schemas.microsoft.com/office/drawing/2014/main" id="{7A8431A3-D1BA-A92D-1E37-FA9420901217}"/>
              </a:ext>
            </a:extLst>
          </p:cNvPr>
          <p:cNvSpPr/>
          <p:nvPr/>
        </p:nvSpPr>
        <p:spPr>
          <a:xfrm>
            <a:off x="6908952" y="2166239"/>
            <a:ext cx="915202" cy="265146"/>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41" name="TextBox 540">
            <a:extLst>
              <a:ext uri="{FF2B5EF4-FFF2-40B4-BE49-F238E27FC236}">
                <a16:creationId xmlns:a16="http://schemas.microsoft.com/office/drawing/2014/main" id="{54B6DCAA-2D1D-06B7-4A67-B6043B34DF56}"/>
              </a:ext>
            </a:extLst>
          </p:cNvPr>
          <p:cNvSpPr txBox="1"/>
          <p:nvPr/>
        </p:nvSpPr>
        <p:spPr>
          <a:xfrm>
            <a:off x="7184155" y="2871153"/>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.json</a:t>
            </a:r>
            <a:endParaRPr kumimoji="0" lang="en-US" sz="1000" b="0" i="0" u="none" strike="noStrike" cap="none" spc="0" normalizeH="0" baseline="0">
              <a:ln>
                <a:noFill/>
              </a:ln>
              <a:solidFill>
                <a:srgbClr val="4C4C4C"/>
              </a:solidFill>
              <a:effectLst/>
              <a:uFillTx/>
              <a:sym typeface="Source Sans Pro"/>
            </a:endParaRPr>
          </a:p>
        </p:txBody>
      </p:sp>
      <p:pic>
        <p:nvPicPr>
          <p:cNvPr id="542" name="Graphic 541" descr="Paper outline">
            <a:extLst>
              <a:ext uri="{FF2B5EF4-FFF2-40B4-BE49-F238E27FC236}">
                <a16:creationId xmlns:a16="http://schemas.microsoft.com/office/drawing/2014/main" id="{BB5B9365-C1CC-AC33-1151-0BDCEC929DA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25200" y="2481778"/>
            <a:ext cx="430268" cy="430268"/>
          </a:xfrm>
          <a:prstGeom prst="rect">
            <a:avLst/>
          </a:prstGeom>
        </p:spPr>
      </p:pic>
      <p:sp>
        <p:nvSpPr>
          <p:cNvPr id="543" name="TextBox 542">
            <a:extLst>
              <a:ext uri="{FF2B5EF4-FFF2-40B4-BE49-F238E27FC236}">
                <a16:creationId xmlns:a16="http://schemas.microsoft.com/office/drawing/2014/main" id="{77F78574-6D4F-6585-F5B4-A2D681F955A8}"/>
              </a:ext>
            </a:extLst>
          </p:cNvPr>
          <p:cNvSpPr txBox="1"/>
          <p:nvPr/>
        </p:nvSpPr>
        <p:spPr>
          <a:xfrm>
            <a:off x="5961065" y="3366720"/>
            <a:ext cx="87328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Git </a:t>
            </a:r>
            <a:r>
              <a:rPr lang="en-US" sz="1000" b="0" dirty="0"/>
              <a:t>Tables</a:t>
            </a:r>
            <a:endParaRPr kumimoji="0" lang="en-US" sz="1000" b="0" i="0" u="none" strike="noStrike" cap="none" spc="0" normalizeH="0" baseline="0" dirty="0">
              <a:ln>
                <a:noFill/>
              </a:ln>
              <a:solidFill>
                <a:srgbClr val="4C4C4C"/>
              </a:solidFill>
              <a:effectLst/>
              <a:uFillTx/>
              <a:sym typeface="Source Sans Pro"/>
            </a:endParaRPr>
          </a:p>
        </p:txBody>
      </p:sp>
      <p:sp>
        <p:nvSpPr>
          <p:cNvPr id="544" name="TextBox 543">
            <a:extLst>
              <a:ext uri="{FF2B5EF4-FFF2-40B4-BE49-F238E27FC236}">
                <a16:creationId xmlns:a16="http://schemas.microsoft.com/office/drawing/2014/main" id="{A480311F-D1F5-E6FD-9F23-260EBD9E00E3}"/>
              </a:ext>
            </a:extLst>
          </p:cNvPr>
          <p:cNvSpPr txBox="1"/>
          <p:nvPr/>
        </p:nvSpPr>
        <p:spPr>
          <a:xfrm>
            <a:off x="6918772" y="2131990"/>
            <a:ext cx="91798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Data </a:t>
            </a:r>
            <a:endParaRPr kumimoji="0" lang="en-US" sz="1000" b="0" i="0" u="none" strike="noStrike" cap="none" spc="0" normalizeH="0" baseline="0">
              <a:ln>
                <a:noFill/>
              </a:ln>
              <a:solidFill>
                <a:srgbClr val="4C4C4C"/>
              </a:solidFill>
              <a:effectLst/>
              <a:uFillTx/>
              <a:sym typeface="Source Sans Pro"/>
            </a:endParaRPr>
          </a:p>
        </p:txBody>
      </p:sp>
      <p:sp>
        <p:nvSpPr>
          <p:cNvPr id="552" name="Rectangle 551">
            <a:extLst>
              <a:ext uri="{FF2B5EF4-FFF2-40B4-BE49-F238E27FC236}">
                <a16:creationId xmlns:a16="http://schemas.microsoft.com/office/drawing/2014/main" id="{E4F48443-C715-EE43-00EB-20B6135358FD}"/>
              </a:ext>
            </a:extLst>
          </p:cNvPr>
          <p:cNvSpPr/>
          <p:nvPr/>
        </p:nvSpPr>
        <p:spPr>
          <a:xfrm>
            <a:off x="6911445" y="2173337"/>
            <a:ext cx="1481918" cy="1007599"/>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53" name="Rectangle 552">
            <a:extLst>
              <a:ext uri="{FF2B5EF4-FFF2-40B4-BE49-F238E27FC236}">
                <a16:creationId xmlns:a16="http://schemas.microsoft.com/office/drawing/2014/main" id="{667BB3D2-74D0-228A-A520-85D80A8F9625}"/>
              </a:ext>
            </a:extLst>
          </p:cNvPr>
          <p:cNvSpPr/>
          <p:nvPr/>
        </p:nvSpPr>
        <p:spPr>
          <a:xfrm>
            <a:off x="7579713" y="3706913"/>
            <a:ext cx="508854" cy="490967"/>
          </a:xfrm>
          <a:prstGeom prst="rect">
            <a:avLst/>
          </a:prstGeom>
          <a:noFill/>
          <a:ln w="12700" cap="flat">
            <a:solidFill>
              <a:srgbClr val="C00000"/>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graphicFrame>
        <p:nvGraphicFramePr>
          <p:cNvPr id="554" name="Table">
            <a:extLst>
              <a:ext uri="{FF2B5EF4-FFF2-40B4-BE49-F238E27FC236}">
                <a16:creationId xmlns:a16="http://schemas.microsoft.com/office/drawing/2014/main" id="{D4B6D53D-3B64-F310-0C2B-BFC554684092}"/>
              </a:ext>
            </a:extLst>
          </p:cNvPr>
          <p:cNvGraphicFramePr/>
          <p:nvPr>
            <p:extLst>
              <p:ext uri="{D42A27DB-BD31-4B8C-83A1-F6EECF244321}">
                <p14:modId xmlns:p14="http://schemas.microsoft.com/office/powerpoint/2010/main" val="665657928"/>
              </p:ext>
            </p:extLst>
          </p:nvPr>
        </p:nvGraphicFramePr>
        <p:xfrm>
          <a:off x="7611192" y="3746646"/>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590" name="TextBox 589">
            <a:extLst>
              <a:ext uri="{FF2B5EF4-FFF2-40B4-BE49-F238E27FC236}">
                <a16:creationId xmlns:a16="http://schemas.microsoft.com/office/drawing/2014/main" id="{55633234-C22A-5C8A-B014-89C184087532}"/>
              </a:ext>
            </a:extLst>
          </p:cNvPr>
          <p:cNvSpPr txBox="1"/>
          <p:nvPr/>
        </p:nvSpPr>
        <p:spPr>
          <a:xfrm>
            <a:off x="5053897" y="6429948"/>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Space</a:t>
            </a:r>
            <a:endParaRPr kumimoji="0" lang="en-US" sz="1000" b="0" i="0" u="none" strike="noStrike" cap="none" spc="0" normalizeH="0" baseline="0" dirty="0">
              <a:ln>
                <a:noFill/>
              </a:ln>
              <a:solidFill>
                <a:srgbClr val="4C4C4C"/>
              </a:solidFill>
              <a:effectLst/>
              <a:uFillTx/>
              <a:sym typeface="Source Sans Pro"/>
            </a:endParaRPr>
          </a:p>
        </p:txBody>
      </p:sp>
      <p:sp>
        <p:nvSpPr>
          <p:cNvPr id="591" name="Rectangle 590">
            <a:extLst>
              <a:ext uri="{FF2B5EF4-FFF2-40B4-BE49-F238E27FC236}">
                <a16:creationId xmlns:a16="http://schemas.microsoft.com/office/drawing/2014/main" id="{96DAA339-283D-FA48-641D-27C182905B10}"/>
              </a:ext>
            </a:extLst>
          </p:cNvPr>
          <p:cNvSpPr/>
          <p:nvPr/>
        </p:nvSpPr>
        <p:spPr>
          <a:xfrm>
            <a:off x="5054890" y="6443241"/>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92" name="Rectangle 591">
            <a:extLst>
              <a:ext uri="{FF2B5EF4-FFF2-40B4-BE49-F238E27FC236}">
                <a16:creationId xmlns:a16="http://schemas.microsoft.com/office/drawing/2014/main" id="{6A92F98B-0888-DB5F-07E8-73F781426D8A}"/>
              </a:ext>
            </a:extLst>
          </p:cNvPr>
          <p:cNvSpPr/>
          <p:nvPr/>
        </p:nvSpPr>
        <p:spPr>
          <a:xfrm>
            <a:off x="5053896" y="6439257"/>
            <a:ext cx="2818935" cy="142647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63" name="Picture 262">
            <a:extLst>
              <a:ext uri="{FF2B5EF4-FFF2-40B4-BE49-F238E27FC236}">
                <a16:creationId xmlns:a16="http://schemas.microsoft.com/office/drawing/2014/main" id="{022024D1-8954-3AF0-7266-736D20052DD0}"/>
              </a:ext>
            </a:extLst>
          </p:cNvPr>
          <p:cNvPicPr>
            <a:picLocks noChangeAspect="1"/>
          </p:cNvPicPr>
          <p:nvPr/>
        </p:nvPicPr>
        <p:blipFill>
          <a:blip r:embed="rId8"/>
          <a:stretch>
            <a:fillRect/>
          </a:stretch>
        </p:blipFill>
        <p:spPr>
          <a:xfrm>
            <a:off x="5827660" y="8579275"/>
            <a:ext cx="470799" cy="546436"/>
          </a:xfrm>
          <a:prstGeom prst="rect">
            <a:avLst/>
          </a:prstGeom>
        </p:spPr>
      </p:pic>
      <p:pic>
        <p:nvPicPr>
          <p:cNvPr id="264" name="Picture 263">
            <a:extLst>
              <a:ext uri="{FF2B5EF4-FFF2-40B4-BE49-F238E27FC236}">
                <a16:creationId xmlns:a16="http://schemas.microsoft.com/office/drawing/2014/main" id="{D7B3CEDD-D867-0FFA-1342-22C691FE7685}"/>
              </a:ext>
            </a:extLst>
          </p:cNvPr>
          <p:cNvPicPr>
            <a:picLocks noChangeAspect="1"/>
          </p:cNvPicPr>
          <p:nvPr/>
        </p:nvPicPr>
        <p:blipFill>
          <a:blip r:embed="rId9"/>
          <a:stretch>
            <a:fillRect/>
          </a:stretch>
        </p:blipFill>
        <p:spPr>
          <a:xfrm>
            <a:off x="6955693" y="8605740"/>
            <a:ext cx="538060" cy="507646"/>
          </a:xfrm>
          <a:prstGeom prst="rect">
            <a:avLst/>
          </a:prstGeom>
        </p:spPr>
      </p:pic>
      <p:sp>
        <p:nvSpPr>
          <p:cNvPr id="266" name="Rectangle 265">
            <a:extLst>
              <a:ext uri="{FF2B5EF4-FFF2-40B4-BE49-F238E27FC236}">
                <a16:creationId xmlns:a16="http://schemas.microsoft.com/office/drawing/2014/main" id="{DCAB95C9-92F3-D2F5-EB33-5299DB0448A7}"/>
              </a:ext>
            </a:extLst>
          </p:cNvPr>
          <p:cNvSpPr/>
          <p:nvPr/>
        </p:nvSpPr>
        <p:spPr>
          <a:xfrm>
            <a:off x="3604554" y="8240049"/>
            <a:ext cx="1691765" cy="1046620"/>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4" name="Rectangle 313">
            <a:extLst>
              <a:ext uri="{FF2B5EF4-FFF2-40B4-BE49-F238E27FC236}">
                <a16:creationId xmlns:a16="http://schemas.microsoft.com/office/drawing/2014/main" id="{F02E9517-30A8-A5D1-385B-491A48BC393E}"/>
              </a:ext>
            </a:extLst>
          </p:cNvPr>
          <p:cNvSpPr/>
          <p:nvPr/>
        </p:nvSpPr>
        <p:spPr>
          <a:xfrm>
            <a:off x="5799539" y="8244270"/>
            <a:ext cx="1691765" cy="1046620"/>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65" name="Straight Connector 364">
            <a:extLst>
              <a:ext uri="{FF2B5EF4-FFF2-40B4-BE49-F238E27FC236}">
                <a16:creationId xmlns:a16="http://schemas.microsoft.com/office/drawing/2014/main" id="{B6EB6B82-A9F2-2022-6C17-4709AE5E3B02}"/>
              </a:ext>
            </a:extLst>
          </p:cNvPr>
          <p:cNvCxnSpPr>
            <a:cxnSpLocks/>
          </p:cNvCxnSpPr>
          <p:nvPr/>
        </p:nvCxnSpPr>
        <p:spPr>
          <a:xfrm flipH="1">
            <a:off x="7946170" y="3180936"/>
            <a:ext cx="447193" cy="4802256"/>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54" name="Straight Connector 653">
            <a:extLst>
              <a:ext uri="{FF2B5EF4-FFF2-40B4-BE49-F238E27FC236}">
                <a16:creationId xmlns:a16="http://schemas.microsoft.com/office/drawing/2014/main" id="{F394C7D0-7AB3-71D6-89AD-03DCE6F18C76}"/>
              </a:ext>
            </a:extLst>
          </p:cNvPr>
          <p:cNvCxnSpPr>
            <a:cxnSpLocks/>
          </p:cNvCxnSpPr>
          <p:nvPr/>
        </p:nvCxnSpPr>
        <p:spPr>
          <a:xfrm flipH="1">
            <a:off x="8179811" y="3180936"/>
            <a:ext cx="44247" cy="224938"/>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57" name="Straight Connector 656">
            <a:extLst>
              <a:ext uri="{FF2B5EF4-FFF2-40B4-BE49-F238E27FC236}">
                <a16:creationId xmlns:a16="http://schemas.microsoft.com/office/drawing/2014/main" id="{D6B03785-7F91-A807-62CD-EC047271D6D7}"/>
              </a:ext>
            </a:extLst>
          </p:cNvPr>
          <p:cNvCxnSpPr>
            <a:cxnSpLocks/>
          </p:cNvCxnSpPr>
          <p:nvPr/>
        </p:nvCxnSpPr>
        <p:spPr>
          <a:xfrm flipH="1">
            <a:off x="7925457" y="4442091"/>
            <a:ext cx="71387" cy="325057"/>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62" name="Straight Connector 661">
            <a:extLst>
              <a:ext uri="{FF2B5EF4-FFF2-40B4-BE49-F238E27FC236}">
                <a16:creationId xmlns:a16="http://schemas.microsoft.com/office/drawing/2014/main" id="{822B65D2-0BFE-0BF4-313C-2DB5AE4C9438}"/>
              </a:ext>
            </a:extLst>
          </p:cNvPr>
          <p:cNvCxnSpPr>
            <a:cxnSpLocks/>
          </p:cNvCxnSpPr>
          <p:nvPr/>
        </p:nvCxnSpPr>
        <p:spPr>
          <a:xfrm flipH="1">
            <a:off x="6263006" y="4442091"/>
            <a:ext cx="141279" cy="313459"/>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65" name="Straight Connector 664">
            <a:extLst>
              <a:ext uri="{FF2B5EF4-FFF2-40B4-BE49-F238E27FC236}">
                <a16:creationId xmlns:a16="http://schemas.microsoft.com/office/drawing/2014/main" id="{C05A8226-84E1-92C6-570B-8C4AEAE2B7F8}"/>
              </a:ext>
            </a:extLst>
          </p:cNvPr>
          <p:cNvCxnSpPr>
            <a:cxnSpLocks/>
          </p:cNvCxnSpPr>
          <p:nvPr/>
        </p:nvCxnSpPr>
        <p:spPr>
          <a:xfrm flipH="1">
            <a:off x="6802605" y="3112742"/>
            <a:ext cx="141279" cy="313459"/>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69" name="Straight Connector 668">
            <a:extLst>
              <a:ext uri="{FF2B5EF4-FFF2-40B4-BE49-F238E27FC236}">
                <a16:creationId xmlns:a16="http://schemas.microsoft.com/office/drawing/2014/main" id="{F083A295-C4F2-ACA1-9B9C-096872137D0A}"/>
              </a:ext>
            </a:extLst>
          </p:cNvPr>
          <p:cNvCxnSpPr>
            <a:cxnSpLocks/>
          </p:cNvCxnSpPr>
          <p:nvPr/>
        </p:nvCxnSpPr>
        <p:spPr>
          <a:xfrm flipH="1">
            <a:off x="7491304" y="7788912"/>
            <a:ext cx="214726" cy="1501978"/>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76" name="Straight Connector 675">
            <a:extLst>
              <a:ext uri="{FF2B5EF4-FFF2-40B4-BE49-F238E27FC236}">
                <a16:creationId xmlns:a16="http://schemas.microsoft.com/office/drawing/2014/main" id="{0C9D66EF-DBA6-5B00-A2CE-FCA80C27E63F}"/>
              </a:ext>
            </a:extLst>
          </p:cNvPr>
          <p:cNvCxnSpPr>
            <a:cxnSpLocks/>
          </p:cNvCxnSpPr>
          <p:nvPr/>
        </p:nvCxnSpPr>
        <p:spPr>
          <a:xfrm flipH="1">
            <a:off x="5819697" y="6880913"/>
            <a:ext cx="1202224" cy="1372294"/>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82" name="Straight Connector 681">
            <a:extLst>
              <a:ext uri="{FF2B5EF4-FFF2-40B4-BE49-F238E27FC236}">
                <a16:creationId xmlns:a16="http://schemas.microsoft.com/office/drawing/2014/main" id="{952BCC07-3CD1-00D2-D2B8-416B0206EDAF}"/>
              </a:ext>
            </a:extLst>
          </p:cNvPr>
          <p:cNvCxnSpPr>
            <a:cxnSpLocks/>
            <a:endCxn id="314" idx="0"/>
          </p:cNvCxnSpPr>
          <p:nvPr/>
        </p:nvCxnSpPr>
        <p:spPr>
          <a:xfrm flipH="1">
            <a:off x="6645422" y="7788912"/>
            <a:ext cx="380523" cy="455358"/>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85" name="Straight Connector 684">
            <a:extLst>
              <a:ext uri="{FF2B5EF4-FFF2-40B4-BE49-F238E27FC236}">
                <a16:creationId xmlns:a16="http://schemas.microsoft.com/office/drawing/2014/main" id="{C6F3B9FB-28A2-41E4-0418-4D34B58EB3D3}"/>
              </a:ext>
            </a:extLst>
          </p:cNvPr>
          <p:cNvCxnSpPr>
            <a:cxnSpLocks/>
          </p:cNvCxnSpPr>
          <p:nvPr/>
        </p:nvCxnSpPr>
        <p:spPr>
          <a:xfrm flipH="1">
            <a:off x="7491304" y="7788912"/>
            <a:ext cx="59364" cy="455358"/>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88" name="Straight Connector 687">
            <a:extLst>
              <a:ext uri="{FF2B5EF4-FFF2-40B4-BE49-F238E27FC236}">
                <a16:creationId xmlns:a16="http://schemas.microsoft.com/office/drawing/2014/main" id="{2A2CDCF9-B6CE-AE60-349F-ED30A06C4EAA}"/>
              </a:ext>
            </a:extLst>
          </p:cNvPr>
          <p:cNvCxnSpPr>
            <a:cxnSpLocks/>
          </p:cNvCxnSpPr>
          <p:nvPr/>
        </p:nvCxnSpPr>
        <p:spPr>
          <a:xfrm flipH="1">
            <a:off x="3604554" y="6880913"/>
            <a:ext cx="1541231" cy="1338930"/>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93" name="Straight Connector 692">
            <a:extLst>
              <a:ext uri="{FF2B5EF4-FFF2-40B4-BE49-F238E27FC236}">
                <a16:creationId xmlns:a16="http://schemas.microsoft.com/office/drawing/2014/main" id="{11C36414-2A9A-9363-A376-7749B865FA31}"/>
              </a:ext>
            </a:extLst>
          </p:cNvPr>
          <p:cNvCxnSpPr>
            <a:cxnSpLocks/>
          </p:cNvCxnSpPr>
          <p:nvPr/>
        </p:nvCxnSpPr>
        <p:spPr>
          <a:xfrm flipH="1">
            <a:off x="5309198" y="7779876"/>
            <a:ext cx="534750" cy="1502642"/>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703" name="Straight Connector 702">
            <a:extLst>
              <a:ext uri="{FF2B5EF4-FFF2-40B4-BE49-F238E27FC236}">
                <a16:creationId xmlns:a16="http://schemas.microsoft.com/office/drawing/2014/main" id="{D824FBC9-7059-EAD3-37B0-5672AAE18071}"/>
              </a:ext>
            </a:extLst>
          </p:cNvPr>
          <p:cNvCxnSpPr>
            <a:cxnSpLocks/>
          </p:cNvCxnSpPr>
          <p:nvPr/>
        </p:nvCxnSpPr>
        <p:spPr>
          <a:xfrm flipH="1">
            <a:off x="4705270" y="7739362"/>
            <a:ext cx="440515" cy="480481"/>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706" name="Straight Connector 705">
            <a:extLst>
              <a:ext uri="{FF2B5EF4-FFF2-40B4-BE49-F238E27FC236}">
                <a16:creationId xmlns:a16="http://schemas.microsoft.com/office/drawing/2014/main" id="{A2823CAF-A09C-8C49-DD24-EAF9C705B1A7}"/>
              </a:ext>
            </a:extLst>
          </p:cNvPr>
          <p:cNvCxnSpPr>
            <a:cxnSpLocks/>
          </p:cNvCxnSpPr>
          <p:nvPr/>
        </p:nvCxnSpPr>
        <p:spPr>
          <a:xfrm flipH="1">
            <a:off x="5301919" y="7739362"/>
            <a:ext cx="310206" cy="496536"/>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712" name="Straight Arrow Connector 711">
            <a:extLst>
              <a:ext uri="{FF2B5EF4-FFF2-40B4-BE49-F238E27FC236}">
                <a16:creationId xmlns:a16="http://schemas.microsoft.com/office/drawing/2014/main" id="{E60B16B6-B9D7-7554-3E03-4E2CB1E72821}"/>
              </a:ext>
            </a:extLst>
          </p:cNvPr>
          <p:cNvCxnSpPr>
            <a:cxnSpLocks/>
            <a:stCxn id="263" idx="3"/>
            <a:endCxn id="264" idx="1"/>
          </p:cNvCxnSpPr>
          <p:nvPr/>
        </p:nvCxnSpPr>
        <p:spPr>
          <a:xfrm>
            <a:off x="6298459" y="8852493"/>
            <a:ext cx="657234" cy="707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714" name="Picture 713">
            <a:extLst>
              <a:ext uri="{FF2B5EF4-FFF2-40B4-BE49-F238E27FC236}">
                <a16:creationId xmlns:a16="http://schemas.microsoft.com/office/drawing/2014/main" id="{0054EC84-E5C2-2A6C-7117-2A3605DC452B}"/>
              </a:ext>
            </a:extLst>
          </p:cNvPr>
          <p:cNvPicPr>
            <a:picLocks noChangeAspect="1"/>
          </p:cNvPicPr>
          <p:nvPr/>
        </p:nvPicPr>
        <p:blipFill>
          <a:blip r:embed="rId10"/>
          <a:stretch>
            <a:fillRect/>
          </a:stretch>
        </p:blipFill>
        <p:spPr>
          <a:xfrm>
            <a:off x="6436505" y="8430654"/>
            <a:ext cx="372044" cy="354363"/>
          </a:xfrm>
          <a:prstGeom prst="rect">
            <a:avLst/>
          </a:prstGeom>
        </p:spPr>
      </p:pic>
      <p:pic>
        <p:nvPicPr>
          <p:cNvPr id="715" name="Graphic 714" descr="Paper outline">
            <a:extLst>
              <a:ext uri="{FF2B5EF4-FFF2-40B4-BE49-F238E27FC236}">
                <a16:creationId xmlns:a16="http://schemas.microsoft.com/office/drawing/2014/main" id="{075D809A-D8FD-987C-EA42-929D4ACC39E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02613" y="6489493"/>
            <a:ext cx="1146019" cy="1080668"/>
          </a:xfrm>
          <a:prstGeom prst="rect">
            <a:avLst/>
          </a:prstGeom>
        </p:spPr>
      </p:pic>
      <p:pic>
        <p:nvPicPr>
          <p:cNvPr id="717" name="Picture 716">
            <a:extLst>
              <a:ext uri="{FF2B5EF4-FFF2-40B4-BE49-F238E27FC236}">
                <a16:creationId xmlns:a16="http://schemas.microsoft.com/office/drawing/2014/main" id="{49F188D6-6391-A6DB-0849-C1235F869F20}"/>
              </a:ext>
            </a:extLst>
          </p:cNvPr>
          <p:cNvPicPr>
            <a:picLocks noChangeAspect="1"/>
          </p:cNvPicPr>
          <p:nvPr/>
        </p:nvPicPr>
        <p:blipFill>
          <a:blip r:embed="rId12"/>
          <a:stretch>
            <a:fillRect/>
          </a:stretch>
        </p:blipFill>
        <p:spPr>
          <a:xfrm>
            <a:off x="8644170" y="7476693"/>
            <a:ext cx="1012024" cy="317019"/>
          </a:xfrm>
          <a:prstGeom prst="rect">
            <a:avLst/>
          </a:prstGeom>
        </p:spPr>
      </p:pic>
      <p:sp>
        <p:nvSpPr>
          <p:cNvPr id="718" name="Rectangle 717">
            <a:extLst>
              <a:ext uri="{FF2B5EF4-FFF2-40B4-BE49-F238E27FC236}">
                <a16:creationId xmlns:a16="http://schemas.microsoft.com/office/drawing/2014/main" id="{9F31A84D-8207-0893-1D5C-3004446769B4}"/>
              </a:ext>
            </a:extLst>
          </p:cNvPr>
          <p:cNvSpPr/>
          <p:nvPr/>
        </p:nvSpPr>
        <p:spPr>
          <a:xfrm>
            <a:off x="10234947" y="6971651"/>
            <a:ext cx="1280365" cy="833542"/>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19" name="TextBox 718">
            <a:extLst>
              <a:ext uri="{FF2B5EF4-FFF2-40B4-BE49-F238E27FC236}">
                <a16:creationId xmlns:a16="http://schemas.microsoft.com/office/drawing/2014/main" id="{D730CD51-ED28-73B3-97A0-B23B6941A569}"/>
              </a:ext>
            </a:extLst>
          </p:cNvPr>
          <p:cNvSpPr txBox="1"/>
          <p:nvPr/>
        </p:nvSpPr>
        <p:spPr>
          <a:xfrm>
            <a:off x="10184775" y="6945198"/>
            <a:ext cx="110491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t>Github</a:t>
            </a:r>
            <a:r>
              <a:rPr lang="en-US" sz="1000" b="0" dirty="0"/>
              <a:t> Module</a:t>
            </a:r>
            <a:endParaRPr kumimoji="0" lang="en-US" sz="1000" b="0" i="0" u="none" strike="noStrike" cap="none" spc="0" normalizeH="0" baseline="0" dirty="0">
              <a:ln>
                <a:noFill/>
              </a:ln>
              <a:solidFill>
                <a:srgbClr val="4C4C4C"/>
              </a:solidFill>
              <a:effectLst/>
              <a:uFillTx/>
              <a:sym typeface="Source Sans Pro"/>
            </a:endParaRPr>
          </a:p>
        </p:txBody>
      </p:sp>
      <p:sp>
        <p:nvSpPr>
          <p:cNvPr id="720" name="Rectangle 719">
            <a:extLst>
              <a:ext uri="{FF2B5EF4-FFF2-40B4-BE49-F238E27FC236}">
                <a16:creationId xmlns:a16="http://schemas.microsoft.com/office/drawing/2014/main" id="{AAC3D460-ACB0-44A2-BC95-07FF7D75424D}"/>
              </a:ext>
            </a:extLst>
          </p:cNvPr>
          <p:cNvSpPr/>
          <p:nvPr/>
        </p:nvSpPr>
        <p:spPr>
          <a:xfrm>
            <a:off x="10234948" y="6969013"/>
            <a:ext cx="952537"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24" name="TextBox 723">
            <a:extLst>
              <a:ext uri="{FF2B5EF4-FFF2-40B4-BE49-F238E27FC236}">
                <a16:creationId xmlns:a16="http://schemas.microsoft.com/office/drawing/2014/main" id="{BA821EF6-809D-C83C-37B3-55C6DB987D45}"/>
              </a:ext>
            </a:extLst>
          </p:cNvPr>
          <p:cNvSpPr txBox="1"/>
          <p:nvPr/>
        </p:nvSpPr>
        <p:spPr>
          <a:xfrm>
            <a:off x="10521969" y="7379373"/>
            <a:ext cx="5926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p>
        </p:txBody>
      </p:sp>
      <p:sp>
        <p:nvSpPr>
          <p:cNvPr id="725" name="Rectangle 724">
            <a:extLst>
              <a:ext uri="{FF2B5EF4-FFF2-40B4-BE49-F238E27FC236}">
                <a16:creationId xmlns:a16="http://schemas.microsoft.com/office/drawing/2014/main" id="{56E37C8E-D614-3AC0-F2C0-38D1A3EA2CA9}"/>
              </a:ext>
            </a:extLst>
          </p:cNvPr>
          <p:cNvSpPr/>
          <p:nvPr/>
        </p:nvSpPr>
        <p:spPr>
          <a:xfrm>
            <a:off x="10242822" y="5833739"/>
            <a:ext cx="1280365" cy="83181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26" name="TextBox 725">
            <a:extLst>
              <a:ext uri="{FF2B5EF4-FFF2-40B4-BE49-F238E27FC236}">
                <a16:creationId xmlns:a16="http://schemas.microsoft.com/office/drawing/2014/main" id="{29D9D9DA-C5EA-8CB2-816E-9D95DA03C9F2}"/>
              </a:ext>
            </a:extLst>
          </p:cNvPr>
          <p:cNvSpPr txBox="1"/>
          <p:nvPr/>
        </p:nvSpPr>
        <p:spPr>
          <a:xfrm>
            <a:off x="10070472" y="5804182"/>
            <a:ext cx="110491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Src</a:t>
            </a:r>
            <a:r>
              <a:rPr lang="en-US" sz="1000" b="0"/>
              <a:t> Module</a:t>
            </a:r>
            <a:endParaRPr kumimoji="0" lang="en-US" sz="1000" b="0" i="0" u="none" strike="noStrike" cap="none" spc="0" normalizeH="0" baseline="0">
              <a:ln>
                <a:noFill/>
              </a:ln>
              <a:solidFill>
                <a:srgbClr val="4C4C4C"/>
              </a:solidFill>
              <a:effectLst/>
              <a:uFillTx/>
              <a:sym typeface="Source Sans Pro"/>
            </a:endParaRPr>
          </a:p>
        </p:txBody>
      </p:sp>
      <p:sp>
        <p:nvSpPr>
          <p:cNvPr id="727" name="Rectangle 726">
            <a:extLst>
              <a:ext uri="{FF2B5EF4-FFF2-40B4-BE49-F238E27FC236}">
                <a16:creationId xmlns:a16="http://schemas.microsoft.com/office/drawing/2014/main" id="{33B6371B-2E87-C0A7-F3E9-742F4D4E8839}"/>
              </a:ext>
            </a:extLst>
          </p:cNvPr>
          <p:cNvSpPr/>
          <p:nvPr/>
        </p:nvSpPr>
        <p:spPr>
          <a:xfrm>
            <a:off x="10241300" y="5833739"/>
            <a:ext cx="788844"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29" name="TextBox 728">
            <a:extLst>
              <a:ext uri="{FF2B5EF4-FFF2-40B4-BE49-F238E27FC236}">
                <a16:creationId xmlns:a16="http://schemas.microsoft.com/office/drawing/2014/main" id="{4530177F-6C43-FDFD-A664-B8C15C33DAF9}"/>
              </a:ext>
            </a:extLst>
          </p:cNvPr>
          <p:cNvSpPr txBox="1"/>
          <p:nvPr/>
        </p:nvSpPr>
        <p:spPr>
          <a:xfrm>
            <a:off x="10526598" y="6256610"/>
            <a:ext cx="5926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p>
        </p:txBody>
      </p:sp>
      <p:sp>
        <p:nvSpPr>
          <p:cNvPr id="734" name="Rectangle 733">
            <a:extLst>
              <a:ext uri="{FF2B5EF4-FFF2-40B4-BE49-F238E27FC236}">
                <a16:creationId xmlns:a16="http://schemas.microsoft.com/office/drawing/2014/main" id="{17AD7D07-C9DE-F1EB-D61E-341458F5E931}"/>
              </a:ext>
            </a:extLst>
          </p:cNvPr>
          <p:cNvSpPr/>
          <p:nvPr/>
        </p:nvSpPr>
        <p:spPr>
          <a:xfrm>
            <a:off x="10234316" y="4722280"/>
            <a:ext cx="1280996" cy="83181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35" name="TextBox 734">
            <a:extLst>
              <a:ext uri="{FF2B5EF4-FFF2-40B4-BE49-F238E27FC236}">
                <a16:creationId xmlns:a16="http://schemas.microsoft.com/office/drawing/2014/main" id="{325DE0B3-2C28-2497-8B11-8E7C4A37BCCD}"/>
              </a:ext>
            </a:extLst>
          </p:cNvPr>
          <p:cNvSpPr txBox="1"/>
          <p:nvPr/>
        </p:nvSpPr>
        <p:spPr>
          <a:xfrm>
            <a:off x="10234316" y="4702635"/>
            <a:ext cx="95469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736" name="Rectangle 735">
            <a:extLst>
              <a:ext uri="{FF2B5EF4-FFF2-40B4-BE49-F238E27FC236}">
                <a16:creationId xmlns:a16="http://schemas.microsoft.com/office/drawing/2014/main" id="{0A28306D-8D84-8D2F-B663-B7FDCAF4F267}"/>
              </a:ext>
            </a:extLst>
          </p:cNvPr>
          <p:cNvSpPr/>
          <p:nvPr/>
        </p:nvSpPr>
        <p:spPr>
          <a:xfrm>
            <a:off x="10232793" y="4722280"/>
            <a:ext cx="956215"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37" name="TextBox 736">
            <a:extLst>
              <a:ext uri="{FF2B5EF4-FFF2-40B4-BE49-F238E27FC236}">
                <a16:creationId xmlns:a16="http://schemas.microsoft.com/office/drawing/2014/main" id="{14BF2E40-B611-3C0D-8841-799069AA3A30}"/>
              </a:ext>
            </a:extLst>
          </p:cNvPr>
          <p:cNvSpPr txBox="1"/>
          <p:nvPr/>
        </p:nvSpPr>
        <p:spPr>
          <a:xfrm>
            <a:off x="10518091" y="514515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p>
        </p:txBody>
      </p:sp>
      <p:sp>
        <p:nvSpPr>
          <p:cNvPr id="738" name="Rectangle 737">
            <a:extLst>
              <a:ext uri="{FF2B5EF4-FFF2-40B4-BE49-F238E27FC236}">
                <a16:creationId xmlns:a16="http://schemas.microsoft.com/office/drawing/2014/main" id="{A296BC06-1195-A20F-AD5B-48935055CEE9}"/>
              </a:ext>
            </a:extLst>
          </p:cNvPr>
          <p:cNvSpPr/>
          <p:nvPr/>
        </p:nvSpPr>
        <p:spPr>
          <a:xfrm>
            <a:off x="10720931" y="3443130"/>
            <a:ext cx="1239990" cy="83181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39" name="TextBox 738">
            <a:extLst>
              <a:ext uri="{FF2B5EF4-FFF2-40B4-BE49-F238E27FC236}">
                <a16:creationId xmlns:a16="http://schemas.microsoft.com/office/drawing/2014/main" id="{04B31A20-7223-C11D-EE80-9755F73629BB}"/>
              </a:ext>
            </a:extLst>
          </p:cNvPr>
          <p:cNvSpPr txBox="1"/>
          <p:nvPr/>
        </p:nvSpPr>
        <p:spPr>
          <a:xfrm>
            <a:off x="10720931" y="3423485"/>
            <a:ext cx="95469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Tables</a:t>
            </a:r>
            <a:endParaRPr kumimoji="0" lang="en-US" sz="1000" b="0" i="0" u="none" strike="noStrike" cap="none" spc="0" normalizeH="0" baseline="0" dirty="0">
              <a:ln>
                <a:noFill/>
              </a:ln>
              <a:solidFill>
                <a:srgbClr val="4C4C4C"/>
              </a:solidFill>
              <a:effectLst/>
              <a:uFillTx/>
              <a:sym typeface="Source Sans Pro"/>
            </a:endParaRPr>
          </a:p>
        </p:txBody>
      </p:sp>
      <p:sp>
        <p:nvSpPr>
          <p:cNvPr id="740" name="Rectangle 739">
            <a:extLst>
              <a:ext uri="{FF2B5EF4-FFF2-40B4-BE49-F238E27FC236}">
                <a16:creationId xmlns:a16="http://schemas.microsoft.com/office/drawing/2014/main" id="{70411C65-1B0D-A6D1-6D24-CDA75BB48827}"/>
              </a:ext>
            </a:extLst>
          </p:cNvPr>
          <p:cNvSpPr/>
          <p:nvPr/>
        </p:nvSpPr>
        <p:spPr>
          <a:xfrm>
            <a:off x="10719408" y="3443130"/>
            <a:ext cx="956215"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42" name="Rectangle 741">
            <a:extLst>
              <a:ext uri="{FF2B5EF4-FFF2-40B4-BE49-F238E27FC236}">
                <a16:creationId xmlns:a16="http://schemas.microsoft.com/office/drawing/2014/main" id="{6BE3E482-313A-0C87-FA1B-6987912995E5}"/>
              </a:ext>
            </a:extLst>
          </p:cNvPr>
          <p:cNvSpPr/>
          <p:nvPr/>
        </p:nvSpPr>
        <p:spPr>
          <a:xfrm>
            <a:off x="11189008" y="2216425"/>
            <a:ext cx="1239990" cy="83181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43" name="TextBox 742">
            <a:extLst>
              <a:ext uri="{FF2B5EF4-FFF2-40B4-BE49-F238E27FC236}">
                <a16:creationId xmlns:a16="http://schemas.microsoft.com/office/drawing/2014/main" id="{3F5C5302-F510-7954-3C7D-812D094592BF}"/>
              </a:ext>
            </a:extLst>
          </p:cNvPr>
          <p:cNvSpPr txBox="1"/>
          <p:nvPr/>
        </p:nvSpPr>
        <p:spPr>
          <a:xfrm>
            <a:off x="11189008" y="2196780"/>
            <a:ext cx="95469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Data</a:t>
            </a:r>
            <a:endParaRPr kumimoji="0" lang="en-US" sz="1000" b="0" i="0" u="none" strike="noStrike" cap="none" spc="0" normalizeH="0" baseline="0" dirty="0">
              <a:ln>
                <a:noFill/>
              </a:ln>
              <a:solidFill>
                <a:srgbClr val="4C4C4C"/>
              </a:solidFill>
              <a:effectLst/>
              <a:uFillTx/>
              <a:sym typeface="Source Sans Pro"/>
            </a:endParaRPr>
          </a:p>
        </p:txBody>
      </p:sp>
      <p:sp>
        <p:nvSpPr>
          <p:cNvPr id="744" name="Rectangle 743">
            <a:extLst>
              <a:ext uri="{FF2B5EF4-FFF2-40B4-BE49-F238E27FC236}">
                <a16:creationId xmlns:a16="http://schemas.microsoft.com/office/drawing/2014/main" id="{F1F73529-0FBC-3471-3A48-E69BE32F1873}"/>
              </a:ext>
            </a:extLst>
          </p:cNvPr>
          <p:cNvSpPr/>
          <p:nvPr/>
        </p:nvSpPr>
        <p:spPr>
          <a:xfrm>
            <a:off x="11187485" y="2216425"/>
            <a:ext cx="956215"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45" name="TextBox 744">
            <a:extLst>
              <a:ext uri="{FF2B5EF4-FFF2-40B4-BE49-F238E27FC236}">
                <a16:creationId xmlns:a16="http://schemas.microsoft.com/office/drawing/2014/main" id="{3CE83162-0037-9880-E874-B84AE5105BA9}"/>
              </a:ext>
            </a:extLst>
          </p:cNvPr>
          <p:cNvSpPr txBox="1"/>
          <p:nvPr/>
        </p:nvSpPr>
        <p:spPr>
          <a:xfrm>
            <a:off x="11472783" y="263929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p>
        </p:txBody>
      </p:sp>
      <p:cxnSp>
        <p:nvCxnSpPr>
          <p:cNvPr id="746" name="Straight Connector 745">
            <a:extLst>
              <a:ext uri="{FF2B5EF4-FFF2-40B4-BE49-F238E27FC236}">
                <a16:creationId xmlns:a16="http://schemas.microsoft.com/office/drawing/2014/main" id="{B1F966ED-899C-16F6-D1FC-81AEBD0744B0}"/>
              </a:ext>
            </a:extLst>
          </p:cNvPr>
          <p:cNvCxnSpPr>
            <a:cxnSpLocks/>
          </p:cNvCxnSpPr>
          <p:nvPr/>
        </p:nvCxnSpPr>
        <p:spPr>
          <a:xfrm flipH="1">
            <a:off x="10230232" y="2212867"/>
            <a:ext cx="957253" cy="2534047"/>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752" name="Straight Connector 751">
            <a:extLst>
              <a:ext uri="{FF2B5EF4-FFF2-40B4-BE49-F238E27FC236}">
                <a16:creationId xmlns:a16="http://schemas.microsoft.com/office/drawing/2014/main" id="{DD4EF260-BE0C-8169-6A77-6E501DB17097}"/>
              </a:ext>
            </a:extLst>
          </p:cNvPr>
          <p:cNvCxnSpPr>
            <a:cxnSpLocks/>
          </p:cNvCxnSpPr>
          <p:nvPr/>
        </p:nvCxnSpPr>
        <p:spPr>
          <a:xfrm flipH="1">
            <a:off x="11537146" y="3048244"/>
            <a:ext cx="914474" cy="2526895"/>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754" name="Straight Connector 753">
            <a:extLst>
              <a:ext uri="{FF2B5EF4-FFF2-40B4-BE49-F238E27FC236}">
                <a16:creationId xmlns:a16="http://schemas.microsoft.com/office/drawing/2014/main" id="{003B8BC9-905B-7379-292B-CC9DD24F71BD}"/>
              </a:ext>
            </a:extLst>
          </p:cNvPr>
          <p:cNvCxnSpPr>
            <a:cxnSpLocks/>
          </p:cNvCxnSpPr>
          <p:nvPr/>
        </p:nvCxnSpPr>
        <p:spPr>
          <a:xfrm flipH="1">
            <a:off x="11030144" y="3026151"/>
            <a:ext cx="162948" cy="425105"/>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757" name="Straight Connector 756">
            <a:extLst>
              <a:ext uri="{FF2B5EF4-FFF2-40B4-BE49-F238E27FC236}">
                <a16:creationId xmlns:a16="http://schemas.microsoft.com/office/drawing/2014/main" id="{2E3C31A4-C824-3739-D401-B41A0E34E8C9}"/>
              </a:ext>
            </a:extLst>
          </p:cNvPr>
          <p:cNvCxnSpPr>
            <a:cxnSpLocks/>
          </p:cNvCxnSpPr>
          <p:nvPr/>
        </p:nvCxnSpPr>
        <p:spPr>
          <a:xfrm flipH="1">
            <a:off x="10542869" y="4271186"/>
            <a:ext cx="194365" cy="446430"/>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graphicFrame>
        <p:nvGraphicFramePr>
          <p:cNvPr id="767" name="Table">
            <a:extLst>
              <a:ext uri="{FF2B5EF4-FFF2-40B4-BE49-F238E27FC236}">
                <a16:creationId xmlns:a16="http://schemas.microsoft.com/office/drawing/2014/main" id="{D0915B0C-46CC-6203-B31B-6CBF24F14ADA}"/>
              </a:ext>
            </a:extLst>
          </p:cNvPr>
          <p:cNvGraphicFramePr/>
          <p:nvPr>
            <p:extLst>
              <p:ext uri="{D42A27DB-BD31-4B8C-83A1-F6EECF244321}">
                <p14:modId xmlns:p14="http://schemas.microsoft.com/office/powerpoint/2010/main" val="582078855"/>
              </p:ext>
            </p:extLst>
          </p:nvPr>
        </p:nvGraphicFramePr>
        <p:xfrm>
          <a:off x="10894920" y="3775996"/>
          <a:ext cx="306944" cy="44586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pic>
        <p:nvPicPr>
          <p:cNvPr id="768" name="Picture 767">
            <a:extLst>
              <a:ext uri="{FF2B5EF4-FFF2-40B4-BE49-F238E27FC236}">
                <a16:creationId xmlns:a16="http://schemas.microsoft.com/office/drawing/2014/main" id="{1E584726-1810-723F-F169-4227F3F64BF0}"/>
              </a:ext>
            </a:extLst>
          </p:cNvPr>
          <p:cNvPicPr>
            <a:picLocks noChangeAspect="1"/>
          </p:cNvPicPr>
          <p:nvPr/>
        </p:nvPicPr>
        <p:blipFill>
          <a:blip r:embed="rId13"/>
          <a:stretch>
            <a:fillRect/>
          </a:stretch>
        </p:blipFill>
        <p:spPr>
          <a:xfrm>
            <a:off x="10830960" y="3743989"/>
            <a:ext cx="429653" cy="585629"/>
          </a:xfrm>
          <a:prstGeom prst="rect">
            <a:avLst/>
          </a:prstGeom>
        </p:spPr>
      </p:pic>
      <p:cxnSp>
        <p:nvCxnSpPr>
          <p:cNvPr id="771" name="Straight Arrow Connector 770">
            <a:extLst>
              <a:ext uri="{FF2B5EF4-FFF2-40B4-BE49-F238E27FC236}">
                <a16:creationId xmlns:a16="http://schemas.microsoft.com/office/drawing/2014/main" id="{F4040A63-A975-1DC9-1707-FA643BD6B931}"/>
              </a:ext>
            </a:extLst>
          </p:cNvPr>
          <p:cNvCxnSpPr>
            <a:cxnSpLocks/>
            <a:stCxn id="554" idx="3"/>
            <a:endCxn id="715" idx="0"/>
          </p:cNvCxnSpPr>
          <p:nvPr/>
        </p:nvCxnSpPr>
        <p:spPr>
          <a:xfrm>
            <a:off x="8060913" y="3960006"/>
            <a:ext cx="1114710" cy="2529487"/>
          </a:xfrm>
          <a:prstGeom prst="straightConnector1">
            <a:avLst/>
          </a:prstGeom>
          <a:noFill/>
          <a:ln w="25400"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774" name="Straight Arrow Connector 773">
            <a:extLst>
              <a:ext uri="{FF2B5EF4-FFF2-40B4-BE49-F238E27FC236}">
                <a16:creationId xmlns:a16="http://schemas.microsoft.com/office/drawing/2014/main" id="{5D5836CF-07B7-053A-34F2-2117D324B853}"/>
              </a:ext>
            </a:extLst>
          </p:cNvPr>
          <p:cNvCxnSpPr>
            <a:cxnSpLocks/>
            <a:stCxn id="768" idx="1"/>
            <a:endCxn id="715" idx="0"/>
          </p:cNvCxnSpPr>
          <p:nvPr/>
        </p:nvCxnSpPr>
        <p:spPr>
          <a:xfrm flipH="1">
            <a:off x="9175623" y="4036804"/>
            <a:ext cx="1655337" cy="2452689"/>
          </a:xfrm>
          <a:prstGeom prst="straightConnector1">
            <a:avLst/>
          </a:prstGeom>
          <a:noFill/>
          <a:ln w="25400"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779" name="Straight Connector 778">
            <a:extLst>
              <a:ext uri="{FF2B5EF4-FFF2-40B4-BE49-F238E27FC236}">
                <a16:creationId xmlns:a16="http://schemas.microsoft.com/office/drawing/2014/main" id="{79B76451-1E73-442E-AD67-580879955CA6}"/>
              </a:ext>
            </a:extLst>
          </p:cNvPr>
          <p:cNvCxnSpPr>
            <a:cxnSpLocks/>
          </p:cNvCxnSpPr>
          <p:nvPr/>
        </p:nvCxnSpPr>
        <p:spPr>
          <a:xfrm>
            <a:off x="-295056" y="9433309"/>
            <a:ext cx="875" cy="44389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808" name="Layout Suggestions">
            <a:extLst>
              <a:ext uri="{FF2B5EF4-FFF2-40B4-BE49-F238E27FC236}">
                <a16:creationId xmlns:a16="http://schemas.microsoft.com/office/drawing/2014/main" id="{8C8826C5-FF81-B81A-720D-ECD272D88EB3}"/>
              </a:ext>
            </a:extLst>
          </p:cNvPr>
          <p:cNvSpPr txBox="1"/>
          <p:nvPr/>
        </p:nvSpPr>
        <p:spPr>
          <a:xfrm>
            <a:off x="209573" y="1554186"/>
            <a:ext cx="13497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sp>
        <p:nvSpPr>
          <p:cNvPr id="809" name="TextBox 808">
            <a:extLst>
              <a:ext uri="{FF2B5EF4-FFF2-40B4-BE49-F238E27FC236}">
                <a16:creationId xmlns:a16="http://schemas.microsoft.com/office/drawing/2014/main" id="{A612DF10-E622-0312-E16D-7CF0CEB20A3C}"/>
              </a:ext>
            </a:extLst>
          </p:cNvPr>
          <p:cNvSpPr txBox="1"/>
          <p:nvPr/>
        </p:nvSpPr>
        <p:spPr>
          <a:xfrm>
            <a:off x="181356" y="1946142"/>
            <a:ext cx="2740443" cy="179784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the download and analysis of multiple sources, such as Git, Jira, and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Github</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With abstraction users shouldn’t need to understand how sources connect. When merges do not work abstraction as leads to the columns that connect between sources are not always explicit which is what the table layer MySQL work</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810" name="Layout Suggestions">
            <a:extLst>
              <a:ext uri="{FF2B5EF4-FFF2-40B4-BE49-F238E27FC236}">
                <a16:creationId xmlns:a16="http://schemas.microsoft.com/office/drawing/2014/main" id="{C2E3B6A0-AD80-5A96-9A7D-20C762921402}"/>
              </a:ext>
            </a:extLst>
          </p:cNvPr>
          <p:cNvSpPr txBox="1"/>
          <p:nvPr/>
        </p:nvSpPr>
        <p:spPr>
          <a:xfrm>
            <a:off x="119654" y="8096861"/>
            <a:ext cx="2919175"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Connecting Sources</a:t>
            </a:r>
          </a:p>
        </p:txBody>
      </p:sp>
      <p:sp>
        <p:nvSpPr>
          <p:cNvPr id="817" name="TextBox 816">
            <a:extLst>
              <a:ext uri="{FF2B5EF4-FFF2-40B4-BE49-F238E27FC236}">
                <a16:creationId xmlns:a16="http://schemas.microsoft.com/office/drawing/2014/main" id="{ED823885-4AE4-B89F-146E-4CD92FC45908}"/>
              </a:ext>
            </a:extLst>
          </p:cNvPr>
          <p:cNvSpPr txBox="1"/>
          <p:nvPr/>
        </p:nvSpPr>
        <p:spPr>
          <a:xfrm>
            <a:off x="12650525" y="2422797"/>
            <a:ext cx="85084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Data Layer</a:t>
            </a:r>
            <a:endParaRPr kumimoji="0" lang="en-US" sz="1000" b="0" i="0" u="none" strike="noStrike" cap="none" spc="0" normalizeH="0" baseline="0">
              <a:ln>
                <a:noFill/>
              </a:ln>
              <a:solidFill>
                <a:srgbClr val="4C4C4C"/>
              </a:solidFill>
              <a:effectLst/>
              <a:uFillTx/>
              <a:sym typeface="Source Sans Pro"/>
            </a:endParaRPr>
          </a:p>
        </p:txBody>
      </p:sp>
      <p:sp>
        <p:nvSpPr>
          <p:cNvPr id="818" name="TextBox 817">
            <a:extLst>
              <a:ext uri="{FF2B5EF4-FFF2-40B4-BE49-F238E27FC236}">
                <a16:creationId xmlns:a16="http://schemas.microsoft.com/office/drawing/2014/main" id="{0BDCA9E6-75F6-B2EF-1438-C36719998C67}"/>
              </a:ext>
            </a:extLst>
          </p:cNvPr>
          <p:cNvSpPr txBox="1"/>
          <p:nvPr/>
        </p:nvSpPr>
        <p:spPr>
          <a:xfrm>
            <a:off x="12541009" y="3668824"/>
            <a:ext cx="78168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Table layer</a:t>
            </a:r>
            <a:endParaRPr kumimoji="0" lang="en-US" sz="1000" b="0" i="0" u="none" strike="noStrike" cap="none" spc="0" normalizeH="0" baseline="0" dirty="0">
              <a:ln>
                <a:noFill/>
              </a:ln>
              <a:solidFill>
                <a:srgbClr val="4C4C4C"/>
              </a:solidFill>
              <a:effectLst/>
              <a:uFillTx/>
              <a:sym typeface="Source Sans Pro"/>
            </a:endParaRPr>
          </a:p>
        </p:txBody>
      </p:sp>
      <p:sp>
        <p:nvSpPr>
          <p:cNvPr id="819" name="TextBox 818">
            <a:extLst>
              <a:ext uri="{FF2B5EF4-FFF2-40B4-BE49-F238E27FC236}">
                <a16:creationId xmlns:a16="http://schemas.microsoft.com/office/drawing/2014/main" id="{AE5953D7-9B17-CA05-54C3-5580ABF9A26E}"/>
              </a:ext>
            </a:extLst>
          </p:cNvPr>
          <p:cNvSpPr txBox="1"/>
          <p:nvPr/>
        </p:nvSpPr>
        <p:spPr>
          <a:xfrm>
            <a:off x="12168177" y="6056629"/>
            <a:ext cx="91447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820" name="TextBox 819">
            <a:extLst>
              <a:ext uri="{FF2B5EF4-FFF2-40B4-BE49-F238E27FC236}">
                <a16:creationId xmlns:a16="http://schemas.microsoft.com/office/drawing/2014/main" id="{8406E178-10A5-E8FF-8731-DD73092438E4}"/>
              </a:ext>
            </a:extLst>
          </p:cNvPr>
          <p:cNvSpPr txBox="1"/>
          <p:nvPr/>
        </p:nvSpPr>
        <p:spPr>
          <a:xfrm>
            <a:off x="12335729" y="8091024"/>
            <a:ext cx="83752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834" name="Line">
            <a:extLst>
              <a:ext uri="{FF2B5EF4-FFF2-40B4-BE49-F238E27FC236}">
                <a16:creationId xmlns:a16="http://schemas.microsoft.com/office/drawing/2014/main" id="{773EEA99-4FC6-749D-006E-0A026B92197C}"/>
              </a:ext>
            </a:extLst>
          </p:cNvPr>
          <p:cNvSpPr/>
          <p:nvPr/>
        </p:nvSpPr>
        <p:spPr>
          <a:xfrm flipV="1">
            <a:off x="12628496" y="2212867"/>
            <a:ext cx="0" cy="778817"/>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pic>
        <p:nvPicPr>
          <p:cNvPr id="836" name="Picture 835">
            <a:extLst>
              <a:ext uri="{FF2B5EF4-FFF2-40B4-BE49-F238E27FC236}">
                <a16:creationId xmlns:a16="http://schemas.microsoft.com/office/drawing/2014/main" id="{BEEE824E-C8A4-A943-8AFD-7FEA607F989E}"/>
              </a:ext>
            </a:extLst>
          </p:cNvPr>
          <p:cNvPicPr>
            <a:picLocks noChangeAspect="1"/>
          </p:cNvPicPr>
          <p:nvPr/>
        </p:nvPicPr>
        <p:blipFill>
          <a:blip r:embed="rId14"/>
          <a:stretch>
            <a:fillRect/>
          </a:stretch>
        </p:blipFill>
        <p:spPr>
          <a:xfrm>
            <a:off x="12476831" y="3443130"/>
            <a:ext cx="12193" cy="786452"/>
          </a:xfrm>
          <a:prstGeom prst="rect">
            <a:avLst/>
          </a:prstGeom>
        </p:spPr>
      </p:pic>
      <p:sp>
        <p:nvSpPr>
          <p:cNvPr id="837" name="Line">
            <a:extLst>
              <a:ext uri="{FF2B5EF4-FFF2-40B4-BE49-F238E27FC236}">
                <a16:creationId xmlns:a16="http://schemas.microsoft.com/office/drawing/2014/main" id="{BCA0CA87-50EE-F819-4D80-5960F497BCB0}"/>
              </a:ext>
            </a:extLst>
          </p:cNvPr>
          <p:cNvSpPr/>
          <p:nvPr/>
        </p:nvSpPr>
        <p:spPr>
          <a:xfrm flipV="1">
            <a:off x="11984836" y="4689848"/>
            <a:ext cx="0" cy="323593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838" name="Line">
            <a:extLst>
              <a:ext uri="{FF2B5EF4-FFF2-40B4-BE49-F238E27FC236}">
                <a16:creationId xmlns:a16="http://schemas.microsoft.com/office/drawing/2014/main" id="{D94D2A49-8BAA-744C-5B77-643530D85F43}"/>
              </a:ext>
            </a:extLst>
          </p:cNvPr>
          <p:cNvSpPr/>
          <p:nvPr/>
        </p:nvSpPr>
        <p:spPr>
          <a:xfrm flipH="1" flipV="1">
            <a:off x="12143698" y="6735802"/>
            <a:ext cx="1" cy="2644241"/>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cxnSp>
        <p:nvCxnSpPr>
          <p:cNvPr id="843" name="Straight Connector 842">
            <a:extLst>
              <a:ext uri="{FF2B5EF4-FFF2-40B4-BE49-F238E27FC236}">
                <a16:creationId xmlns:a16="http://schemas.microsoft.com/office/drawing/2014/main" id="{DCE10032-A92F-80C5-3A05-6C34DDFED839}"/>
              </a:ext>
            </a:extLst>
          </p:cNvPr>
          <p:cNvCxnSpPr>
            <a:cxnSpLocks/>
          </p:cNvCxnSpPr>
          <p:nvPr/>
        </p:nvCxnSpPr>
        <p:spPr>
          <a:xfrm flipH="1">
            <a:off x="11960921" y="3048244"/>
            <a:ext cx="137635" cy="403012"/>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846" name="Straight Connector 845">
            <a:extLst>
              <a:ext uri="{FF2B5EF4-FFF2-40B4-BE49-F238E27FC236}">
                <a16:creationId xmlns:a16="http://schemas.microsoft.com/office/drawing/2014/main" id="{E188E78F-84D5-AC49-7944-5AD0B1952D88}"/>
              </a:ext>
            </a:extLst>
          </p:cNvPr>
          <p:cNvCxnSpPr>
            <a:cxnSpLocks/>
          </p:cNvCxnSpPr>
          <p:nvPr/>
        </p:nvCxnSpPr>
        <p:spPr>
          <a:xfrm flipH="1">
            <a:off x="11496038" y="4301402"/>
            <a:ext cx="164266" cy="424389"/>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sp>
        <p:nvSpPr>
          <p:cNvPr id="863" name="Layout Suggestions">
            <a:extLst>
              <a:ext uri="{FF2B5EF4-FFF2-40B4-BE49-F238E27FC236}">
                <a16:creationId xmlns:a16="http://schemas.microsoft.com/office/drawing/2014/main" id="{87AF4CAA-9006-3F46-0ED2-0225636AFA67}"/>
              </a:ext>
            </a:extLst>
          </p:cNvPr>
          <p:cNvSpPr txBox="1"/>
          <p:nvPr/>
        </p:nvSpPr>
        <p:spPr>
          <a:xfrm>
            <a:off x="3634263" y="1532685"/>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cxnSp>
        <p:nvCxnSpPr>
          <p:cNvPr id="894" name="Straight Arrow Connector 893">
            <a:extLst>
              <a:ext uri="{FF2B5EF4-FFF2-40B4-BE49-F238E27FC236}">
                <a16:creationId xmlns:a16="http://schemas.microsoft.com/office/drawing/2014/main" id="{E8B44F9A-A399-B2A2-53BB-C01A51C4CD48}"/>
              </a:ext>
            </a:extLst>
          </p:cNvPr>
          <p:cNvCxnSpPr>
            <a:cxnSpLocks/>
          </p:cNvCxnSpPr>
          <p:nvPr/>
        </p:nvCxnSpPr>
        <p:spPr>
          <a:xfrm flipH="1">
            <a:off x="6435607" y="6009471"/>
            <a:ext cx="21524" cy="429786"/>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942" name="TextBox 941">
            <a:extLst>
              <a:ext uri="{FF2B5EF4-FFF2-40B4-BE49-F238E27FC236}">
                <a16:creationId xmlns:a16="http://schemas.microsoft.com/office/drawing/2014/main" id="{54DE868A-4297-B137-644C-5F2637276107}"/>
              </a:ext>
            </a:extLst>
          </p:cNvPr>
          <p:cNvSpPr txBox="1"/>
          <p:nvPr/>
        </p:nvSpPr>
        <p:spPr>
          <a:xfrm>
            <a:off x="146718" y="8465594"/>
            <a:ext cx="2740443" cy="132079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fontAlgn="base"/>
            <a:r>
              <a:rPr lang="en-US" b="0" dirty="0">
                <a:solidFill>
                  <a:schemeClr val="bg2">
                    <a:lumMod val="10000"/>
                  </a:schemeClr>
                </a:solidFill>
              </a:rPr>
              <a:t>Modules are connected across in the table layer using special notebooks.</a:t>
            </a:r>
          </a:p>
          <a:p>
            <a:pPr fontAlgn="base"/>
            <a:endParaRPr lang="en-US" b="0" dirty="0">
              <a:solidFill>
                <a:schemeClr val="bg2">
                  <a:lumMod val="10000"/>
                </a:schemeClr>
              </a:solidFill>
            </a:endParaRPr>
          </a:p>
          <a:p>
            <a:pPr fontAlgn="base"/>
            <a:r>
              <a:rPr lang="en-US" b="0" dirty="0">
                <a:solidFill>
                  <a:schemeClr val="bg2">
                    <a:lumMod val="10000"/>
                  </a:schemeClr>
                </a:solidFill>
              </a:rPr>
              <a:t>Tables can exist outside a module if they combine two different sources.</a:t>
            </a:r>
          </a:p>
          <a:p>
            <a:r>
              <a:rPr lang="en-US" b="0" dirty="0">
                <a:solidFill>
                  <a:schemeClr val="bg2">
                    <a:lumMod val="10000"/>
                  </a:schemeClr>
                </a:solidFill>
                <a:sym typeface="Source Sans Pro Light"/>
              </a:rPr>
              <a:t> </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945" name="Layout Suggestions">
            <a:extLst>
              <a:ext uri="{FF2B5EF4-FFF2-40B4-BE49-F238E27FC236}">
                <a16:creationId xmlns:a16="http://schemas.microsoft.com/office/drawing/2014/main" id="{CEDA73BA-FF8A-87DF-808E-E74EDB6C0B69}"/>
              </a:ext>
            </a:extLst>
          </p:cNvPr>
          <p:cNvSpPr txBox="1"/>
          <p:nvPr/>
        </p:nvSpPr>
        <p:spPr>
          <a:xfrm>
            <a:off x="170343" y="3890608"/>
            <a:ext cx="2919175"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Structure </a:t>
            </a:r>
          </a:p>
        </p:txBody>
      </p:sp>
      <p:sp>
        <p:nvSpPr>
          <p:cNvPr id="946" name="TextBox 945">
            <a:extLst>
              <a:ext uri="{FF2B5EF4-FFF2-40B4-BE49-F238E27FC236}">
                <a16:creationId xmlns:a16="http://schemas.microsoft.com/office/drawing/2014/main" id="{99BFFD9F-D40C-7532-AD24-10113B4EDB1E}"/>
              </a:ext>
            </a:extLst>
          </p:cNvPr>
          <p:cNvSpPr txBox="1"/>
          <p:nvPr/>
        </p:nvSpPr>
        <p:spPr>
          <a:xfrm>
            <a:off x="146718" y="4293762"/>
            <a:ext cx="2740443" cy="3829173"/>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fontAlgn="base"/>
            <a:r>
              <a:rPr lang="en-US" dirty="0">
                <a:solidFill>
                  <a:schemeClr val="bg2">
                    <a:lumMod val="10000"/>
                  </a:schemeClr>
                </a:solidFill>
              </a:rPr>
              <a:t>Users</a:t>
            </a:r>
            <a:r>
              <a:rPr lang="en-US" b="0" dirty="0">
                <a:solidFill>
                  <a:schemeClr val="bg2">
                    <a:lumMod val="10000"/>
                  </a:schemeClr>
                </a:solidFill>
              </a:rPr>
              <a:t> access a specific module depending on the source (Jira, gitlog, mailing list) either by writing code in a notebook (.</a:t>
            </a:r>
            <a:r>
              <a:rPr lang="en-US" b="0" dirty="0" err="1">
                <a:solidFill>
                  <a:schemeClr val="bg2">
                    <a:lumMod val="10000"/>
                  </a:schemeClr>
                </a:solidFill>
              </a:rPr>
              <a:t>Rmd</a:t>
            </a:r>
            <a:r>
              <a:rPr lang="en-US" b="0" dirty="0">
                <a:solidFill>
                  <a:schemeClr val="bg2">
                    <a:lumMod val="10000"/>
                  </a:schemeClr>
                </a:solidFill>
              </a:rPr>
              <a:t>) or command line interface (exec).</a:t>
            </a:r>
            <a:br>
              <a:rPr lang="en-US" b="0" dirty="0">
                <a:solidFill>
                  <a:schemeClr val="bg2">
                    <a:lumMod val="10000"/>
                  </a:schemeClr>
                </a:solidFill>
              </a:rPr>
            </a:br>
            <a:br>
              <a:rPr lang="en-US" dirty="0">
                <a:solidFill>
                  <a:schemeClr val="bg2">
                    <a:lumMod val="10000"/>
                  </a:schemeClr>
                </a:solidFill>
              </a:rPr>
            </a:br>
            <a:r>
              <a:rPr lang="en-US" dirty="0">
                <a:solidFill>
                  <a:schemeClr val="bg2">
                    <a:lumMod val="10000"/>
                  </a:schemeClr>
                </a:solidFill>
              </a:rPr>
              <a:t>Modules</a:t>
            </a:r>
            <a:r>
              <a:rPr lang="en-US" b="0" dirty="0">
                <a:solidFill>
                  <a:schemeClr val="bg2">
                    <a:lumMod val="10000"/>
                  </a:schemeClr>
                </a:solidFill>
              </a:rPr>
              <a:t> are an abstraction of files (.R, .Rd and .</a:t>
            </a:r>
            <a:r>
              <a:rPr lang="en-US" b="0" dirty="0" err="1">
                <a:solidFill>
                  <a:schemeClr val="bg2">
                    <a:lumMod val="10000"/>
                  </a:schemeClr>
                </a:solidFill>
              </a:rPr>
              <a:t>Rmd</a:t>
            </a:r>
            <a:r>
              <a:rPr lang="en-US" b="0" dirty="0">
                <a:solidFill>
                  <a:schemeClr val="bg2">
                    <a:lumMod val="10000"/>
                  </a:schemeClr>
                </a:solidFill>
              </a:rPr>
              <a:t>) that manipulate the same source.</a:t>
            </a:r>
            <a:br>
              <a:rPr lang="en-US" b="0" dirty="0">
                <a:solidFill>
                  <a:schemeClr val="bg2">
                    <a:lumMod val="10000"/>
                  </a:schemeClr>
                </a:solidFill>
              </a:rPr>
            </a:br>
            <a:br>
              <a:rPr lang="en-US" b="0" dirty="0">
                <a:solidFill>
                  <a:schemeClr val="bg2">
                    <a:lumMod val="10000"/>
                  </a:schemeClr>
                </a:solidFill>
              </a:rPr>
            </a:br>
            <a:r>
              <a:rPr lang="en-US" b="0" dirty="0">
                <a:solidFill>
                  <a:schemeClr val="bg2">
                    <a:lumMod val="10000"/>
                  </a:schemeClr>
                </a:solidFill>
              </a:rPr>
              <a:t>Each module generates </a:t>
            </a:r>
            <a:r>
              <a:rPr lang="en-US" dirty="0">
                <a:solidFill>
                  <a:schemeClr val="bg2">
                    <a:lumMod val="10000"/>
                  </a:schemeClr>
                </a:solidFill>
              </a:rPr>
              <a:t>tables</a:t>
            </a:r>
            <a:r>
              <a:rPr lang="en-US" b="0" dirty="0">
                <a:solidFill>
                  <a:schemeClr val="bg2">
                    <a:lumMod val="10000"/>
                  </a:schemeClr>
                </a:solidFill>
              </a:rPr>
              <a:t> from the </a:t>
            </a:r>
            <a:r>
              <a:rPr lang="en-US" dirty="0">
                <a:solidFill>
                  <a:schemeClr val="bg2">
                    <a:lumMod val="10000"/>
                  </a:schemeClr>
                </a:solidFill>
              </a:rPr>
              <a:t>raw data </a:t>
            </a:r>
            <a:r>
              <a:rPr lang="en-US" b="0" dirty="0">
                <a:solidFill>
                  <a:schemeClr val="bg2">
                    <a:lumMod val="10000"/>
                  </a:schemeClr>
                </a:solidFill>
              </a:rPr>
              <a:t>corresponding the source (.git, .</a:t>
            </a:r>
            <a:r>
              <a:rPr lang="en-US" b="0" dirty="0" err="1">
                <a:solidFill>
                  <a:schemeClr val="bg2">
                    <a:lumMod val="10000"/>
                  </a:schemeClr>
                </a:solidFill>
              </a:rPr>
              <a:t>json</a:t>
            </a:r>
            <a:r>
              <a:rPr lang="en-US" b="0" dirty="0">
                <a:solidFill>
                  <a:schemeClr val="bg2">
                    <a:lumMod val="10000"/>
                  </a:schemeClr>
                </a:solidFill>
              </a:rPr>
              <a:t>, .</a:t>
            </a:r>
            <a:r>
              <a:rPr lang="en-US" b="0" dirty="0" err="1">
                <a:solidFill>
                  <a:schemeClr val="bg2">
                    <a:lumMod val="10000"/>
                  </a:schemeClr>
                </a:solidFill>
              </a:rPr>
              <a:t>mobx</a:t>
            </a:r>
            <a:r>
              <a:rPr lang="en-US" b="0" dirty="0">
                <a:solidFill>
                  <a:schemeClr val="bg2">
                    <a:lumMod val="10000"/>
                  </a:schemeClr>
                </a:solidFill>
              </a:rPr>
              <a:t>). </a:t>
            </a:r>
            <a:br>
              <a:rPr lang="en-US" b="0" dirty="0">
                <a:solidFill>
                  <a:schemeClr val="bg2">
                    <a:lumMod val="10000"/>
                  </a:schemeClr>
                </a:solidFill>
              </a:rPr>
            </a:br>
            <a:br>
              <a:rPr lang="en-US" b="0" dirty="0">
                <a:solidFill>
                  <a:schemeClr val="bg2">
                    <a:lumMod val="10000"/>
                  </a:schemeClr>
                </a:solidFill>
              </a:rPr>
            </a:br>
            <a:r>
              <a:rPr lang="en-US" b="0" dirty="0">
                <a:solidFill>
                  <a:schemeClr val="bg2">
                    <a:lumMod val="10000"/>
                  </a:schemeClr>
                </a:solidFill>
              </a:rPr>
              <a:t>Tables have columns that are used to connect between sources (modules). Because these columns are used to connect between modules if analyzing a single module these columns might not seem important.</a:t>
            </a:r>
          </a:p>
        </p:txBody>
      </p:sp>
      <p:cxnSp>
        <p:nvCxnSpPr>
          <p:cNvPr id="949" name="Straight Arrow Connector 948">
            <a:extLst>
              <a:ext uri="{FF2B5EF4-FFF2-40B4-BE49-F238E27FC236}">
                <a16:creationId xmlns:a16="http://schemas.microsoft.com/office/drawing/2014/main" id="{CE0EDDDD-33BC-9A76-69EA-D65D9D3A5A39}"/>
              </a:ext>
            </a:extLst>
          </p:cNvPr>
          <p:cNvCxnSpPr>
            <a:cxnSpLocks/>
          </p:cNvCxnSpPr>
          <p:nvPr/>
        </p:nvCxnSpPr>
        <p:spPr>
          <a:xfrm flipV="1">
            <a:off x="13657572" y="2166239"/>
            <a:ext cx="0" cy="7236256"/>
          </a:xfrm>
          <a:prstGeom prst="straightConnector1">
            <a:avLst/>
          </a:prstGeom>
          <a:noFill/>
          <a:ln w="25400"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952" name="Picture 951">
            <a:extLst>
              <a:ext uri="{FF2B5EF4-FFF2-40B4-BE49-F238E27FC236}">
                <a16:creationId xmlns:a16="http://schemas.microsoft.com/office/drawing/2014/main" id="{EC2E6133-D331-9C0E-869D-BE8E52F668AD}"/>
              </a:ext>
            </a:extLst>
          </p:cNvPr>
          <p:cNvPicPr>
            <a:picLocks noChangeAspect="1"/>
          </p:cNvPicPr>
          <p:nvPr/>
        </p:nvPicPr>
        <p:blipFill>
          <a:blip r:embed="rId9"/>
          <a:stretch>
            <a:fillRect/>
          </a:stretch>
        </p:blipFill>
        <p:spPr>
          <a:xfrm>
            <a:off x="4711774" y="8545650"/>
            <a:ext cx="538060" cy="507646"/>
          </a:xfrm>
          <a:prstGeom prst="rect">
            <a:avLst/>
          </a:prstGeom>
        </p:spPr>
      </p:pic>
      <p:cxnSp>
        <p:nvCxnSpPr>
          <p:cNvPr id="953" name="Straight Arrow Connector 952">
            <a:extLst>
              <a:ext uri="{FF2B5EF4-FFF2-40B4-BE49-F238E27FC236}">
                <a16:creationId xmlns:a16="http://schemas.microsoft.com/office/drawing/2014/main" id="{3E58F137-5F8B-57EA-8EEF-E685F3A87EFA}"/>
              </a:ext>
            </a:extLst>
          </p:cNvPr>
          <p:cNvCxnSpPr>
            <a:cxnSpLocks/>
          </p:cNvCxnSpPr>
          <p:nvPr/>
        </p:nvCxnSpPr>
        <p:spPr>
          <a:xfrm>
            <a:off x="4320512" y="8785017"/>
            <a:ext cx="336605"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954" name="Picture 953">
            <a:extLst>
              <a:ext uri="{FF2B5EF4-FFF2-40B4-BE49-F238E27FC236}">
                <a16:creationId xmlns:a16="http://schemas.microsoft.com/office/drawing/2014/main" id="{485F367B-9A24-AE1D-4FC2-182FE98CE8B0}"/>
              </a:ext>
            </a:extLst>
          </p:cNvPr>
          <p:cNvPicPr>
            <a:picLocks noChangeAspect="1"/>
          </p:cNvPicPr>
          <p:nvPr/>
        </p:nvPicPr>
        <p:blipFill>
          <a:blip r:embed="rId15"/>
          <a:stretch>
            <a:fillRect/>
          </a:stretch>
        </p:blipFill>
        <p:spPr>
          <a:xfrm>
            <a:off x="3668962" y="8616310"/>
            <a:ext cx="544372" cy="486505"/>
          </a:xfrm>
          <a:prstGeom prst="rect">
            <a:avLst/>
          </a:prstGeom>
        </p:spPr>
      </p:pic>
      <p:graphicFrame>
        <p:nvGraphicFramePr>
          <p:cNvPr id="956" name="Table">
            <a:extLst>
              <a:ext uri="{FF2B5EF4-FFF2-40B4-BE49-F238E27FC236}">
                <a16:creationId xmlns:a16="http://schemas.microsoft.com/office/drawing/2014/main" id="{3251A995-AA0D-7D4D-8B11-A05AFE38EA57}"/>
              </a:ext>
            </a:extLst>
          </p:cNvPr>
          <p:cNvGraphicFramePr/>
          <p:nvPr>
            <p:extLst>
              <p:ext uri="{D42A27DB-BD31-4B8C-83A1-F6EECF244321}">
                <p14:modId xmlns:p14="http://schemas.microsoft.com/office/powerpoint/2010/main" val="3361296095"/>
              </p:ext>
            </p:extLst>
          </p:nvPr>
        </p:nvGraphicFramePr>
        <p:xfrm>
          <a:off x="7049902" y="3752841"/>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aphicFrame>
        <p:nvGraphicFramePr>
          <p:cNvPr id="957" name="Table">
            <a:extLst>
              <a:ext uri="{FF2B5EF4-FFF2-40B4-BE49-F238E27FC236}">
                <a16:creationId xmlns:a16="http://schemas.microsoft.com/office/drawing/2014/main" id="{F76155A2-8694-CDFF-BF7E-3BAE8435C9C8}"/>
              </a:ext>
            </a:extLst>
          </p:cNvPr>
          <p:cNvGraphicFramePr/>
          <p:nvPr>
            <p:extLst>
              <p:ext uri="{D42A27DB-BD31-4B8C-83A1-F6EECF244321}">
                <p14:modId xmlns:p14="http://schemas.microsoft.com/office/powerpoint/2010/main" val="339240536"/>
              </p:ext>
            </p:extLst>
          </p:nvPr>
        </p:nvGraphicFramePr>
        <p:xfrm>
          <a:off x="6459218" y="3775996"/>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0793388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CCDE7-6AAC-B865-7626-4EC6C5AD7527}"/>
            </a:ext>
          </a:extLst>
        </p:cNvPr>
        <p:cNvGrpSpPr/>
        <p:nvPr/>
      </p:nvGrpSpPr>
      <p:grpSpPr>
        <a:xfrm>
          <a:off x="0" y="0"/>
          <a:ext cx="0" cy="0"/>
          <a:chOff x="0" y="0"/>
          <a:chExt cx="0" cy="0"/>
        </a:xfrm>
      </p:grpSpPr>
      <p:sp>
        <p:nvSpPr>
          <p:cNvPr id="447" name="TextBox 446">
            <a:extLst>
              <a:ext uri="{FF2B5EF4-FFF2-40B4-BE49-F238E27FC236}">
                <a16:creationId xmlns:a16="http://schemas.microsoft.com/office/drawing/2014/main" id="{768E2AAD-9B51-299D-FAAD-A086D198E0E1}"/>
              </a:ext>
            </a:extLst>
          </p:cNvPr>
          <p:cNvSpPr txBox="1"/>
          <p:nvPr/>
        </p:nvSpPr>
        <p:spPr>
          <a:xfrm>
            <a:off x="3840480" y="2004091"/>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Raw Data</a:t>
            </a:r>
          </a:p>
        </p:txBody>
      </p:sp>
      <p:sp>
        <p:nvSpPr>
          <p:cNvPr id="512" name="TextBox 511">
            <a:extLst>
              <a:ext uri="{FF2B5EF4-FFF2-40B4-BE49-F238E27FC236}">
                <a16:creationId xmlns:a16="http://schemas.microsoft.com/office/drawing/2014/main" id="{4DE621A8-057D-989C-77D5-DCE27141FEA5}"/>
              </a:ext>
            </a:extLst>
          </p:cNvPr>
          <p:cNvSpPr txBox="1"/>
          <p:nvPr/>
        </p:nvSpPr>
        <p:spPr>
          <a:xfrm>
            <a:off x="3840480" y="2877765"/>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Tabular Data</a:t>
            </a:r>
            <a:endParaRPr kumimoji="0" lang="en-US" sz="1000" b="0" i="0" u="none" strike="noStrike" cap="none" spc="0" normalizeH="0" baseline="0">
              <a:ln>
                <a:noFill/>
              </a:ln>
              <a:solidFill>
                <a:srgbClr val="4C4C4C"/>
              </a:solidFill>
              <a:effectLst/>
              <a:uFillTx/>
              <a:sym typeface="Source Sans Pro"/>
            </a:endParaRPr>
          </a:p>
        </p:txBody>
      </p:sp>
      <p:sp>
        <p:nvSpPr>
          <p:cNvPr id="515" name="TextBox 514">
            <a:extLst>
              <a:ext uri="{FF2B5EF4-FFF2-40B4-BE49-F238E27FC236}">
                <a16:creationId xmlns:a16="http://schemas.microsoft.com/office/drawing/2014/main" id="{63B2B592-D550-7549-E3DA-32D0C82517C9}"/>
              </a:ext>
            </a:extLst>
          </p:cNvPr>
          <p:cNvSpPr txBox="1"/>
          <p:nvPr/>
        </p:nvSpPr>
        <p:spPr>
          <a:xfrm>
            <a:off x="3840480" y="665200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S3 Graph API</a:t>
            </a:r>
          </a:p>
        </p:txBody>
      </p:sp>
      <p:sp>
        <p:nvSpPr>
          <p:cNvPr id="516" name="TextBox 515">
            <a:extLst>
              <a:ext uri="{FF2B5EF4-FFF2-40B4-BE49-F238E27FC236}">
                <a16:creationId xmlns:a16="http://schemas.microsoft.com/office/drawing/2014/main" id="{77BEE63A-B4B6-C5C6-58D4-F007422A8AD2}"/>
              </a:ext>
            </a:extLst>
          </p:cNvPr>
          <p:cNvSpPr txBox="1"/>
          <p:nvPr/>
        </p:nvSpPr>
        <p:spPr>
          <a:xfrm>
            <a:off x="3840480" y="820926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Graph Export</a:t>
            </a:r>
          </a:p>
        </p:txBody>
      </p:sp>
      <p:sp>
        <p:nvSpPr>
          <p:cNvPr id="7" name="TextBox 6">
            <a:extLst>
              <a:ext uri="{FF2B5EF4-FFF2-40B4-BE49-F238E27FC236}">
                <a16:creationId xmlns:a16="http://schemas.microsoft.com/office/drawing/2014/main" id="{F54AC4AB-BF46-0E52-DA37-E8E327C5A145}"/>
              </a:ext>
            </a:extLst>
          </p:cNvPr>
          <p:cNvSpPr txBox="1"/>
          <p:nvPr/>
        </p:nvSpPr>
        <p:spPr>
          <a:xfrm>
            <a:off x="9875520" y="3912912"/>
            <a:ext cx="4177348" cy="41574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a:t>S3 methods execute the correct behavior based on the graph's class, regardless of the data's origin.</a:t>
            </a:r>
          </a:p>
          <a:p>
            <a:endParaRPr lang="en-US" b="0"/>
          </a:p>
          <a:p>
            <a:r>
              <a:rPr lang="en-US" b="0"/>
              <a:t>Examples of S3 Generic Functions:</a:t>
            </a:r>
            <a:endParaRPr lang="en-US"/>
          </a:p>
          <a:p>
            <a:r>
              <a:rPr lang="en-US" sz="1300"/>
              <a:t>1. bipartite_graph_projection()</a:t>
            </a:r>
          </a:p>
          <a:p>
            <a:r>
              <a:rPr lang="en-US" b="0"/>
              <a:t>Performs bipartite projection on multimodal graphs.</a:t>
            </a:r>
            <a:endParaRPr lang="en-US" sz="1300"/>
          </a:p>
          <a:p>
            <a:r>
              <a:rPr lang="en-US" sz="1300"/>
              <a:t>2. temporal_graph_projection()</a:t>
            </a:r>
          </a:p>
          <a:p>
            <a:r>
              <a:rPr lang="en-US" b="0"/>
              <a:t>Performs temporal projection on multimodal graphs.</a:t>
            </a:r>
            <a:endParaRPr lang="en-US" sz="1300"/>
          </a:p>
          <a:p>
            <a:r>
              <a:rPr lang="en-US" sz="1300"/>
              <a:t>3. community_oslom()</a:t>
            </a:r>
          </a:p>
          <a:p>
            <a:r>
              <a:rPr lang="en-US" b="0"/>
              <a:t>Runs OSLOM community detection on a graph.</a:t>
            </a:r>
          </a:p>
          <a:p>
            <a:r>
              <a:rPr lang="en-US" sz="1300"/>
              <a:t>4. graph_to_dsmj()</a:t>
            </a:r>
          </a:p>
          <a:p>
            <a:r>
              <a:rPr lang="en-US" b="0"/>
              <a:t>Exports graph to a .dsmj file.</a:t>
            </a:r>
            <a:endParaRPr lang="en-US"/>
          </a:p>
          <a:p>
            <a:pPr marL="0" marR="0" indent="0" algn="l" defTabSz="584200" rtl="0" fontAlgn="auto" latinLnBrk="0" hangingPunct="0">
              <a:lnSpc>
                <a:spcPct val="100000"/>
              </a:lnSpc>
              <a:spcBef>
                <a:spcPts val="200"/>
              </a:spcBef>
              <a:spcAft>
                <a:spcPts val="0"/>
              </a:spcAft>
              <a:buClrTx/>
              <a:buSzTx/>
              <a:buFontTx/>
              <a:buNone/>
              <a:tabLst/>
            </a:pPr>
            <a:endParaRPr lang="en-US"/>
          </a:p>
          <a:p>
            <a:r>
              <a:rPr lang="en-US" b="0"/>
              <a:t>Example of S3 Auxiliary Functions:</a:t>
            </a:r>
            <a:endParaRPr lang="en-US"/>
          </a:p>
          <a:p>
            <a:r>
              <a:rPr lang="en-US" sz="1300"/>
              <a:t>5. subset_bipartite_from_multimodal()</a:t>
            </a:r>
          </a:p>
          <a:p>
            <a:r>
              <a:rPr lang="en-US" b="0"/>
              <a:t>Slices a bipartite graph from a multimodal graph.</a:t>
            </a:r>
          </a:p>
          <a:p>
            <a:r>
              <a:rPr lang="en-US" sz="1300"/>
              <a:t>5. get_bidirected_edges()</a:t>
            </a:r>
          </a:p>
          <a:p>
            <a:r>
              <a:rPr lang="en-US" b="0"/>
              <a:t>Returns all mutual edge pairs from a graph.</a:t>
            </a:r>
          </a:p>
          <a:p>
            <a:endParaRPr lang="en-US" b="0"/>
          </a:p>
        </p:txBody>
      </p:sp>
      <p:sp>
        <p:nvSpPr>
          <p:cNvPr id="514" name="TextBox 513">
            <a:extLst>
              <a:ext uri="{FF2B5EF4-FFF2-40B4-BE49-F238E27FC236}">
                <a16:creationId xmlns:a16="http://schemas.microsoft.com/office/drawing/2014/main" id="{23191793-B12C-C17B-4C8B-31B964F243F6}"/>
              </a:ext>
            </a:extLst>
          </p:cNvPr>
          <p:cNvSpPr txBox="1"/>
          <p:nvPr/>
        </p:nvSpPr>
        <p:spPr>
          <a:xfrm>
            <a:off x="3840480" y="5027556"/>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S3 Graph Class</a:t>
            </a:r>
          </a:p>
        </p:txBody>
      </p:sp>
      <p:pic>
        <p:nvPicPr>
          <p:cNvPr id="292" name="Image" descr="Image">
            <a:extLst>
              <a:ext uri="{FF2B5EF4-FFF2-40B4-BE49-F238E27FC236}">
                <a16:creationId xmlns:a16="http://schemas.microsoft.com/office/drawing/2014/main" id="{CAA82A4B-DB2E-0ABD-B112-100A3474C65A}"/>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DFC4898C-D397-BECD-AEE0-B9109D16A07B}"/>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6B045671-737D-ACD6-FE51-BC2B6703245E}"/>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EFB21EDD-27F4-A1EE-BCBF-D75C100637C7}"/>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Network Transform</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80CA9BAB-35C9-8DFA-F3CC-5E2B003CB62B}"/>
              </a:ext>
            </a:extLst>
          </p:cNvPr>
          <p:cNvSpPr txBox="1"/>
          <p:nvPr/>
        </p:nvSpPr>
        <p:spPr>
          <a:xfrm>
            <a:off x="275721" y="1459299"/>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pic>
        <p:nvPicPr>
          <p:cNvPr id="8" name="Picture 7" descr="A picture containing text&#10;&#10;Description automatically generated">
            <a:extLst>
              <a:ext uri="{FF2B5EF4-FFF2-40B4-BE49-F238E27FC236}">
                <a16:creationId xmlns:a16="http://schemas.microsoft.com/office/drawing/2014/main" id="{2B29D042-D507-92C4-45E9-185F09F919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4935C3E5-52AC-AA82-C21B-DCD1D865E843}"/>
              </a:ext>
            </a:extLst>
          </p:cNvPr>
          <p:cNvSpPr txBox="1"/>
          <p:nvPr/>
        </p:nvSpPr>
        <p:spPr>
          <a:xfrm>
            <a:off x="274320" y="1755391"/>
            <a:ext cx="2952178"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a:t>Data transformations produce standardized S3 graph objects encoding directionality, weight, and bipartiteness. New analyses can be added as S3 methods that automatically work with any graph the existing transforms produce, without rewriting upstream code.</a:t>
            </a:r>
            <a:endParaRPr kumimoji="0" lang="en-US" b="0"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424" name="Layout Suggestions">
            <a:extLst>
              <a:ext uri="{FF2B5EF4-FFF2-40B4-BE49-F238E27FC236}">
                <a16:creationId xmlns:a16="http://schemas.microsoft.com/office/drawing/2014/main" id="{7E7149B6-7FAD-7D0A-B4D2-D99CE3E149D3}"/>
              </a:ext>
            </a:extLst>
          </p:cNvPr>
          <p:cNvSpPr txBox="1"/>
          <p:nvPr/>
        </p:nvSpPr>
        <p:spPr>
          <a:xfrm>
            <a:off x="4937760" y="1472502"/>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Network Transform Pipeline</a:t>
            </a:r>
            <a:endParaRPr/>
          </a:p>
        </p:txBody>
      </p:sp>
      <p:cxnSp>
        <p:nvCxnSpPr>
          <p:cNvPr id="510" name="Elbow Connector 509">
            <a:extLst>
              <a:ext uri="{FF2B5EF4-FFF2-40B4-BE49-F238E27FC236}">
                <a16:creationId xmlns:a16="http://schemas.microsoft.com/office/drawing/2014/main" id="{8135FB15-36EA-3743-CBD4-A2B352C5D1AE}"/>
              </a:ext>
            </a:extLst>
          </p:cNvPr>
          <p:cNvCxnSpPr>
            <a:cxnSpLocks/>
          </p:cNvCxnSpPr>
          <p:nvPr/>
        </p:nvCxnSpPr>
        <p:spPr>
          <a:xfrm flipV="1">
            <a:off x="8102322" y="1629314"/>
            <a:ext cx="1773198" cy="3659017"/>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3" name="Elbow Connector 322">
            <a:extLst>
              <a:ext uri="{FF2B5EF4-FFF2-40B4-BE49-F238E27FC236}">
                <a16:creationId xmlns:a16="http://schemas.microsoft.com/office/drawing/2014/main" id="{B9F224D0-ACAA-A383-A5B7-9C8BF3D36A5E}"/>
              </a:ext>
            </a:extLst>
          </p:cNvPr>
          <p:cNvCxnSpPr>
            <a:cxnSpLocks/>
          </p:cNvCxnSpPr>
          <p:nvPr/>
        </p:nvCxnSpPr>
        <p:spPr>
          <a:xfrm rot="16200000" flipV="1">
            <a:off x="4535143" y="8290411"/>
            <a:ext cx="1440967" cy="4431"/>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26" name="Manipulate Variables">
            <a:extLst>
              <a:ext uri="{FF2B5EF4-FFF2-40B4-BE49-F238E27FC236}">
                <a16:creationId xmlns:a16="http://schemas.microsoft.com/office/drawing/2014/main" id="{C6A4BC3E-FCF7-9C39-B38C-2EF03F010BD9}"/>
              </a:ext>
            </a:extLst>
          </p:cNvPr>
          <p:cNvSpPr txBox="1"/>
          <p:nvPr/>
        </p:nvSpPr>
        <p:spPr>
          <a:xfrm>
            <a:off x="274320" y="7065586"/>
            <a:ext cx="182582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Transformers</a:t>
            </a:r>
            <a:endParaRPr/>
          </a:p>
        </p:txBody>
      </p:sp>
      <p:sp>
        <p:nvSpPr>
          <p:cNvPr id="342" name="Create a visual hierarchy. Help users navigate the page with titles, subtitles, and subsubtitles">
            <a:extLst>
              <a:ext uri="{FF2B5EF4-FFF2-40B4-BE49-F238E27FC236}">
                <a16:creationId xmlns:a16="http://schemas.microsoft.com/office/drawing/2014/main" id="{2CC57722-986A-1F95-54CD-BF94EC12F0F3}"/>
              </a:ext>
            </a:extLst>
          </p:cNvPr>
          <p:cNvSpPr txBox="1"/>
          <p:nvPr/>
        </p:nvSpPr>
        <p:spPr>
          <a:xfrm>
            <a:off x="274320" y="7435454"/>
            <a:ext cx="3546143" cy="25421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Transform functions construct S3 graph objects from parsed tables by defining nodes, edges, and relationships.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a:latin typeface="Source Sans Pro" panose="020B0503030403020204" pitchFamily="34" charset="0"/>
              <a:ea typeface="Source Sans Pro" panose="020B0503030403020204" pitchFamily="34" charset="0"/>
              <a:sym typeface="Source Sans Pro"/>
            </a:endParaRPr>
          </a:p>
          <a:p>
            <a:r>
              <a:rPr lang="en-US" sz="1300"/>
              <a:t>1. </a:t>
            </a:r>
            <a:r>
              <a:rPr lang="en-US" sz="1300" err="1"/>
              <a:t>transform_gitlog_to_bipartite_network</a:t>
            </a:r>
            <a:r>
              <a:rPr lang="en-US" sz="1300"/>
              <a:t>()</a:t>
            </a:r>
          </a:p>
          <a:p>
            <a:r>
              <a:rPr lang="en-US" b="0"/>
              <a:t>Git Log commit table → bipartite graph.</a:t>
            </a:r>
          </a:p>
          <a:p>
            <a:r>
              <a:rPr lang="en-US" sz="1300"/>
              <a:t>2. </a:t>
            </a:r>
            <a:r>
              <a:rPr lang="en-US" sz="1300" err="1"/>
              <a:t>transform_gitlog_to_multimodal_network</a:t>
            </a:r>
            <a:r>
              <a:rPr lang="en-US" sz="1300"/>
              <a:t>()</a:t>
            </a:r>
          </a:p>
          <a:p>
            <a:r>
              <a:rPr lang="en-US" b="0"/>
              <a:t>Git Log commit table → multimodal graph.</a:t>
            </a:r>
          </a:p>
          <a:p>
            <a:r>
              <a:rPr lang="en-US" sz="1300"/>
              <a:t>3. </a:t>
            </a:r>
            <a:r>
              <a:rPr lang="en-US" sz="1300" err="1"/>
              <a:t>transform_gitlog_to_temporal_network</a:t>
            </a:r>
            <a:r>
              <a:rPr lang="en-US" sz="1300"/>
              <a:t>()</a:t>
            </a:r>
          </a:p>
          <a:p>
            <a:r>
              <a:rPr lang="en-US" b="0"/>
              <a:t>Git Log commit table → temporal projection graph.</a:t>
            </a:r>
          </a:p>
          <a:p>
            <a:r>
              <a:rPr lang="en-US" sz="1300"/>
              <a:t>4. </a:t>
            </a:r>
            <a:r>
              <a:rPr lang="en-US" sz="1300" err="1"/>
              <a:t>transform_reply_to_bipartite_network</a:t>
            </a:r>
            <a:r>
              <a:rPr lang="en-US" sz="1300"/>
              <a:t>()</a:t>
            </a:r>
          </a:p>
          <a:p>
            <a:r>
              <a:rPr lang="en-US" b="0"/>
              <a:t>Reply table → person-issue bipartite graph.</a:t>
            </a:r>
          </a:p>
        </p:txBody>
      </p:sp>
      <p:sp>
        <p:nvSpPr>
          <p:cNvPr id="421" name="Manipulate Variables">
            <a:extLst>
              <a:ext uri="{FF2B5EF4-FFF2-40B4-BE49-F238E27FC236}">
                <a16:creationId xmlns:a16="http://schemas.microsoft.com/office/drawing/2014/main" id="{F1C65CA7-4FB5-4F4F-C516-5E6FA6D0D4D7}"/>
              </a:ext>
            </a:extLst>
          </p:cNvPr>
          <p:cNvSpPr txBox="1"/>
          <p:nvPr/>
        </p:nvSpPr>
        <p:spPr>
          <a:xfrm>
            <a:off x="9875520" y="8325727"/>
            <a:ext cx="369331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External Weight Integration</a:t>
            </a:r>
            <a:endParaRPr/>
          </a:p>
        </p:txBody>
      </p:sp>
      <p:sp>
        <p:nvSpPr>
          <p:cNvPr id="426" name="TextBox 425">
            <a:extLst>
              <a:ext uri="{FF2B5EF4-FFF2-40B4-BE49-F238E27FC236}">
                <a16:creationId xmlns:a16="http://schemas.microsoft.com/office/drawing/2014/main" id="{B9D79143-BA5B-16C6-AA8A-F68EEA70E5CC}"/>
              </a:ext>
            </a:extLst>
          </p:cNvPr>
          <p:cNvSpPr txBox="1"/>
          <p:nvPr/>
        </p:nvSpPr>
        <p:spPr>
          <a:xfrm>
            <a:off x="9875520" y="8551640"/>
            <a:ext cx="4138222" cy="14131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The S3 class system allows new analyses like sentiment metric weight schemes to be added without modifying any existing transforms.</a:t>
            </a:r>
          </a:p>
          <a:p>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a:p>
            <a:r>
              <a:rPr lang="en-US" sz="1300" dirty="0"/>
              <a:t>1. </a:t>
            </a:r>
            <a:r>
              <a:rPr lang="en-US" sz="1300" dirty="0" err="1"/>
              <a:t>transform_reply_to_bipartite_network</a:t>
            </a:r>
            <a:r>
              <a:rPr lang="en-US" sz="1300" dirty="0"/>
              <a:t>(</a:t>
            </a:r>
            <a:r>
              <a:rPr lang="en-US" sz="1400" dirty="0">
                <a:solidFill>
                  <a:schemeClr val="accent1"/>
                </a:solidFill>
              </a:rPr>
              <a:t>weight</a:t>
            </a:r>
            <a:r>
              <a:rPr lang="en-US" sz="1300" dirty="0"/>
              <a:t>, …)</a:t>
            </a:r>
          </a:p>
          <a:p>
            <a:r>
              <a:rPr lang="en-US" sz="1300" dirty="0"/>
              <a:t>2. </a:t>
            </a:r>
            <a:r>
              <a:rPr lang="en-US" sz="1300" dirty="0" err="1"/>
              <a:t>transform_gitlog_to_bipartite_network</a:t>
            </a:r>
            <a:r>
              <a:rPr lang="en-US" sz="1300" dirty="0"/>
              <a:t>(</a:t>
            </a:r>
            <a:r>
              <a:rPr lang="en-US" sz="1400" dirty="0">
                <a:solidFill>
                  <a:schemeClr val="accent1"/>
                </a:solidFill>
              </a:rPr>
              <a:t>weight</a:t>
            </a:r>
            <a:r>
              <a:rPr lang="en-US" sz="1300" dirty="0"/>
              <a:t>, …)</a:t>
            </a:r>
          </a:p>
        </p:txBody>
      </p:sp>
      <p:sp>
        <p:nvSpPr>
          <p:cNvPr id="6" name="Manipulate Variables">
            <a:extLst>
              <a:ext uri="{FF2B5EF4-FFF2-40B4-BE49-F238E27FC236}">
                <a16:creationId xmlns:a16="http://schemas.microsoft.com/office/drawing/2014/main" id="{B4944F2A-1A12-33AB-ED8A-BD692D03AD64}"/>
              </a:ext>
            </a:extLst>
          </p:cNvPr>
          <p:cNvSpPr txBox="1"/>
          <p:nvPr/>
        </p:nvSpPr>
        <p:spPr>
          <a:xfrm>
            <a:off x="9875520" y="1459299"/>
            <a:ext cx="2644955"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Graph Constructors</a:t>
            </a:r>
            <a:endParaRPr/>
          </a:p>
        </p:txBody>
      </p:sp>
      <p:sp>
        <p:nvSpPr>
          <p:cNvPr id="10" name="Manipulate Variables">
            <a:extLst>
              <a:ext uri="{FF2B5EF4-FFF2-40B4-BE49-F238E27FC236}">
                <a16:creationId xmlns:a16="http://schemas.microsoft.com/office/drawing/2014/main" id="{E8C5F551-80C8-F803-E5BB-FED185031D6C}"/>
              </a:ext>
            </a:extLst>
          </p:cNvPr>
          <p:cNvSpPr txBox="1"/>
          <p:nvPr/>
        </p:nvSpPr>
        <p:spPr>
          <a:xfrm>
            <a:off x="9875520" y="3572883"/>
            <a:ext cx="180818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S3 Functions</a:t>
            </a:r>
            <a:endParaRPr/>
          </a:p>
        </p:txBody>
      </p:sp>
      <p:sp>
        <p:nvSpPr>
          <p:cNvPr id="488" name="Manipulate Variables">
            <a:extLst>
              <a:ext uri="{FF2B5EF4-FFF2-40B4-BE49-F238E27FC236}">
                <a16:creationId xmlns:a16="http://schemas.microsoft.com/office/drawing/2014/main" id="{18D0A762-0B7B-FDB3-41B1-FF2C3BC5A9EE}"/>
              </a:ext>
            </a:extLst>
          </p:cNvPr>
          <p:cNvSpPr txBox="1"/>
          <p:nvPr/>
        </p:nvSpPr>
        <p:spPr>
          <a:xfrm>
            <a:off x="274320" y="4130484"/>
            <a:ext cx="101790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Parsers</a:t>
            </a:r>
            <a:endParaRPr/>
          </a:p>
        </p:txBody>
      </p:sp>
      <p:sp>
        <p:nvSpPr>
          <p:cNvPr id="491" name="Create a visual hierarchy. Help users navigate the page with titles, subtitles, and subsubtitles">
            <a:extLst>
              <a:ext uri="{FF2B5EF4-FFF2-40B4-BE49-F238E27FC236}">
                <a16:creationId xmlns:a16="http://schemas.microsoft.com/office/drawing/2014/main" id="{C0D5D492-F216-E4B3-1B4F-A5A600FAE1A1}"/>
              </a:ext>
            </a:extLst>
          </p:cNvPr>
          <p:cNvSpPr txBox="1"/>
          <p:nvPr/>
        </p:nvSpPr>
        <p:spPr>
          <a:xfrm>
            <a:off x="274320" y="4485433"/>
            <a:ext cx="3141449" cy="212152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Parse functions normalize raw data into structured tables reusable across multiple transforms.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a:latin typeface="Source Sans Pro" panose="020B0503030403020204" pitchFamily="34" charset="0"/>
              <a:ea typeface="Source Sans Pro" panose="020B0503030403020204" pitchFamily="34" charset="0"/>
              <a:sym typeface="Source Sans Pro"/>
            </a:endParaRPr>
          </a:p>
          <a:p>
            <a:r>
              <a:rPr lang="en-US" sz="1300"/>
              <a:t>1. </a:t>
            </a:r>
            <a:r>
              <a:rPr lang="en-US" sz="1300" err="1"/>
              <a:t>parse_gitlog</a:t>
            </a:r>
            <a:r>
              <a:rPr lang="en-US" sz="1300"/>
              <a:t>()</a:t>
            </a:r>
          </a:p>
          <a:p>
            <a:r>
              <a:rPr lang="en-US" b="0"/>
              <a:t>Parses a git repository into a commit table.</a:t>
            </a:r>
            <a:endParaRPr lang="en-US"/>
          </a:p>
          <a:p>
            <a:r>
              <a:rPr lang="en-US" sz="1300"/>
              <a:t>2. </a:t>
            </a:r>
            <a:r>
              <a:rPr lang="en-US" sz="1300" err="1"/>
              <a:t>parse_jira_replies</a:t>
            </a:r>
            <a:r>
              <a:rPr lang="en-US" sz="1300"/>
              <a:t>()</a:t>
            </a:r>
          </a:p>
          <a:p>
            <a:r>
              <a:rPr lang="en-US" b="0"/>
              <a:t>Parses Jira issue comments into a reply table.</a:t>
            </a:r>
            <a:endParaRPr lang="en-US" sz="1300"/>
          </a:p>
          <a:p>
            <a:r>
              <a:rPr lang="en-US" sz="1300"/>
              <a:t>3. </a:t>
            </a:r>
            <a:r>
              <a:rPr lang="en-US" sz="1300" err="1"/>
              <a:t>parse_mbox</a:t>
            </a:r>
            <a:r>
              <a:rPr lang="en-US" sz="1300"/>
              <a:t>()</a:t>
            </a:r>
          </a:p>
          <a:p>
            <a:r>
              <a:rPr lang="en-US" b="0">
                <a:latin typeface="Source Sans Pro" panose="020B0503030403020204" pitchFamily="34" charset="0"/>
                <a:ea typeface="Source Sans Pro" panose="020B0503030403020204" pitchFamily="34" charset="0"/>
              </a:rPr>
              <a:t>Parses mbox files into a reply table.</a:t>
            </a:r>
            <a:endParaRPr lang="en-US" b="0"/>
          </a:p>
        </p:txBody>
      </p:sp>
      <p:sp>
        <p:nvSpPr>
          <p:cNvPr id="2" name="TextBox 1">
            <a:extLst>
              <a:ext uri="{FF2B5EF4-FFF2-40B4-BE49-F238E27FC236}">
                <a16:creationId xmlns:a16="http://schemas.microsoft.com/office/drawing/2014/main" id="{7E73B777-3ED3-FD16-B3FE-57926B8C9D73}"/>
              </a:ext>
            </a:extLst>
          </p:cNvPr>
          <p:cNvSpPr txBox="1"/>
          <p:nvPr/>
        </p:nvSpPr>
        <p:spPr>
          <a:xfrm>
            <a:off x="9875520" y="1829267"/>
            <a:ext cx="4177348" cy="1377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a:t>A graph structure generalizes different types of graphs, regardless of their data source.</a:t>
            </a:r>
            <a:endParaRPr lang="en-US"/>
          </a:p>
          <a:p>
            <a:r>
              <a:rPr lang="en-US" sz="1300"/>
              <a:t>1. model_unimodal_graph()</a:t>
            </a:r>
          </a:p>
          <a:p>
            <a:r>
              <a:rPr lang="en-US" b="0"/>
              <a:t>Represents a unimodal graph.</a:t>
            </a:r>
            <a:endParaRPr lang="en-US"/>
          </a:p>
          <a:p>
            <a:r>
              <a:rPr lang="en-US" sz="1300"/>
              <a:t>2. model_multimodal_graph()</a:t>
            </a:r>
          </a:p>
          <a:p>
            <a:r>
              <a:rPr lang="en-US" b="0"/>
              <a:t>Represents a multimodal graph.</a:t>
            </a:r>
          </a:p>
        </p:txBody>
      </p:sp>
      <p:cxnSp>
        <p:nvCxnSpPr>
          <p:cNvPr id="43" name="Elbow Connector 42">
            <a:extLst>
              <a:ext uri="{FF2B5EF4-FFF2-40B4-BE49-F238E27FC236}">
                <a16:creationId xmlns:a16="http://schemas.microsoft.com/office/drawing/2014/main" id="{AD60F828-FBEE-83BD-0314-7F0C33DA2262}"/>
              </a:ext>
            </a:extLst>
          </p:cNvPr>
          <p:cNvCxnSpPr>
            <a:cxnSpLocks/>
            <a:stCxn id="257" idx="3"/>
          </p:cNvCxnSpPr>
          <p:nvPr/>
        </p:nvCxnSpPr>
        <p:spPr>
          <a:xfrm flipV="1">
            <a:off x="7241179" y="6231543"/>
            <a:ext cx="2649301" cy="2496654"/>
          </a:xfrm>
          <a:prstGeom prst="bentConnector3">
            <a:avLst>
              <a:gd name="adj1" fmla="val 85953"/>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0" name="Elbow Connector 489">
            <a:extLst>
              <a:ext uri="{FF2B5EF4-FFF2-40B4-BE49-F238E27FC236}">
                <a16:creationId xmlns:a16="http://schemas.microsoft.com/office/drawing/2014/main" id="{C38BEC5A-8C1E-245D-4DB4-A5098A818BC9}"/>
              </a:ext>
            </a:extLst>
          </p:cNvPr>
          <p:cNvCxnSpPr>
            <a:cxnSpLocks/>
          </p:cNvCxnSpPr>
          <p:nvPr/>
        </p:nvCxnSpPr>
        <p:spPr>
          <a:xfrm flipV="1">
            <a:off x="9277609" y="3742898"/>
            <a:ext cx="597911" cy="3238528"/>
          </a:xfrm>
          <a:prstGeom prst="bentConnector3">
            <a:avLst>
              <a:gd name="adj1" fmla="val 2132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nvGrpSpPr>
          <p:cNvPr id="267" name="Google Shape;156;p1">
            <a:extLst>
              <a:ext uri="{FF2B5EF4-FFF2-40B4-BE49-F238E27FC236}">
                <a16:creationId xmlns:a16="http://schemas.microsoft.com/office/drawing/2014/main" id="{14135687-C0E2-CD9D-E105-EC77B13FCE19}"/>
              </a:ext>
            </a:extLst>
          </p:cNvPr>
          <p:cNvGrpSpPr/>
          <p:nvPr/>
        </p:nvGrpSpPr>
        <p:grpSpPr>
          <a:xfrm>
            <a:off x="5817574" y="4638565"/>
            <a:ext cx="2196419" cy="1216823"/>
            <a:chOff x="10592773" y="5229745"/>
            <a:chExt cx="3298954" cy="1741391"/>
          </a:xfrm>
          <a:solidFill>
            <a:schemeClr val="tx1"/>
          </a:solidFill>
        </p:grpSpPr>
        <p:sp>
          <p:nvSpPr>
            <p:cNvPr id="268" name="Google Shape;157;p1">
              <a:extLst>
                <a:ext uri="{FF2B5EF4-FFF2-40B4-BE49-F238E27FC236}">
                  <a16:creationId xmlns:a16="http://schemas.microsoft.com/office/drawing/2014/main" id="{034E0EB3-1FB4-128B-22B5-7E83B686F898}"/>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7C37CFA8-04F8-CC24-E723-544072D58478}"/>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07D0B619-8BE1-9EC0-1B68-03C95300E3E3}"/>
                </a:ext>
              </a:extLst>
            </p:cNvPr>
            <p:cNvSpPr/>
            <p:nvPr/>
          </p:nvSpPr>
          <p:spPr>
            <a:xfrm>
              <a:off x="13329043" y="522974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1B34AEDD-D15B-E1F5-2020-9BC9675B65EC}"/>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92AB60E5-F98B-CD95-ACAB-CC81364F6A1F}"/>
                </a:ext>
              </a:extLst>
            </p:cNvPr>
            <p:cNvSpPr/>
            <p:nvPr/>
          </p:nvSpPr>
          <p:spPr>
            <a:xfrm>
              <a:off x="13699427" y="5306906"/>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320FAED1-392E-BAF4-4652-B3AA88811E2D}"/>
                </a:ext>
              </a:extLst>
            </p:cNvPr>
            <p:cNvSpPr/>
            <p:nvPr/>
          </p:nvSpPr>
          <p:spPr>
            <a:xfrm>
              <a:off x="12990598" y="5644267"/>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A70B537F-0064-958A-5DC9-37965B6F9066}"/>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D8C6EBD4-F1DF-B5D8-2A23-FC5BE3EB0864}"/>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02326692-0B0E-E77A-6C39-0474AEA3C5A5}"/>
                </a:ext>
              </a:extLst>
            </p:cNvPr>
            <p:cNvSpPr/>
            <p:nvPr/>
          </p:nvSpPr>
          <p:spPr>
            <a:xfrm>
              <a:off x="13324166" y="6099152"/>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CAA12D52-5978-0545-1FB8-1E154D1E9E26}"/>
                </a:ext>
              </a:extLst>
            </p:cNvPr>
            <p:cNvSpPr/>
            <p:nvPr/>
          </p:nvSpPr>
          <p:spPr>
            <a:xfrm>
              <a:off x="11468140" y="5576165"/>
              <a:ext cx="305700" cy="308400"/>
            </a:xfrm>
            <a:prstGeom prst="ellipse">
              <a:avLst/>
            </a:prstGeom>
            <a:solidFill>
              <a:schemeClr val="accent3"/>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727F5794-39C1-2854-8F23-1FCC3EBA95A4}"/>
                </a:ext>
              </a:extLst>
            </p:cNvPr>
            <p:cNvSpPr/>
            <p:nvPr/>
          </p:nvSpPr>
          <p:spPr>
            <a:xfrm>
              <a:off x="10719482" y="592538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D30C9606-AB30-3811-2AD4-38F3F2396478}"/>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B23B7EF7-D905-7349-AED0-C5793BA31FC6}"/>
                </a:ext>
              </a:extLst>
            </p:cNvPr>
            <p:cNvSpPr/>
            <p:nvPr/>
          </p:nvSpPr>
          <p:spPr>
            <a:xfrm>
              <a:off x="10592773" y="6139937"/>
              <a:ext cx="274500" cy="2763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92905AA3-B522-D7C9-0C15-BE5DD6425E3A}"/>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D17D279C-7194-03F9-C769-364692DD2EF3}"/>
                </a:ext>
              </a:extLst>
            </p:cNvPr>
            <p:cNvSpPr/>
            <p:nvPr/>
          </p:nvSpPr>
          <p:spPr>
            <a:xfrm>
              <a:off x="11449106" y="6300040"/>
              <a:ext cx="553500" cy="567900"/>
            </a:xfrm>
            <a:prstGeom prst="ellipse">
              <a:avLst/>
            </a:prstGeom>
            <a:solidFill>
              <a:schemeClr val="accent3"/>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5C1C74A9-0EF3-174A-441B-129C017238B4}"/>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9152F612-8D9D-9C14-8638-29BD5FAFAEBB}"/>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E66659B1-7E7D-F5DF-6A20-62415F29BD18}"/>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4CFF7ACB-E7F3-A17F-7D90-42F3ED756055}"/>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3E0FD321-D224-7E37-2602-24619D0AFDE3}"/>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8493893B-725F-366C-FF51-4376DDA650B8}"/>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717E52DF-C994-2A3A-6EA8-8C0CCAD73A2E}"/>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74BC19B0-F01B-F146-8C48-9C89937EAD76}"/>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FC24770C-F43F-000B-0102-E40E0524BB16}"/>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395D3EA0-F477-5C53-6895-5CB777E013D1}"/>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08894610-9C54-2284-F455-25A248F7C663}"/>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12C48FDA-8854-803A-B522-383F99407C96}"/>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B139E525-DD8E-CA0C-7811-799161965E0C}"/>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EE40A902-81BD-1154-E6CA-EE5FBD695B34}"/>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3F5CAAA3-E179-170B-7D6B-0D024A6124B2}"/>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DB679690-FD4A-8D43-3FCD-2DCDB444FF95}"/>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9DAECC12-365F-3F46-BF0E-B22A6AC48CAB}"/>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A0023DA0-6B35-115F-9DBD-60EFC189BC44}"/>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20D83C4B-6629-F1C1-1C5E-0C5D46CAC9C8}"/>
                </a:ext>
              </a:extLst>
            </p:cNvPr>
            <p:cNvSpPr/>
            <p:nvPr/>
          </p:nvSpPr>
          <p:spPr>
            <a:xfrm>
              <a:off x="12361333" y="5843951"/>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DEDC465F-0A70-5F33-394F-AA5131FFDFA0}"/>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5469DEEC-D101-EB48-C43C-5F66A375188D}"/>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6C75A328-D5E6-3A63-2B8D-4BB3AF0F8877}"/>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59AF1324-946E-3D0D-9F1D-45910DCEA8E7}"/>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AA5AFD2B-EB9F-3AB2-ECCD-E8723EF203C5}"/>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A4A771F1-BFD5-4DC3-F333-F16727929F91}"/>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06C2FDFE-6741-DF3D-1DA3-C8454BC68989}"/>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CE02A82E-05E7-8264-517A-2C8B234FFDB0}"/>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34BB2810-B195-6705-6877-1EEF9A961CC4}"/>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E3059D59-7F52-1D9F-1BE7-9DA4EE15B2EC}"/>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graphicFrame>
        <p:nvGraphicFramePr>
          <p:cNvPr id="12" name="Table">
            <a:extLst>
              <a:ext uri="{FF2B5EF4-FFF2-40B4-BE49-F238E27FC236}">
                <a16:creationId xmlns:a16="http://schemas.microsoft.com/office/drawing/2014/main" id="{3770C9DA-BEDA-C5B7-A591-6006F0CA4291}"/>
              </a:ext>
            </a:extLst>
          </p:cNvPr>
          <p:cNvGraphicFramePr/>
          <p:nvPr/>
        </p:nvGraphicFramePr>
        <p:xfrm>
          <a:off x="5367268"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3" name="Table">
            <a:extLst>
              <a:ext uri="{FF2B5EF4-FFF2-40B4-BE49-F238E27FC236}">
                <a16:creationId xmlns:a16="http://schemas.microsoft.com/office/drawing/2014/main" id="{BA0726DB-C7AC-020F-A8BA-6CC78CBA82CD}"/>
              </a:ext>
            </a:extLst>
          </p:cNvPr>
          <p:cNvGraphicFramePr/>
          <p:nvPr/>
        </p:nvGraphicFramePr>
        <p:xfrm>
          <a:off x="5217803"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15" name="Table">
            <a:extLst>
              <a:ext uri="{FF2B5EF4-FFF2-40B4-BE49-F238E27FC236}">
                <a16:creationId xmlns:a16="http://schemas.microsoft.com/office/drawing/2014/main" id="{4E6C4BE7-A04C-6144-CFA3-70FD89DF8A09}"/>
              </a:ext>
            </a:extLst>
          </p:cNvPr>
          <p:cNvGraphicFramePr/>
          <p:nvPr/>
        </p:nvGraphicFramePr>
        <p:xfrm>
          <a:off x="6614203"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8" name="Table">
            <a:extLst>
              <a:ext uri="{FF2B5EF4-FFF2-40B4-BE49-F238E27FC236}">
                <a16:creationId xmlns:a16="http://schemas.microsoft.com/office/drawing/2014/main" id="{10286B92-AA08-6142-D57D-8757AA5169C3}"/>
              </a:ext>
            </a:extLst>
          </p:cNvPr>
          <p:cNvGraphicFramePr/>
          <p:nvPr/>
        </p:nvGraphicFramePr>
        <p:xfrm>
          <a:off x="7890671"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FAE92951-5C5C-3FFA-52A7-1EFF1C458731}"/>
              </a:ext>
            </a:extLst>
          </p:cNvPr>
          <p:cNvSpPr txBox="1"/>
          <p:nvPr/>
        </p:nvSpPr>
        <p:spPr>
          <a:xfrm>
            <a:off x="6659605" y="230961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.json</a:t>
            </a:r>
            <a:endParaRPr kumimoji="0" lang="en-US" sz="1000" b="0" i="0" u="none" strike="noStrike" cap="none" spc="0" normalizeH="0" baseline="0">
              <a:ln>
                <a:noFill/>
              </a:ln>
              <a:solidFill>
                <a:srgbClr val="4C4C4C"/>
              </a:solidFill>
              <a:effectLst/>
              <a:uFillTx/>
              <a:sym typeface="Source Sans Pro"/>
            </a:endParaRPr>
          </a:p>
        </p:txBody>
      </p:sp>
      <p:pic>
        <p:nvPicPr>
          <p:cNvPr id="21" name="Graphic 20" descr="Paper outline">
            <a:extLst>
              <a:ext uri="{FF2B5EF4-FFF2-40B4-BE49-F238E27FC236}">
                <a16:creationId xmlns:a16="http://schemas.microsoft.com/office/drawing/2014/main" id="{89C79610-E55A-1542-2169-BDEFDAE6D0B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00650" y="1920240"/>
            <a:ext cx="430268" cy="430268"/>
          </a:xfrm>
          <a:prstGeom prst="rect">
            <a:avLst/>
          </a:prstGeom>
        </p:spPr>
      </p:pic>
      <p:sp>
        <p:nvSpPr>
          <p:cNvPr id="24" name="TextBox 23">
            <a:extLst>
              <a:ext uri="{FF2B5EF4-FFF2-40B4-BE49-F238E27FC236}">
                <a16:creationId xmlns:a16="http://schemas.microsoft.com/office/drawing/2014/main" id="{15AB188C-90B3-6B61-137B-45415AB79FE3}"/>
              </a:ext>
            </a:extLst>
          </p:cNvPr>
          <p:cNvSpPr txBox="1"/>
          <p:nvPr/>
        </p:nvSpPr>
        <p:spPr>
          <a:xfrm>
            <a:off x="7942729" y="2295378"/>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25" name="Graphic 24" descr="Paper outline">
            <a:extLst>
              <a:ext uri="{FF2B5EF4-FFF2-40B4-BE49-F238E27FC236}">
                <a16:creationId xmlns:a16="http://schemas.microsoft.com/office/drawing/2014/main" id="{BC75747A-7827-3CC5-25D9-9B8A331BEC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83775" y="1920889"/>
            <a:ext cx="430268" cy="430268"/>
          </a:xfrm>
          <a:prstGeom prst="rect">
            <a:avLst/>
          </a:prstGeom>
        </p:spPr>
      </p:pic>
      <p:pic>
        <p:nvPicPr>
          <p:cNvPr id="27" name="Graphic 26" descr="Folder outline">
            <a:extLst>
              <a:ext uri="{FF2B5EF4-FFF2-40B4-BE49-F238E27FC236}">
                <a16:creationId xmlns:a16="http://schemas.microsoft.com/office/drawing/2014/main" id="{D40E424F-04BB-EE5E-DD7C-B4F32A885B3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07260" y="1920240"/>
            <a:ext cx="550611" cy="550611"/>
          </a:xfrm>
          <a:prstGeom prst="rect">
            <a:avLst/>
          </a:prstGeom>
        </p:spPr>
      </p:pic>
      <p:sp>
        <p:nvSpPr>
          <p:cNvPr id="28" name="TextBox 27">
            <a:extLst>
              <a:ext uri="{FF2B5EF4-FFF2-40B4-BE49-F238E27FC236}">
                <a16:creationId xmlns:a16="http://schemas.microsoft.com/office/drawing/2014/main" id="{589A5824-AD4C-A8C8-E5B1-3324EA0D280B}"/>
              </a:ext>
            </a:extLst>
          </p:cNvPr>
          <p:cNvSpPr txBox="1"/>
          <p:nvPr/>
        </p:nvSpPr>
        <p:spPr>
          <a:xfrm>
            <a:off x="5422867" y="2337169"/>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sp>
        <p:nvSpPr>
          <p:cNvPr id="257" name="TextBox 256">
            <a:extLst>
              <a:ext uri="{FF2B5EF4-FFF2-40B4-BE49-F238E27FC236}">
                <a16:creationId xmlns:a16="http://schemas.microsoft.com/office/drawing/2014/main" id="{7DF5B618-E58B-BD21-B6CF-C706B2BD48BC}"/>
              </a:ext>
            </a:extLst>
          </p:cNvPr>
          <p:cNvSpPr txBox="1"/>
          <p:nvPr/>
        </p:nvSpPr>
        <p:spPr>
          <a:xfrm>
            <a:off x="6728820" y="8583326"/>
            <a:ext cx="512359"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.dsmj</a:t>
            </a:r>
            <a:endParaRPr kumimoji="0" lang="en-US" sz="1000" b="0" i="0" u="none" strike="noStrike" cap="none" spc="0" normalizeH="0" baseline="0">
              <a:ln>
                <a:noFill/>
              </a:ln>
              <a:solidFill>
                <a:srgbClr val="4C4C4C"/>
              </a:solidFill>
              <a:effectLst/>
              <a:uFillTx/>
              <a:sym typeface="Source Sans Pro"/>
            </a:endParaRPr>
          </a:p>
        </p:txBody>
      </p:sp>
      <p:pic>
        <p:nvPicPr>
          <p:cNvPr id="258" name="Graphic 257" descr="Paper outline">
            <a:extLst>
              <a:ext uri="{FF2B5EF4-FFF2-40B4-BE49-F238E27FC236}">
                <a16:creationId xmlns:a16="http://schemas.microsoft.com/office/drawing/2014/main" id="{05C6E2CB-4339-DA2E-DDAE-975DEA4275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69866" y="8235488"/>
            <a:ext cx="430268" cy="430268"/>
          </a:xfrm>
          <a:prstGeom prst="rect">
            <a:avLst/>
          </a:prstGeom>
        </p:spPr>
      </p:pic>
      <p:graphicFrame>
        <p:nvGraphicFramePr>
          <p:cNvPr id="430" name="Table">
            <a:extLst>
              <a:ext uri="{FF2B5EF4-FFF2-40B4-BE49-F238E27FC236}">
                <a16:creationId xmlns:a16="http://schemas.microsoft.com/office/drawing/2014/main" id="{C7AA96E9-7D63-995F-C4E8-038766CE1EE1}"/>
              </a:ext>
            </a:extLst>
          </p:cNvPr>
          <p:cNvGraphicFramePr/>
          <p:nvPr/>
        </p:nvGraphicFramePr>
        <p:xfrm>
          <a:off x="5717228"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1" name="Table">
            <a:extLst>
              <a:ext uri="{FF2B5EF4-FFF2-40B4-BE49-F238E27FC236}">
                <a16:creationId xmlns:a16="http://schemas.microsoft.com/office/drawing/2014/main" id="{C52738FC-C6D7-C999-733C-95A0EB46B5B4}"/>
              </a:ext>
            </a:extLst>
          </p:cNvPr>
          <p:cNvGraphicFramePr/>
          <p:nvPr/>
        </p:nvGraphicFramePr>
        <p:xfrm>
          <a:off x="6459637"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F3AF6522-90DB-C834-D562-833688955A6E}"/>
              </a:ext>
            </a:extLst>
          </p:cNvPr>
          <p:cNvGraphicFramePr/>
          <p:nvPr/>
        </p:nvGraphicFramePr>
        <p:xfrm>
          <a:off x="6953164" y="3659028"/>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8" name="Table">
            <a:extLst>
              <a:ext uri="{FF2B5EF4-FFF2-40B4-BE49-F238E27FC236}">
                <a16:creationId xmlns:a16="http://schemas.microsoft.com/office/drawing/2014/main" id="{C3F6630C-9D96-65C3-6E80-E63A80E6FE6F}"/>
              </a:ext>
            </a:extLst>
          </p:cNvPr>
          <p:cNvGraphicFramePr/>
          <p:nvPr/>
        </p:nvGraphicFramePr>
        <p:xfrm>
          <a:off x="7737264"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9" name="Table">
            <a:extLst>
              <a:ext uri="{FF2B5EF4-FFF2-40B4-BE49-F238E27FC236}">
                <a16:creationId xmlns:a16="http://schemas.microsoft.com/office/drawing/2014/main" id="{DC6A3EAF-4D34-FE36-3DD2-7947871D4A38}"/>
              </a:ext>
            </a:extLst>
          </p:cNvPr>
          <p:cNvGraphicFramePr/>
          <p:nvPr/>
        </p:nvGraphicFramePr>
        <p:xfrm>
          <a:off x="8230791"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317" name="Google Shape;156;p1">
            <a:extLst>
              <a:ext uri="{FF2B5EF4-FFF2-40B4-BE49-F238E27FC236}">
                <a16:creationId xmlns:a16="http://schemas.microsoft.com/office/drawing/2014/main" id="{9F529D18-7821-9C43-673F-1D1416E084F0}"/>
              </a:ext>
            </a:extLst>
          </p:cNvPr>
          <p:cNvGrpSpPr/>
          <p:nvPr/>
        </p:nvGrpSpPr>
        <p:grpSpPr>
          <a:xfrm>
            <a:off x="7852504" y="6496126"/>
            <a:ext cx="1357791" cy="804343"/>
            <a:chOff x="10592773" y="5229745"/>
            <a:chExt cx="3298954" cy="1741391"/>
          </a:xfrm>
        </p:grpSpPr>
        <p:sp>
          <p:nvSpPr>
            <p:cNvPr id="318" name="Google Shape;157;p1">
              <a:extLst>
                <a:ext uri="{FF2B5EF4-FFF2-40B4-BE49-F238E27FC236}">
                  <a16:creationId xmlns:a16="http://schemas.microsoft.com/office/drawing/2014/main" id="{EC6B96DC-F038-3ABB-1483-E887E2437195}"/>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27BE260E-E781-C7A0-1AAA-6CE93EE0E5DA}"/>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2B4C38B3-401C-610A-622C-00612BF6B967}"/>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D3B8B642-09A7-F579-08F4-74A16C69455A}"/>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928D1020-71BF-E30B-2A77-48FA3E086FE3}"/>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36487028-676A-0F2E-4381-E79A0FE804E6}"/>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BBEF1802-76D4-B63B-C2A5-965A80DF89C8}"/>
                </a:ext>
              </a:extLst>
            </p:cNvPr>
            <p:cNvSpPr/>
            <p:nvPr/>
          </p:nvSpPr>
          <p:spPr>
            <a:xfrm>
              <a:off x="13261106" y="6564434"/>
              <a:ext cx="328200" cy="3369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698B8D98-ABCF-B130-05D6-12DD4CC215E6}"/>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979DD1ED-CC7E-E054-0B74-9289CE3685DB}"/>
                </a:ext>
              </a:extLst>
            </p:cNvPr>
            <p:cNvSpPr/>
            <p:nvPr/>
          </p:nvSpPr>
          <p:spPr>
            <a:xfrm>
              <a:off x="13324166" y="6099152"/>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6897D734-6443-D8B9-8915-BCC414009CEF}"/>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6A4D417B-00AB-316F-A5A2-E1B3159652AC}"/>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355282FE-241C-4BE1-5111-BDDCEA1B8AA7}"/>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7AA49914-2F19-6317-59FE-6E56DC74ECA4}"/>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52E728DB-DC40-E450-3B54-96BFFC7641C6}"/>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C0F81FFA-13C9-5D9F-C3BA-3DD0CB9F33AD}"/>
                </a:ext>
              </a:extLst>
            </p:cNvPr>
            <p:cNvSpPr/>
            <p:nvPr/>
          </p:nvSpPr>
          <p:spPr>
            <a:xfrm>
              <a:off x="11449106" y="6300040"/>
              <a:ext cx="553500" cy="567900"/>
            </a:xfrm>
            <a:prstGeom prst="ellipse">
              <a:avLst/>
            </a:prstGeom>
            <a:solidFill>
              <a:schemeClr val="bg2">
                <a:lumMod val="10000"/>
              </a:schemeClr>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AC2C8067-A66B-28CB-F6CE-98F9765B23B5}"/>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2B3AAF95-68B1-96C7-707D-B8D2AD750E47}"/>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465FB73C-833B-CEF6-2A48-7E1FAE46AACC}"/>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F57E4A4F-AD0B-73A5-0A5C-56884A9F481C}"/>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45569165-C41E-1EED-4585-455DB7BD9AB6}"/>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5BF7E941-62A6-C910-86D9-5DC3E2618683}"/>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C0D805B3-342C-1770-2CF7-597F04AC50B7}"/>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A7219904-0009-F777-058D-96C981C4D046}"/>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96082AD7-BF50-12B8-74D1-0C446267E095}"/>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9FED86CE-C1DF-E5D5-A95F-EEE153AB3B95}"/>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F9E4F4A4-CA3C-2695-B5C4-330B94E7A962}"/>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0103FC8C-FF1A-BA88-BAEE-DD47190E6DE8}"/>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437CBBB5-6F14-3E30-AD01-AACC6D7104A4}"/>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0926BE26-99A7-7D7C-0F87-1F2D882DB943}"/>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87646689-EF73-A0F9-431B-A6A4B7044D7B}"/>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490465FB-7976-AF0B-E8D9-90163190AEA5}"/>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49793BC4-271B-B3FC-65C6-1DA3C5EB078A}"/>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D905EB00-FB71-0731-FFB1-042FE15C49BB}"/>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0D8AB851-56F9-7B0F-5252-4FAEE4BABEF3}"/>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1568F14B-04D1-68D8-8282-2C8B4C472CC0}"/>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436CE4A8-304D-2B43-09F8-FA8CD9080760}"/>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2CAFE08D-378F-880B-382F-8769ED3429E0}"/>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EDB184E1-2D19-768E-209A-B7EDBF6AC056}"/>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B2C56C47-F692-A1FA-6BB2-CD9D774C503B}"/>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grpSp>
      <p:grpSp>
        <p:nvGrpSpPr>
          <p:cNvPr id="32" name="Google Shape;156;p1">
            <a:extLst>
              <a:ext uri="{FF2B5EF4-FFF2-40B4-BE49-F238E27FC236}">
                <a16:creationId xmlns:a16="http://schemas.microsoft.com/office/drawing/2014/main" id="{703A0751-3FB6-2595-15AA-891531F50BB7}"/>
              </a:ext>
            </a:extLst>
          </p:cNvPr>
          <p:cNvGrpSpPr/>
          <p:nvPr/>
        </p:nvGrpSpPr>
        <p:grpSpPr>
          <a:xfrm>
            <a:off x="6353314" y="6492240"/>
            <a:ext cx="1361060" cy="803822"/>
            <a:chOff x="10592773" y="5229745"/>
            <a:chExt cx="3298954" cy="1741391"/>
          </a:xfrm>
        </p:grpSpPr>
        <p:sp>
          <p:nvSpPr>
            <p:cNvPr id="33" name="Google Shape;157;p1">
              <a:extLst>
                <a:ext uri="{FF2B5EF4-FFF2-40B4-BE49-F238E27FC236}">
                  <a16:creationId xmlns:a16="http://schemas.microsoft.com/office/drawing/2014/main" id="{B7D87CC1-E7B4-E4B2-0633-E597B5675CE1}"/>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5" name="Google Shape;158;p1">
              <a:extLst>
                <a:ext uri="{FF2B5EF4-FFF2-40B4-BE49-F238E27FC236}">
                  <a16:creationId xmlns:a16="http://schemas.microsoft.com/office/drawing/2014/main" id="{ABC564B8-C405-9513-9A8E-9EFD8821BF7D}"/>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6" name="Google Shape;159;p1">
              <a:extLst>
                <a:ext uri="{FF2B5EF4-FFF2-40B4-BE49-F238E27FC236}">
                  <a16:creationId xmlns:a16="http://schemas.microsoft.com/office/drawing/2014/main" id="{00CAA5F1-4B3E-941A-CE43-C2D1736CBBCF}"/>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7" name="Google Shape;160;p1">
              <a:extLst>
                <a:ext uri="{FF2B5EF4-FFF2-40B4-BE49-F238E27FC236}">
                  <a16:creationId xmlns:a16="http://schemas.microsoft.com/office/drawing/2014/main" id="{AE2C1969-39FE-F5FA-F742-471A7E08A1C4}"/>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8" name="Google Shape;161;p1">
              <a:extLst>
                <a:ext uri="{FF2B5EF4-FFF2-40B4-BE49-F238E27FC236}">
                  <a16:creationId xmlns:a16="http://schemas.microsoft.com/office/drawing/2014/main" id="{403B06CF-033C-EDA1-1029-B146655975B2}"/>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9" name="Google Shape;162;p1">
              <a:extLst>
                <a:ext uri="{FF2B5EF4-FFF2-40B4-BE49-F238E27FC236}">
                  <a16:creationId xmlns:a16="http://schemas.microsoft.com/office/drawing/2014/main" id="{043DDF28-6E60-1B82-C9DF-D8A7329E8CE4}"/>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40" name="Google Shape;163;p1">
              <a:extLst>
                <a:ext uri="{FF2B5EF4-FFF2-40B4-BE49-F238E27FC236}">
                  <a16:creationId xmlns:a16="http://schemas.microsoft.com/office/drawing/2014/main" id="{ED33A462-FEB9-2F4A-4E74-CFEC72175AC4}"/>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44" name="Google Shape;164;p1">
              <a:extLst>
                <a:ext uri="{FF2B5EF4-FFF2-40B4-BE49-F238E27FC236}">
                  <a16:creationId xmlns:a16="http://schemas.microsoft.com/office/drawing/2014/main" id="{BDA5103F-C4F1-44AE-07EA-2DB778C61DA1}"/>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45" name="Google Shape;165;p1">
              <a:extLst>
                <a:ext uri="{FF2B5EF4-FFF2-40B4-BE49-F238E27FC236}">
                  <a16:creationId xmlns:a16="http://schemas.microsoft.com/office/drawing/2014/main" id="{2CE4E3B5-130D-4925-A401-F0A5135E5DD1}"/>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46" name="Google Shape;166;p1">
              <a:extLst>
                <a:ext uri="{FF2B5EF4-FFF2-40B4-BE49-F238E27FC236}">
                  <a16:creationId xmlns:a16="http://schemas.microsoft.com/office/drawing/2014/main" id="{93B6637B-8B48-300A-6076-2D37A9EFCE25}"/>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47" name="Google Shape;167;p1">
              <a:extLst>
                <a:ext uri="{FF2B5EF4-FFF2-40B4-BE49-F238E27FC236}">
                  <a16:creationId xmlns:a16="http://schemas.microsoft.com/office/drawing/2014/main" id="{0D3EF0D9-D1F2-B773-B757-E1799C2C249C}"/>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49" name="Google Shape;168;p1">
              <a:extLst>
                <a:ext uri="{FF2B5EF4-FFF2-40B4-BE49-F238E27FC236}">
                  <a16:creationId xmlns:a16="http://schemas.microsoft.com/office/drawing/2014/main" id="{21E2A3BA-C6E2-8847-B69B-4ED2D3BB85F2}"/>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50" name="Google Shape;169;p1">
              <a:extLst>
                <a:ext uri="{FF2B5EF4-FFF2-40B4-BE49-F238E27FC236}">
                  <a16:creationId xmlns:a16="http://schemas.microsoft.com/office/drawing/2014/main" id="{1CCA5A05-C62E-DC90-0AFE-3D01B6E495C1}"/>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51" name="Google Shape;170;p1">
              <a:extLst>
                <a:ext uri="{FF2B5EF4-FFF2-40B4-BE49-F238E27FC236}">
                  <a16:creationId xmlns:a16="http://schemas.microsoft.com/office/drawing/2014/main" id="{742A2A45-FA21-87A6-4828-8B47936B7B7B}"/>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52" name="Google Shape;171;p1">
              <a:extLst>
                <a:ext uri="{FF2B5EF4-FFF2-40B4-BE49-F238E27FC236}">
                  <a16:creationId xmlns:a16="http://schemas.microsoft.com/office/drawing/2014/main" id="{AF77EAC4-3A4C-8720-AFA8-303D67BDAEA9}"/>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54" name="Google Shape;172;p1">
              <a:extLst>
                <a:ext uri="{FF2B5EF4-FFF2-40B4-BE49-F238E27FC236}">
                  <a16:creationId xmlns:a16="http://schemas.microsoft.com/office/drawing/2014/main" id="{69A9D8EC-66AA-A1EF-8A7A-3D10F6215359}"/>
                </a:ext>
              </a:extLst>
            </p:cNvPr>
            <p:cNvCxnSpPr>
              <a:cxnSpLocks/>
              <a:stCxn id="33" idx="2"/>
              <a:endCxn id="46"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5" name="Google Shape;173;p1">
              <a:extLst>
                <a:ext uri="{FF2B5EF4-FFF2-40B4-BE49-F238E27FC236}">
                  <a16:creationId xmlns:a16="http://schemas.microsoft.com/office/drawing/2014/main" id="{AE60357C-E509-8E73-E147-5968551AF972}"/>
                </a:ext>
              </a:extLst>
            </p:cNvPr>
            <p:cNvCxnSpPr>
              <a:stCxn id="46" idx="2"/>
              <a:endCxn id="452"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7" name="Google Shape;175;p1">
              <a:extLst>
                <a:ext uri="{FF2B5EF4-FFF2-40B4-BE49-F238E27FC236}">
                  <a16:creationId xmlns:a16="http://schemas.microsoft.com/office/drawing/2014/main" id="{CD4FC6CB-0D79-1523-18E4-E8A1E6BA6F7B}"/>
                </a:ext>
              </a:extLst>
            </p:cNvPr>
            <p:cNvCxnSpPr>
              <a:stCxn id="52" idx="1"/>
              <a:endCxn id="44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8" name="Google Shape;177;p1">
              <a:extLst>
                <a:ext uri="{FF2B5EF4-FFF2-40B4-BE49-F238E27FC236}">
                  <a16:creationId xmlns:a16="http://schemas.microsoft.com/office/drawing/2014/main" id="{01DB5278-EC90-6387-9531-6293F5B27B7A}"/>
                </a:ext>
              </a:extLst>
            </p:cNvPr>
            <p:cNvCxnSpPr>
              <a:stCxn id="52" idx="2"/>
              <a:endCxn id="5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9" name="Google Shape;178;p1">
              <a:extLst>
                <a:ext uri="{FF2B5EF4-FFF2-40B4-BE49-F238E27FC236}">
                  <a16:creationId xmlns:a16="http://schemas.microsoft.com/office/drawing/2014/main" id="{93D4AA4C-EA2C-33B7-CDD7-ED3B3E601B23}"/>
                </a:ext>
              </a:extLst>
            </p:cNvPr>
            <p:cNvCxnSpPr>
              <a:stCxn id="51" idx="2"/>
              <a:endCxn id="50"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60" name="Google Shape;179;p1">
              <a:extLst>
                <a:ext uri="{FF2B5EF4-FFF2-40B4-BE49-F238E27FC236}">
                  <a16:creationId xmlns:a16="http://schemas.microsoft.com/office/drawing/2014/main" id="{B0975197-ECEE-9CC1-52DF-74E3557791CA}"/>
                </a:ext>
              </a:extLst>
            </p:cNvPr>
            <p:cNvCxnSpPr>
              <a:stCxn id="448" idx="2"/>
              <a:endCxn id="4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61" name="Google Shape;180;p1">
              <a:extLst>
                <a:ext uri="{FF2B5EF4-FFF2-40B4-BE49-F238E27FC236}">
                  <a16:creationId xmlns:a16="http://schemas.microsoft.com/office/drawing/2014/main" id="{F792245B-21CC-75D1-EF61-85A4D9D87F79}"/>
                </a:ext>
              </a:extLst>
            </p:cNvPr>
            <p:cNvCxnSpPr>
              <a:stCxn id="46" idx="1"/>
              <a:endCxn id="4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62" name="Google Shape;181;p1">
              <a:extLst>
                <a:ext uri="{FF2B5EF4-FFF2-40B4-BE49-F238E27FC236}">
                  <a16:creationId xmlns:a16="http://schemas.microsoft.com/office/drawing/2014/main" id="{03CDC54B-45E2-4F74-0A72-861C0870F975}"/>
                </a:ext>
              </a:extLst>
            </p:cNvPr>
            <p:cNvCxnSpPr>
              <a:stCxn id="466" idx="2"/>
              <a:endCxn id="44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63" name="Google Shape;183;p1">
              <a:extLst>
                <a:ext uri="{FF2B5EF4-FFF2-40B4-BE49-F238E27FC236}">
                  <a16:creationId xmlns:a16="http://schemas.microsoft.com/office/drawing/2014/main" id="{5BCC7206-2BD7-EE67-349E-8E3BBA4225A2}"/>
                </a:ext>
              </a:extLst>
            </p:cNvPr>
            <p:cNvCxnSpPr>
              <a:stCxn id="466" idx="2"/>
              <a:endCxn id="4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8" name="Google Shape;176;p1">
              <a:extLst>
                <a:ext uri="{FF2B5EF4-FFF2-40B4-BE49-F238E27FC236}">
                  <a16:creationId xmlns:a16="http://schemas.microsoft.com/office/drawing/2014/main" id="{91711339-9F8A-9161-C8A0-861340C8F8B3}"/>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449" name="Google Shape;184;p1">
              <a:extLst>
                <a:ext uri="{FF2B5EF4-FFF2-40B4-BE49-F238E27FC236}">
                  <a16:creationId xmlns:a16="http://schemas.microsoft.com/office/drawing/2014/main" id="{E98123B9-5D28-3995-56E8-D5751C7FAC1F}"/>
                </a:ext>
              </a:extLst>
            </p:cNvPr>
            <p:cNvCxnSpPr>
              <a:stCxn id="33" idx="2"/>
              <a:endCxn id="5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50" name="Google Shape;185;p1">
              <a:extLst>
                <a:ext uri="{FF2B5EF4-FFF2-40B4-BE49-F238E27FC236}">
                  <a16:creationId xmlns:a16="http://schemas.microsoft.com/office/drawing/2014/main" id="{62FD3C9A-4909-D5C2-CBCE-DA7157C2FF43}"/>
                </a:ext>
              </a:extLst>
            </p:cNvPr>
            <p:cNvCxnSpPr>
              <a:stCxn id="33" idx="5"/>
              <a:endCxn id="4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52" name="Google Shape;174;p1">
              <a:extLst>
                <a:ext uri="{FF2B5EF4-FFF2-40B4-BE49-F238E27FC236}">
                  <a16:creationId xmlns:a16="http://schemas.microsoft.com/office/drawing/2014/main" id="{BBD5107E-87E2-7808-1A1E-CF36B75655A8}"/>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453" name="Google Shape;186;p1">
              <a:extLst>
                <a:ext uri="{FF2B5EF4-FFF2-40B4-BE49-F238E27FC236}">
                  <a16:creationId xmlns:a16="http://schemas.microsoft.com/office/drawing/2014/main" id="{D83205FF-CB4D-AC63-111C-E0275BA12C90}"/>
                </a:ext>
              </a:extLst>
            </p:cNvPr>
            <p:cNvCxnSpPr>
              <a:stCxn id="466" idx="2"/>
              <a:endCxn id="5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56" name="Google Shape;187;p1">
              <a:extLst>
                <a:ext uri="{FF2B5EF4-FFF2-40B4-BE49-F238E27FC236}">
                  <a16:creationId xmlns:a16="http://schemas.microsoft.com/office/drawing/2014/main" id="{E3D40D9E-5571-DA16-67B7-09193E4FCACD}"/>
                </a:ext>
              </a:extLst>
            </p:cNvPr>
            <p:cNvCxnSpPr>
              <a:stCxn id="461" idx="6"/>
              <a:endCxn id="39"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57" name="Google Shape;189;p1">
              <a:extLst>
                <a:ext uri="{FF2B5EF4-FFF2-40B4-BE49-F238E27FC236}">
                  <a16:creationId xmlns:a16="http://schemas.microsoft.com/office/drawing/2014/main" id="{86C103C4-B00A-014F-C24F-2C9B34AECDDB}"/>
                </a:ext>
              </a:extLst>
            </p:cNvPr>
            <p:cNvCxnSpPr>
              <a:stCxn id="39" idx="7"/>
              <a:endCxn id="3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58" name="Google Shape;190;p1">
              <a:extLst>
                <a:ext uri="{FF2B5EF4-FFF2-40B4-BE49-F238E27FC236}">
                  <a16:creationId xmlns:a16="http://schemas.microsoft.com/office/drawing/2014/main" id="{BE133CCD-2195-A570-5577-B8A7546FF9B6}"/>
                </a:ext>
              </a:extLst>
            </p:cNvPr>
            <p:cNvCxnSpPr>
              <a:stCxn id="37" idx="6"/>
              <a:endCxn id="3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9" name="Google Shape;191;p1">
              <a:extLst>
                <a:ext uri="{FF2B5EF4-FFF2-40B4-BE49-F238E27FC236}">
                  <a16:creationId xmlns:a16="http://schemas.microsoft.com/office/drawing/2014/main" id="{833B3EAA-C1B0-5548-8437-07AA5CF6CE7E}"/>
                </a:ext>
              </a:extLst>
            </p:cNvPr>
            <p:cNvCxnSpPr>
              <a:stCxn id="33" idx="6"/>
              <a:endCxn id="3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61" name="Google Shape;188;p1">
              <a:extLst>
                <a:ext uri="{FF2B5EF4-FFF2-40B4-BE49-F238E27FC236}">
                  <a16:creationId xmlns:a16="http://schemas.microsoft.com/office/drawing/2014/main" id="{2EBA61FE-68DB-C4A2-E606-5A0257F555F1}"/>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465" name="Google Shape;192;p1">
              <a:extLst>
                <a:ext uri="{FF2B5EF4-FFF2-40B4-BE49-F238E27FC236}">
                  <a16:creationId xmlns:a16="http://schemas.microsoft.com/office/drawing/2014/main" id="{E3D191C0-9172-D40E-8D15-46283C7D8BDF}"/>
                </a:ext>
              </a:extLst>
            </p:cNvPr>
            <p:cNvCxnSpPr>
              <a:stCxn id="35" idx="7"/>
              <a:endCxn id="3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66" name="Google Shape;182;p1">
              <a:extLst>
                <a:ext uri="{FF2B5EF4-FFF2-40B4-BE49-F238E27FC236}">
                  <a16:creationId xmlns:a16="http://schemas.microsoft.com/office/drawing/2014/main" id="{8D9D2351-33B5-FC19-E9CD-2C9BAD62C087}"/>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468" name="Google Shape;193;p1">
              <a:extLst>
                <a:ext uri="{FF2B5EF4-FFF2-40B4-BE49-F238E27FC236}">
                  <a16:creationId xmlns:a16="http://schemas.microsoft.com/office/drawing/2014/main" id="{EA4B3381-2930-66B3-BB52-6E55C846B3C0}"/>
                </a:ext>
              </a:extLst>
            </p:cNvPr>
            <p:cNvCxnSpPr>
              <a:stCxn id="52" idx="6"/>
              <a:endCxn id="4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70" name="Google Shape;194;p1">
              <a:extLst>
                <a:ext uri="{FF2B5EF4-FFF2-40B4-BE49-F238E27FC236}">
                  <a16:creationId xmlns:a16="http://schemas.microsoft.com/office/drawing/2014/main" id="{657BA541-7C2C-1EED-A241-DC0E544F8F0F}"/>
                </a:ext>
              </a:extLst>
            </p:cNvPr>
            <p:cNvCxnSpPr>
              <a:stCxn id="44" idx="1"/>
              <a:endCxn id="46"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1" name="Google Shape;195;p1">
              <a:extLst>
                <a:ext uri="{FF2B5EF4-FFF2-40B4-BE49-F238E27FC236}">
                  <a16:creationId xmlns:a16="http://schemas.microsoft.com/office/drawing/2014/main" id="{08A820A7-F42C-8429-C00C-DCBB8A30E208}"/>
                </a:ext>
              </a:extLst>
            </p:cNvPr>
            <p:cNvCxnSpPr>
              <a:stCxn id="466" idx="3"/>
              <a:endCxn id="5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72" name="Google Shape;196;p1">
              <a:extLst>
                <a:ext uri="{FF2B5EF4-FFF2-40B4-BE49-F238E27FC236}">
                  <a16:creationId xmlns:a16="http://schemas.microsoft.com/office/drawing/2014/main" id="{2D8D0456-41BF-252B-061D-B1D37C00E45B}"/>
                </a:ext>
              </a:extLst>
            </p:cNvPr>
            <p:cNvCxnSpPr>
              <a:stCxn id="461" idx="5"/>
              <a:endCxn id="44"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3" name="Google Shape;197;p1">
              <a:extLst>
                <a:ext uri="{FF2B5EF4-FFF2-40B4-BE49-F238E27FC236}">
                  <a16:creationId xmlns:a16="http://schemas.microsoft.com/office/drawing/2014/main" id="{E71D2DF4-BAFE-EFA1-1A57-5EB4DFCD92B1}"/>
                </a:ext>
              </a:extLst>
            </p:cNvPr>
            <p:cNvCxnSpPr>
              <a:stCxn id="33" idx="6"/>
              <a:endCxn id="39"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8" name="Google Shape;198;p1">
              <a:extLst>
                <a:ext uri="{FF2B5EF4-FFF2-40B4-BE49-F238E27FC236}">
                  <a16:creationId xmlns:a16="http://schemas.microsoft.com/office/drawing/2014/main" id="{0E836F1E-261F-E894-064E-8EB31CDDCE58}"/>
                </a:ext>
              </a:extLst>
            </p:cNvPr>
            <p:cNvCxnSpPr>
              <a:stCxn id="461" idx="6"/>
              <a:endCxn id="45"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79" name="Google Shape;199;p1">
              <a:extLst>
                <a:ext uri="{FF2B5EF4-FFF2-40B4-BE49-F238E27FC236}">
                  <a16:creationId xmlns:a16="http://schemas.microsoft.com/office/drawing/2014/main" id="{2EB7A3C6-5B06-D5B6-3AEB-7BECDBBEFBE8}"/>
                </a:ext>
              </a:extLst>
            </p:cNvPr>
            <p:cNvCxnSpPr>
              <a:stCxn id="461" idx="3"/>
              <a:endCxn id="52"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81" name="Google Shape;200;p1">
              <a:extLst>
                <a:ext uri="{FF2B5EF4-FFF2-40B4-BE49-F238E27FC236}">
                  <a16:creationId xmlns:a16="http://schemas.microsoft.com/office/drawing/2014/main" id="{1C446E3B-2AED-3E60-98AA-B6B54463B052}"/>
                </a:ext>
              </a:extLst>
            </p:cNvPr>
            <p:cNvCxnSpPr>
              <a:stCxn id="461" idx="6"/>
              <a:endCxn id="40"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cxnSp>
        <p:nvCxnSpPr>
          <p:cNvPr id="9" name="Straight Connector 8">
            <a:extLst>
              <a:ext uri="{FF2B5EF4-FFF2-40B4-BE49-F238E27FC236}">
                <a16:creationId xmlns:a16="http://schemas.microsoft.com/office/drawing/2014/main" id="{16F76724-11DD-8F29-B7DE-FDC9374648FD}"/>
              </a:ext>
            </a:extLst>
          </p:cNvPr>
          <p:cNvCxnSpPr>
            <a:stCxn id="359" idx="3"/>
            <a:endCxn id="338" idx="7"/>
          </p:cNvCxnSpPr>
          <p:nvPr/>
        </p:nvCxnSpPr>
        <p:spPr>
          <a:xfrm flipH="1">
            <a:off x="8399404" y="6857889"/>
            <a:ext cx="192599" cy="171018"/>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524FF976-3FD1-3BF5-43C5-712AAB951828}"/>
              </a:ext>
            </a:extLst>
          </p:cNvPr>
          <p:cNvCxnSpPr>
            <a:cxnSpLocks/>
            <a:stCxn id="359" idx="5"/>
            <a:endCxn id="329" idx="1"/>
          </p:cNvCxnSpPr>
          <p:nvPr/>
        </p:nvCxnSpPr>
        <p:spPr>
          <a:xfrm>
            <a:off x="8647968" y="6857889"/>
            <a:ext cx="161412" cy="364517"/>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65D733D8-6BCA-9C47-9686-8B3D3F6E8E9D}"/>
              </a:ext>
            </a:extLst>
          </p:cNvPr>
          <p:cNvCxnSpPr>
            <a:stCxn id="359" idx="6"/>
            <a:endCxn id="328" idx="1"/>
          </p:cNvCxnSpPr>
          <p:nvPr/>
        </p:nvCxnSpPr>
        <p:spPr>
          <a:xfrm>
            <a:off x="8659559" y="6825554"/>
            <a:ext cx="310966" cy="30985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957961F8-F5CA-B64E-851E-4F3D5F44A400}"/>
              </a:ext>
            </a:extLst>
          </p:cNvPr>
          <p:cNvCxnSpPr>
            <a:stCxn id="359" idx="6"/>
            <a:endCxn id="331" idx="2"/>
          </p:cNvCxnSpPr>
          <p:nvPr/>
        </p:nvCxnSpPr>
        <p:spPr>
          <a:xfrm>
            <a:off x="8659559" y="6825554"/>
            <a:ext cx="317138" cy="117876"/>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 name="Straight Connector 47">
            <a:extLst>
              <a:ext uri="{FF2B5EF4-FFF2-40B4-BE49-F238E27FC236}">
                <a16:creationId xmlns:a16="http://schemas.microsoft.com/office/drawing/2014/main" id="{4B3DEB36-D17D-C15D-11BF-86DC146C45B8}"/>
              </a:ext>
            </a:extLst>
          </p:cNvPr>
          <p:cNvCxnSpPr>
            <a:cxnSpLocks/>
            <a:stCxn id="359" idx="7"/>
            <a:endCxn id="327" idx="2"/>
          </p:cNvCxnSpPr>
          <p:nvPr/>
        </p:nvCxnSpPr>
        <p:spPr>
          <a:xfrm flipV="1">
            <a:off x="8647968" y="6733320"/>
            <a:ext cx="191438" cy="5989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68" name="Line">
            <a:extLst>
              <a:ext uri="{FF2B5EF4-FFF2-40B4-BE49-F238E27FC236}">
                <a16:creationId xmlns:a16="http://schemas.microsoft.com/office/drawing/2014/main" id="{B738495F-7CD8-8164-8652-3813C5BA90C7}"/>
              </a:ext>
            </a:extLst>
          </p:cNvPr>
          <p:cNvSpPr/>
          <p:nvPr/>
        </p:nvSpPr>
        <p:spPr>
          <a:xfrm flipV="1">
            <a:off x="4522135" y="1950770"/>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41" name="Line">
            <a:extLst>
              <a:ext uri="{FF2B5EF4-FFF2-40B4-BE49-F238E27FC236}">
                <a16:creationId xmlns:a16="http://schemas.microsoft.com/office/drawing/2014/main" id="{65BC1BD7-D643-BD45-9D2A-721153844CC0}"/>
              </a:ext>
            </a:extLst>
          </p:cNvPr>
          <p:cNvSpPr/>
          <p:nvPr/>
        </p:nvSpPr>
        <p:spPr>
          <a:xfrm flipV="1">
            <a:off x="4528417" y="2925125"/>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42" name="Line">
            <a:extLst>
              <a:ext uri="{FF2B5EF4-FFF2-40B4-BE49-F238E27FC236}">
                <a16:creationId xmlns:a16="http://schemas.microsoft.com/office/drawing/2014/main" id="{8C69A398-90E0-F329-80B6-538A23880C0B}"/>
              </a:ext>
            </a:extLst>
          </p:cNvPr>
          <p:cNvSpPr/>
          <p:nvPr/>
        </p:nvSpPr>
        <p:spPr>
          <a:xfrm flipV="1">
            <a:off x="4522135" y="3712979"/>
            <a:ext cx="0" cy="61688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43" name="Line">
            <a:extLst>
              <a:ext uri="{FF2B5EF4-FFF2-40B4-BE49-F238E27FC236}">
                <a16:creationId xmlns:a16="http://schemas.microsoft.com/office/drawing/2014/main" id="{4F9B4014-ECBC-6E5A-F7DE-DA6FD404B346}"/>
              </a:ext>
            </a:extLst>
          </p:cNvPr>
          <p:cNvSpPr/>
          <p:nvPr/>
        </p:nvSpPr>
        <p:spPr>
          <a:xfrm flipV="1">
            <a:off x="4522135" y="4885657"/>
            <a:ext cx="0" cy="859416"/>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44" name="Line">
            <a:extLst>
              <a:ext uri="{FF2B5EF4-FFF2-40B4-BE49-F238E27FC236}">
                <a16:creationId xmlns:a16="http://schemas.microsoft.com/office/drawing/2014/main" id="{03242D13-667B-F773-42A0-DCF4E3338AB6}"/>
              </a:ext>
            </a:extLst>
          </p:cNvPr>
          <p:cNvSpPr/>
          <p:nvPr/>
        </p:nvSpPr>
        <p:spPr>
          <a:xfrm flipV="1">
            <a:off x="4522135" y="6345871"/>
            <a:ext cx="0" cy="108112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45" name="Line">
            <a:extLst>
              <a:ext uri="{FF2B5EF4-FFF2-40B4-BE49-F238E27FC236}">
                <a16:creationId xmlns:a16="http://schemas.microsoft.com/office/drawing/2014/main" id="{5CC5FC1B-C08D-CE3B-A544-0DA9D4324055}"/>
              </a:ext>
            </a:extLst>
          </p:cNvPr>
          <p:cNvSpPr/>
          <p:nvPr/>
        </p:nvSpPr>
        <p:spPr>
          <a:xfrm flipV="1">
            <a:off x="4526280" y="8228494"/>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13" name="TextBox 512">
            <a:extLst>
              <a:ext uri="{FF2B5EF4-FFF2-40B4-BE49-F238E27FC236}">
                <a16:creationId xmlns:a16="http://schemas.microsoft.com/office/drawing/2014/main" id="{91FA0246-BDF2-8724-39CD-47FB2AC4CC7B}"/>
              </a:ext>
            </a:extLst>
          </p:cNvPr>
          <p:cNvSpPr txBox="1"/>
          <p:nvPr/>
        </p:nvSpPr>
        <p:spPr>
          <a:xfrm>
            <a:off x="3840480" y="3761082"/>
            <a:ext cx="582846" cy="4692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Node/</a:t>
            </a:r>
          </a:p>
          <a:p>
            <a:pPr marL="0" marR="0" indent="0" algn="ctr" defTabSz="584200" rtl="0" fontAlgn="auto" latinLnBrk="0" hangingPunct="0">
              <a:lnSpc>
                <a:spcPct val="100000"/>
              </a:lnSpc>
              <a:spcBef>
                <a:spcPts val="200"/>
              </a:spcBef>
              <a:spcAft>
                <a:spcPts val="0"/>
              </a:spcAft>
              <a:buClrTx/>
              <a:buSzTx/>
              <a:buFontTx/>
              <a:buNone/>
              <a:tabLst/>
            </a:pPr>
            <a:r>
              <a:rPr lang="en-US" sz="1000" b="0"/>
              <a:t>Edgelist</a:t>
            </a:r>
            <a:endParaRPr kumimoji="0" lang="en-US" sz="1000" b="0" i="0" u="none" strike="noStrike" cap="none" spc="0" normalizeH="0" baseline="0">
              <a:ln>
                <a:noFill/>
              </a:ln>
              <a:solidFill>
                <a:srgbClr val="4C4C4C"/>
              </a:solidFill>
              <a:effectLst/>
              <a:uFillTx/>
              <a:sym typeface="Source Sans Pro"/>
            </a:endParaRPr>
          </a:p>
        </p:txBody>
      </p:sp>
      <p:sp>
        <p:nvSpPr>
          <p:cNvPr id="529" name="Manipulate Variables">
            <a:extLst>
              <a:ext uri="{FF2B5EF4-FFF2-40B4-BE49-F238E27FC236}">
                <a16:creationId xmlns:a16="http://schemas.microsoft.com/office/drawing/2014/main" id="{15E28BF5-8EF9-1784-0790-2B6206D03B1F}"/>
              </a:ext>
            </a:extLst>
          </p:cNvPr>
          <p:cNvSpPr txBox="1"/>
          <p:nvPr/>
        </p:nvSpPr>
        <p:spPr>
          <a:xfrm>
            <a:off x="274320" y="3082200"/>
            <a:ext cx="180017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Downloaders</a:t>
            </a:r>
            <a:endParaRPr/>
          </a:p>
        </p:txBody>
      </p:sp>
      <p:sp>
        <p:nvSpPr>
          <p:cNvPr id="530" name="Create a visual hierarchy. Help users navigate the page with titles, subtitles, and subsubtitles">
            <a:extLst>
              <a:ext uri="{FF2B5EF4-FFF2-40B4-BE49-F238E27FC236}">
                <a16:creationId xmlns:a16="http://schemas.microsoft.com/office/drawing/2014/main" id="{6471AD59-C5BA-73B1-6D37-8EAEBAD63CAF}"/>
              </a:ext>
            </a:extLst>
          </p:cNvPr>
          <p:cNvSpPr txBox="1"/>
          <p:nvPr/>
        </p:nvSpPr>
        <p:spPr>
          <a:xfrm>
            <a:off x="274320" y="3390605"/>
            <a:ext cx="2952178" cy="4426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Download </a:t>
            </a:r>
            <a:r>
              <a:rPr lang="en-US">
                <a:latin typeface="Source Sans Pro" panose="020B0503030403020204" pitchFamily="34" charset="0"/>
                <a:ea typeface="Source Sans Pro" panose="020B0503030403020204" pitchFamily="34" charset="0"/>
              </a:rPr>
              <a:t>raw data: cheatsheets/refresher-cheatsheet.pdf</a:t>
            </a:r>
            <a:endParaRPr>
              <a:latin typeface="Source Sans Pro" panose="020B0503030403020204" pitchFamily="34" charset="0"/>
              <a:ea typeface="Source Sans Pro" panose="020B0503030403020204" pitchFamily="34" charset="0"/>
              <a:sym typeface="Source Sans Pro"/>
            </a:endParaRPr>
          </a:p>
        </p:txBody>
      </p:sp>
      <p:sp>
        <p:nvSpPr>
          <p:cNvPr id="5" name="TextBox 4">
            <a:extLst>
              <a:ext uri="{FF2B5EF4-FFF2-40B4-BE49-F238E27FC236}">
                <a16:creationId xmlns:a16="http://schemas.microsoft.com/office/drawing/2014/main" id="{6D3D3664-1882-A763-853A-6264479C1412}"/>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7">
                  <a:extLst>
                    <a:ext uri="{A12FA001-AC4F-418D-AE19-62706E023703}">
                      <ahyp:hlinkClr xmlns:ahyp="http://schemas.microsoft.com/office/drawing/2018/hyperlinkcolor" val="tx"/>
                    </a:ext>
                  </a:extLst>
                </a:hlinkClick>
              </a:rPr>
              <a:t>CC BY SA</a:t>
            </a:r>
            <a:r>
              <a:rPr lang="en-US" sz="1000" b="0">
                <a:solidFill>
                  <a:schemeClr val="tx1"/>
                </a:solidFill>
              </a:rPr>
              <a:t> Jared Seto</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519" name="Connector: Elbow 518">
            <a:extLst>
              <a:ext uri="{FF2B5EF4-FFF2-40B4-BE49-F238E27FC236}">
                <a16:creationId xmlns:a16="http://schemas.microsoft.com/office/drawing/2014/main" id="{D495B2A4-03E8-D070-FBC8-FDACA8AB104B}"/>
              </a:ext>
            </a:extLst>
          </p:cNvPr>
          <p:cNvCxnSpPr>
            <a:cxnSpLocks/>
          </p:cNvCxnSpPr>
          <p:nvPr/>
        </p:nvCxnSpPr>
        <p:spPr>
          <a:xfrm flipV="1">
            <a:off x="5301583" y="8495742"/>
            <a:ext cx="4573937" cy="517368"/>
          </a:xfrm>
          <a:prstGeom prst="bentConnector3">
            <a:avLst>
              <a:gd name="adj1" fmla="val 95814"/>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7" name="Connector: Elbow 546">
            <a:extLst>
              <a:ext uri="{FF2B5EF4-FFF2-40B4-BE49-F238E27FC236}">
                <a16:creationId xmlns:a16="http://schemas.microsoft.com/office/drawing/2014/main" id="{47D7ABBF-17FF-BC0C-0216-2EB387822EDA}"/>
              </a:ext>
            </a:extLst>
          </p:cNvPr>
          <p:cNvCxnSpPr>
            <a:cxnSpLocks/>
            <a:endCxn id="447" idx="1"/>
          </p:cNvCxnSpPr>
          <p:nvPr/>
        </p:nvCxnSpPr>
        <p:spPr>
          <a:xfrm flipV="1">
            <a:off x="2074493" y="2148962"/>
            <a:ext cx="1765987" cy="1103253"/>
          </a:xfrm>
          <a:prstGeom prst="bentConnector3">
            <a:avLst>
              <a:gd name="adj1" fmla="val 75238"/>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0" name="Straight Connector 549">
            <a:extLst>
              <a:ext uri="{FF2B5EF4-FFF2-40B4-BE49-F238E27FC236}">
                <a16:creationId xmlns:a16="http://schemas.microsoft.com/office/drawing/2014/main" id="{756C590F-25B8-1E3D-598F-5975C25073C8}"/>
              </a:ext>
            </a:extLst>
          </p:cNvPr>
          <p:cNvCxnSpPr>
            <a:cxnSpLocks/>
            <a:endCxn id="512" idx="1"/>
          </p:cNvCxnSpPr>
          <p:nvPr/>
        </p:nvCxnSpPr>
        <p:spPr>
          <a:xfrm flipV="1">
            <a:off x="1292227" y="3099580"/>
            <a:ext cx="2548253" cy="1200919"/>
          </a:xfrm>
          <a:prstGeom prst="bentConnector3">
            <a:avLst>
              <a:gd name="adj1" fmla="val 8821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Connector: Elbow 555">
            <a:extLst>
              <a:ext uri="{FF2B5EF4-FFF2-40B4-BE49-F238E27FC236}">
                <a16:creationId xmlns:a16="http://schemas.microsoft.com/office/drawing/2014/main" id="{1F4CDEF0-EEAB-2AD8-C460-CAF0F34A38EE}"/>
              </a:ext>
            </a:extLst>
          </p:cNvPr>
          <p:cNvCxnSpPr>
            <a:cxnSpLocks/>
            <a:endCxn id="513" idx="1"/>
          </p:cNvCxnSpPr>
          <p:nvPr/>
        </p:nvCxnSpPr>
        <p:spPr>
          <a:xfrm flipV="1">
            <a:off x="2100141" y="3995721"/>
            <a:ext cx="1740339" cy="3239880"/>
          </a:xfrm>
          <a:prstGeom prst="bentConnector3">
            <a:avLst>
              <a:gd name="adj1" fmla="val 9028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5" name="Connector: Elbow 564">
            <a:extLst>
              <a:ext uri="{FF2B5EF4-FFF2-40B4-BE49-F238E27FC236}">
                <a16:creationId xmlns:a16="http://schemas.microsoft.com/office/drawing/2014/main" id="{FDECB7C1-B418-49DD-096D-F9BDF9554B3C}"/>
              </a:ext>
            </a:extLst>
          </p:cNvPr>
          <p:cNvCxnSpPr>
            <a:stCxn id="28" idx="2"/>
            <a:endCxn id="12" idx="0"/>
          </p:cNvCxnSpPr>
          <p:nvPr/>
        </p:nvCxnSpPr>
        <p:spPr>
          <a:xfrm rot="16200000" flipH="1">
            <a:off x="5549608" y="2703047"/>
            <a:ext cx="261031" cy="2153"/>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6" name="Connector: Elbow 565">
            <a:extLst>
              <a:ext uri="{FF2B5EF4-FFF2-40B4-BE49-F238E27FC236}">
                <a16:creationId xmlns:a16="http://schemas.microsoft.com/office/drawing/2014/main" id="{B48922F7-A51C-4456-CE2F-7474714FE0C7}"/>
              </a:ext>
            </a:extLst>
          </p:cNvPr>
          <p:cNvCxnSpPr>
            <a:cxnSpLocks/>
            <a:stCxn id="20" idx="2"/>
            <a:endCxn id="15" idx="0"/>
          </p:cNvCxnSpPr>
          <p:nvPr/>
        </p:nvCxnSpPr>
        <p:spPr>
          <a:xfrm rot="16200000" flipH="1">
            <a:off x="6777668" y="2684172"/>
            <a:ext cx="288585" cy="1235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9" name="Connector: Elbow 568">
            <a:extLst>
              <a:ext uri="{FF2B5EF4-FFF2-40B4-BE49-F238E27FC236}">
                <a16:creationId xmlns:a16="http://schemas.microsoft.com/office/drawing/2014/main" id="{B0843C1C-D492-37F2-446B-80E6AD918B72}"/>
              </a:ext>
            </a:extLst>
          </p:cNvPr>
          <p:cNvCxnSpPr>
            <a:cxnSpLocks/>
            <a:stCxn id="24" idx="2"/>
            <a:endCxn id="18" idx="0"/>
          </p:cNvCxnSpPr>
          <p:nvPr/>
        </p:nvCxnSpPr>
        <p:spPr>
          <a:xfrm rot="16200000" flipH="1">
            <a:off x="8050345" y="2680382"/>
            <a:ext cx="302822" cy="5694"/>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2" name="Connector: Elbow 571">
            <a:extLst>
              <a:ext uri="{FF2B5EF4-FFF2-40B4-BE49-F238E27FC236}">
                <a16:creationId xmlns:a16="http://schemas.microsoft.com/office/drawing/2014/main" id="{5E259953-1DA8-9C17-57E7-EBAD320BC2EE}"/>
              </a:ext>
            </a:extLst>
          </p:cNvPr>
          <p:cNvCxnSpPr>
            <a:cxnSpLocks/>
            <a:stCxn id="12" idx="2"/>
          </p:cNvCxnSpPr>
          <p:nvPr/>
        </p:nvCxnSpPr>
        <p:spPr>
          <a:xfrm rot="16200000" flipH="1">
            <a:off x="5570266" y="3539329"/>
            <a:ext cx="223234" cy="1366"/>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5" name="Connector: Elbow 574">
            <a:extLst>
              <a:ext uri="{FF2B5EF4-FFF2-40B4-BE49-F238E27FC236}">
                <a16:creationId xmlns:a16="http://schemas.microsoft.com/office/drawing/2014/main" id="{8792DC42-6870-231E-FF6A-C7A3C052B408}"/>
              </a:ext>
            </a:extLst>
          </p:cNvPr>
          <p:cNvCxnSpPr>
            <a:cxnSpLocks/>
            <a:stCxn id="15" idx="2"/>
          </p:cNvCxnSpPr>
          <p:nvPr/>
        </p:nvCxnSpPr>
        <p:spPr>
          <a:xfrm rot="5400000">
            <a:off x="6822937" y="3533593"/>
            <a:ext cx="210396"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261" name="Connector: Elbow 260">
            <a:extLst>
              <a:ext uri="{FF2B5EF4-FFF2-40B4-BE49-F238E27FC236}">
                <a16:creationId xmlns:a16="http://schemas.microsoft.com/office/drawing/2014/main" id="{E699781B-E7E6-AA56-4D92-06BC07E78174}"/>
              </a:ext>
            </a:extLst>
          </p:cNvPr>
          <p:cNvCxnSpPr>
            <a:cxnSpLocks/>
            <a:stCxn id="18" idx="2"/>
          </p:cNvCxnSpPr>
          <p:nvPr/>
        </p:nvCxnSpPr>
        <p:spPr>
          <a:xfrm rot="5400000">
            <a:off x="8099447" y="3533551"/>
            <a:ext cx="210312"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355" name="Connector: Elbow 354">
            <a:extLst>
              <a:ext uri="{FF2B5EF4-FFF2-40B4-BE49-F238E27FC236}">
                <a16:creationId xmlns:a16="http://schemas.microsoft.com/office/drawing/2014/main" id="{F87D8FBD-AD48-566A-E5DA-4B0AB2CCECE6}"/>
              </a:ext>
            </a:extLst>
          </p:cNvPr>
          <p:cNvCxnSpPr>
            <a:cxnSpLocks/>
            <a:endCxn id="369" idx="1"/>
          </p:cNvCxnSpPr>
          <p:nvPr/>
        </p:nvCxnSpPr>
        <p:spPr>
          <a:xfrm rot="16200000" flipH="1">
            <a:off x="5457123" y="4535855"/>
            <a:ext cx="664634" cy="213754"/>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369" name="TextBox 368">
            <a:extLst>
              <a:ext uri="{FF2B5EF4-FFF2-40B4-BE49-F238E27FC236}">
                <a16:creationId xmlns:a16="http://schemas.microsoft.com/office/drawing/2014/main" id="{7888E207-87D0-9114-954B-FA4B0EB25898}"/>
              </a:ext>
            </a:extLst>
          </p:cNvPr>
          <p:cNvSpPr txBox="1"/>
          <p:nvPr/>
        </p:nvSpPr>
        <p:spPr>
          <a:xfrm>
            <a:off x="5896317" y="4604475"/>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382" name="Connector: Elbow 381">
            <a:extLst>
              <a:ext uri="{FF2B5EF4-FFF2-40B4-BE49-F238E27FC236}">
                <a16:creationId xmlns:a16="http://schemas.microsoft.com/office/drawing/2014/main" id="{64F2C321-608D-6250-403C-AFFA459589A3}"/>
              </a:ext>
            </a:extLst>
          </p:cNvPr>
          <p:cNvCxnSpPr>
            <a:cxnSpLocks/>
            <a:endCxn id="369" idx="0"/>
          </p:cNvCxnSpPr>
          <p:nvPr/>
        </p:nvCxnSpPr>
        <p:spPr>
          <a:xfrm rot="16200000" flipH="1">
            <a:off x="6776146" y="4452487"/>
            <a:ext cx="303976"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25" name="Connector: Elbow 424">
            <a:extLst>
              <a:ext uri="{FF2B5EF4-FFF2-40B4-BE49-F238E27FC236}">
                <a16:creationId xmlns:a16="http://schemas.microsoft.com/office/drawing/2014/main" id="{78798FF6-8BC2-E069-4920-8EC56D03D112}"/>
              </a:ext>
            </a:extLst>
          </p:cNvPr>
          <p:cNvCxnSpPr>
            <a:cxnSpLocks/>
            <a:endCxn id="369" idx="3"/>
          </p:cNvCxnSpPr>
          <p:nvPr/>
        </p:nvCxnSpPr>
        <p:spPr>
          <a:xfrm rot="5400000">
            <a:off x="7747432" y="4530189"/>
            <a:ext cx="718364" cy="171357"/>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3" name="Connector: Elbow 432">
            <a:extLst>
              <a:ext uri="{FF2B5EF4-FFF2-40B4-BE49-F238E27FC236}">
                <a16:creationId xmlns:a16="http://schemas.microsoft.com/office/drawing/2014/main" id="{2B9B0303-BD08-DA19-5E81-F3363FD4C5BA}"/>
              </a:ext>
            </a:extLst>
          </p:cNvPr>
          <p:cNvCxnSpPr>
            <a:cxnSpLocks/>
          </p:cNvCxnSpPr>
          <p:nvPr/>
        </p:nvCxnSpPr>
        <p:spPr>
          <a:xfrm rot="5400000">
            <a:off x="6675120" y="6223177"/>
            <a:ext cx="580803"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6" name="Connector: Elbow 435">
            <a:extLst>
              <a:ext uri="{FF2B5EF4-FFF2-40B4-BE49-F238E27FC236}">
                <a16:creationId xmlns:a16="http://schemas.microsoft.com/office/drawing/2014/main" id="{E0041321-F85D-308E-05F1-9EF87D984346}"/>
              </a:ext>
            </a:extLst>
          </p:cNvPr>
          <p:cNvCxnSpPr>
            <a:cxnSpLocks/>
            <a:stCxn id="440" idx="1"/>
          </p:cNvCxnSpPr>
          <p:nvPr/>
        </p:nvCxnSpPr>
        <p:spPr>
          <a:xfrm rot="10800000" flipV="1">
            <a:off x="5466126" y="5555851"/>
            <a:ext cx="439624" cy="591063"/>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440" name="TextBox 439">
            <a:extLst>
              <a:ext uri="{FF2B5EF4-FFF2-40B4-BE49-F238E27FC236}">
                <a16:creationId xmlns:a16="http://schemas.microsoft.com/office/drawing/2014/main" id="{20974141-5EF1-0D5D-4EB5-84F439BF3393}"/>
              </a:ext>
            </a:extLst>
          </p:cNvPr>
          <p:cNvSpPr txBox="1"/>
          <p:nvPr/>
        </p:nvSpPr>
        <p:spPr>
          <a:xfrm>
            <a:off x="5905750" y="5185278"/>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576" name="Connector: Elbow 575">
            <a:extLst>
              <a:ext uri="{FF2B5EF4-FFF2-40B4-BE49-F238E27FC236}">
                <a16:creationId xmlns:a16="http://schemas.microsoft.com/office/drawing/2014/main" id="{02228206-C074-E655-5B3B-284B19B89994}"/>
              </a:ext>
            </a:extLst>
          </p:cNvPr>
          <p:cNvCxnSpPr>
            <a:cxnSpLocks/>
            <a:stCxn id="440" idx="3"/>
          </p:cNvCxnSpPr>
          <p:nvPr/>
        </p:nvCxnSpPr>
        <p:spPr>
          <a:xfrm>
            <a:off x="8030368" y="5555852"/>
            <a:ext cx="542787" cy="893070"/>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0" name="Connector: Elbow 579">
            <a:extLst>
              <a:ext uri="{FF2B5EF4-FFF2-40B4-BE49-F238E27FC236}">
                <a16:creationId xmlns:a16="http://schemas.microsoft.com/office/drawing/2014/main" id="{4246EE67-E157-1713-7BDD-58623E72C582}"/>
              </a:ext>
            </a:extLst>
          </p:cNvPr>
          <p:cNvCxnSpPr>
            <a:cxnSpLocks/>
            <a:endCxn id="258" idx="1"/>
          </p:cNvCxnSpPr>
          <p:nvPr/>
        </p:nvCxnSpPr>
        <p:spPr>
          <a:xfrm>
            <a:off x="5705594" y="7554120"/>
            <a:ext cx="1064272" cy="896502"/>
          </a:xfrm>
          <a:prstGeom prst="bentConnector3">
            <a:avLst>
              <a:gd name="adj1" fmla="val -119"/>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3" name="Connector: Elbow 582">
            <a:extLst>
              <a:ext uri="{FF2B5EF4-FFF2-40B4-BE49-F238E27FC236}">
                <a16:creationId xmlns:a16="http://schemas.microsoft.com/office/drawing/2014/main" id="{74CFBE71-58B0-E38F-7612-482542A36D7C}"/>
              </a:ext>
            </a:extLst>
          </p:cNvPr>
          <p:cNvCxnSpPr>
            <a:cxnSpLocks/>
          </p:cNvCxnSpPr>
          <p:nvPr/>
        </p:nvCxnSpPr>
        <p:spPr>
          <a:xfrm rot="5400000">
            <a:off x="6583680" y="7835471"/>
            <a:ext cx="800034"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8" name="Connector: Elbow 587">
            <a:extLst>
              <a:ext uri="{FF2B5EF4-FFF2-40B4-BE49-F238E27FC236}">
                <a16:creationId xmlns:a16="http://schemas.microsoft.com/office/drawing/2014/main" id="{4CFFDB74-6250-4A2C-A716-6B1AC6EB3C1F}"/>
              </a:ext>
            </a:extLst>
          </p:cNvPr>
          <p:cNvCxnSpPr>
            <a:cxnSpLocks/>
            <a:endCxn id="258" idx="3"/>
          </p:cNvCxnSpPr>
          <p:nvPr/>
        </p:nvCxnSpPr>
        <p:spPr>
          <a:xfrm rot="10800000" flipV="1">
            <a:off x="7276368" y="7477246"/>
            <a:ext cx="1371600" cy="973376"/>
          </a:xfrm>
          <a:prstGeom prst="bentConnector3">
            <a:avLst>
              <a:gd name="adj1" fmla="val 1055"/>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grpSp>
        <p:nvGrpSpPr>
          <p:cNvPr id="31" name="Group 30">
            <a:extLst>
              <a:ext uri="{FF2B5EF4-FFF2-40B4-BE49-F238E27FC236}">
                <a16:creationId xmlns:a16="http://schemas.microsoft.com/office/drawing/2014/main" id="{5169D6CB-2747-EA76-964E-915E9C7204D9}"/>
              </a:ext>
            </a:extLst>
          </p:cNvPr>
          <p:cNvGrpSpPr/>
          <p:nvPr/>
        </p:nvGrpSpPr>
        <p:grpSpPr>
          <a:xfrm>
            <a:off x="4743746" y="6200121"/>
            <a:ext cx="1467990" cy="1268806"/>
            <a:chOff x="4743746" y="6200121"/>
            <a:chExt cx="1467990" cy="1268806"/>
          </a:xfrm>
        </p:grpSpPr>
        <p:grpSp>
          <p:nvGrpSpPr>
            <p:cNvPr id="373" name="Google Shape;156;p1">
              <a:extLst>
                <a:ext uri="{FF2B5EF4-FFF2-40B4-BE49-F238E27FC236}">
                  <a16:creationId xmlns:a16="http://schemas.microsoft.com/office/drawing/2014/main" id="{1EC0423D-E08E-48A5-F6FA-6A6A62063438}"/>
                </a:ext>
              </a:extLst>
            </p:cNvPr>
            <p:cNvGrpSpPr/>
            <p:nvPr/>
          </p:nvGrpSpPr>
          <p:grpSpPr>
            <a:xfrm>
              <a:off x="4743746" y="6633828"/>
              <a:ext cx="1467990" cy="835099"/>
              <a:chOff x="10592773" y="5229745"/>
              <a:chExt cx="3298954" cy="1741391"/>
            </a:xfrm>
          </p:grpSpPr>
          <p:sp>
            <p:nvSpPr>
              <p:cNvPr id="374" name="Google Shape;157;p1">
                <a:extLst>
                  <a:ext uri="{FF2B5EF4-FFF2-40B4-BE49-F238E27FC236}">
                    <a16:creationId xmlns:a16="http://schemas.microsoft.com/office/drawing/2014/main" id="{0D75B7FF-84B0-E9D5-B121-5FEF5C06541C}"/>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75" name="Google Shape;158;p1">
                <a:extLst>
                  <a:ext uri="{FF2B5EF4-FFF2-40B4-BE49-F238E27FC236}">
                    <a16:creationId xmlns:a16="http://schemas.microsoft.com/office/drawing/2014/main" id="{D9BD4434-746D-8F6B-3B38-217B8462B643}"/>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76" name="Google Shape;159;p1">
                <a:extLst>
                  <a:ext uri="{FF2B5EF4-FFF2-40B4-BE49-F238E27FC236}">
                    <a16:creationId xmlns:a16="http://schemas.microsoft.com/office/drawing/2014/main" id="{EB8E2600-126A-FE41-7CA2-D8C5DC5F03B4}"/>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77" name="Google Shape;160;p1">
                <a:extLst>
                  <a:ext uri="{FF2B5EF4-FFF2-40B4-BE49-F238E27FC236}">
                    <a16:creationId xmlns:a16="http://schemas.microsoft.com/office/drawing/2014/main" id="{00EE65A4-F099-BF9E-2F54-B1A60D2E0A77}"/>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78" name="Google Shape;161;p1">
                <a:extLst>
                  <a:ext uri="{FF2B5EF4-FFF2-40B4-BE49-F238E27FC236}">
                    <a16:creationId xmlns:a16="http://schemas.microsoft.com/office/drawing/2014/main" id="{8FFDE943-8509-7DB0-FFD8-2A745C176567}"/>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79" name="Google Shape;162;p1">
                <a:extLst>
                  <a:ext uri="{FF2B5EF4-FFF2-40B4-BE49-F238E27FC236}">
                    <a16:creationId xmlns:a16="http://schemas.microsoft.com/office/drawing/2014/main" id="{F37C6305-EBE5-E7B1-735C-3460A4881EBC}"/>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80" name="Google Shape;163;p1">
                <a:extLst>
                  <a:ext uri="{FF2B5EF4-FFF2-40B4-BE49-F238E27FC236}">
                    <a16:creationId xmlns:a16="http://schemas.microsoft.com/office/drawing/2014/main" id="{5A904E2B-49F0-5EA8-58E0-080F09B550FE}"/>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81" name="Google Shape;164;p1">
                <a:extLst>
                  <a:ext uri="{FF2B5EF4-FFF2-40B4-BE49-F238E27FC236}">
                    <a16:creationId xmlns:a16="http://schemas.microsoft.com/office/drawing/2014/main" id="{C1719387-DBE4-7DDD-E4EB-9A38D1082BEE}"/>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83" name="Google Shape;165;p1">
                <a:extLst>
                  <a:ext uri="{FF2B5EF4-FFF2-40B4-BE49-F238E27FC236}">
                    <a16:creationId xmlns:a16="http://schemas.microsoft.com/office/drawing/2014/main" id="{C6F628C5-DA74-54C0-FDDE-9B7740D67726}"/>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85" name="Google Shape;166;p1">
                <a:extLst>
                  <a:ext uri="{FF2B5EF4-FFF2-40B4-BE49-F238E27FC236}">
                    <a16:creationId xmlns:a16="http://schemas.microsoft.com/office/drawing/2014/main" id="{10F66462-F4CB-CA6D-F8C0-DACB04B615FD}"/>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86" name="Google Shape;167;p1">
                <a:extLst>
                  <a:ext uri="{FF2B5EF4-FFF2-40B4-BE49-F238E27FC236}">
                    <a16:creationId xmlns:a16="http://schemas.microsoft.com/office/drawing/2014/main" id="{6AC13618-B6B5-9FCC-8FBC-1C81BB1B1C3D}"/>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87" name="Google Shape;168;p1">
                <a:extLst>
                  <a:ext uri="{FF2B5EF4-FFF2-40B4-BE49-F238E27FC236}">
                    <a16:creationId xmlns:a16="http://schemas.microsoft.com/office/drawing/2014/main" id="{A8667B67-C411-6619-9586-71CBFAC4137F}"/>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88" name="Google Shape;169;p1">
                <a:extLst>
                  <a:ext uri="{FF2B5EF4-FFF2-40B4-BE49-F238E27FC236}">
                    <a16:creationId xmlns:a16="http://schemas.microsoft.com/office/drawing/2014/main" id="{4B342E80-049D-C9CC-A8DE-8A77B4EA01CC}"/>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89" name="Google Shape;170;p1">
                <a:extLst>
                  <a:ext uri="{FF2B5EF4-FFF2-40B4-BE49-F238E27FC236}">
                    <a16:creationId xmlns:a16="http://schemas.microsoft.com/office/drawing/2014/main" id="{24F1405F-0735-4247-80BA-F236D05E5683}"/>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90" name="Google Shape;171;p1">
                <a:extLst>
                  <a:ext uri="{FF2B5EF4-FFF2-40B4-BE49-F238E27FC236}">
                    <a16:creationId xmlns:a16="http://schemas.microsoft.com/office/drawing/2014/main" id="{1A8BC70B-5691-4C0F-EB90-FC6B68DECC59}"/>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391" name="Google Shape;172;p1">
                <a:extLst>
                  <a:ext uri="{FF2B5EF4-FFF2-40B4-BE49-F238E27FC236}">
                    <a16:creationId xmlns:a16="http://schemas.microsoft.com/office/drawing/2014/main" id="{92435014-553C-4ACA-8A91-635858BA097E}"/>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2CBA7394-642E-6C7F-5E84-F2C010BFA9C6}"/>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529447D7-5341-EE5F-11BF-1DB7C802F7E4}"/>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FF6B937D-0C59-6FD1-69D8-A8D47AF1433E}"/>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F4BB8514-9BAA-BC76-47D5-5EA414402FC3}"/>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DA41B10E-B68F-6C4B-F651-DF1791231989}"/>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1FFB62B3-7705-A36F-5CA1-1123D2CCBD09}"/>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E1226F65-C2E6-4A91-6EE1-595CB13E2AFF}"/>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C256A88B-194F-EE80-646C-5F102F86FF03}"/>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B4C1F41E-5150-8D78-8B56-F96F8A12F8F5}"/>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01" name="Google Shape;184;p1">
                <a:extLst>
                  <a:ext uri="{FF2B5EF4-FFF2-40B4-BE49-F238E27FC236}">
                    <a16:creationId xmlns:a16="http://schemas.microsoft.com/office/drawing/2014/main" id="{778C6FF9-C3CB-51B0-264F-389C26EF013B}"/>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5FB40C02-5B25-56B2-BF25-72DA4FDD89FA}"/>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5E98B1A8-1932-6168-04A6-2C547EF43981}"/>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04" name="Google Shape;186;p1">
                <a:extLst>
                  <a:ext uri="{FF2B5EF4-FFF2-40B4-BE49-F238E27FC236}">
                    <a16:creationId xmlns:a16="http://schemas.microsoft.com/office/drawing/2014/main" id="{0BE0E83F-BB43-84B0-8017-2F7C07FF0A91}"/>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CC5C0AD2-E2E2-5E93-43E3-C7FFFBA5EFA4}"/>
                  </a:ext>
                </a:extLst>
              </p:cNvPr>
              <p:cNvCxnSpPr>
                <a:stCxn id="409" idx="6"/>
                <a:endCxn id="379"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8F5A8BB0-D3B8-5385-63E2-3BAE615D7CC6}"/>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FFCEA939-D5F5-C678-975D-4D2F236E481E}"/>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2476E15F-E053-1A24-5D6A-C815521624C0}"/>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EA90FE93-95AC-3A52-0686-EFC31A29C1FE}"/>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10" name="Google Shape;192;p1">
                <a:extLst>
                  <a:ext uri="{FF2B5EF4-FFF2-40B4-BE49-F238E27FC236}">
                    <a16:creationId xmlns:a16="http://schemas.microsoft.com/office/drawing/2014/main" id="{3A882E7F-C52E-C675-3F45-B028402F2E52}"/>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67132357-B346-F5A4-CB72-5D9DAC03708A}"/>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12" name="Google Shape;193;p1">
                <a:extLst>
                  <a:ext uri="{FF2B5EF4-FFF2-40B4-BE49-F238E27FC236}">
                    <a16:creationId xmlns:a16="http://schemas.microsoft.com/office/drawing/2014/main" id="{F28C97C9-F819-754C-E661-5253BC3A1D0D}"/>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D4EF57C5-6048-BD26-05B2-8EF89DABD773}"/>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E99E2CBC-6754-962E-B58E-7BA4EDD987BD}"/>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5497A83E-FB4E-B17B-1184-33005D87F4E7}"/>
                  </a:ext>
                </a:extLst>
              </p:cNvPr>
              <p:cNvCxnSpPr>
                <a:stCxn id="409" idx="5"/>
                <a:endCxn id="381"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1436071D-BA56-9599-6759-EB66E1988F3C}"/>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6CA8D504-0D4C-C5E2-A83D-440A943F092F}"/>
                  </a:ext>
                </a:extLst>
              </p:cNvPr>
              <p:cNvCxnSpPr>
                <a:stCxn id="409" idx="6"/>
                <a:endCxn id="383"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C34C0142-1A51-510C-0E17-852F8F4927C6}"/>
                  </a:ext>
                </a:extLst>
              </p:cNvPr>
              <p:cNvCxnSpPr>
                <a:stCxn id="409" idx="3"/>
                <a:endCxn id="390"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C6B53662-4912-1BBF-CBF1-B8784435B684}"/>
                  </a:ext>
                </a:extLst>
              </p:cNvPr>
              <p:cNvCxnSpPr>
                <a:stCxn id="409" idx="6"/>
                <a:endCxn id="380"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graphicFrame>
          <p:nvGraphicFramePr>
            <p:cNvPr id="17" name="Table">
              <a:extLst>
                <a:ext uri="{FF2B5EF4-FFF2-40B4-BE49-F238E27FC236}">
                  <a16:creationId xmlns:a16="http://schemas.microsoft.com/office/drawing/2014/main" id="{82C6F2BA-E3F2-A5E1-2227-6BBA12203769}"/>
                </a:ext>
              </a:extLst>
            </p:cNvPr>
            <p:cNvGraphicFramePr/>
            <p:nvPr/>
          </p:nvGraphicFramePr>
          <p:xfrm>
            <a:off x="5154380" y="6200121"/>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spTree>
    <p:extLst>
      <p:ext uri="{BB962C8B-B14F-4D97-AF65-F5344CB8AC3E}">
        <p14:creationId xmlns:p14="http://schemas.microsoft.com/office/powerpoint/2010/main" val="262965978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22F9E-304D-9715-35DD-895B05C73452}"/>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33414733-830D-66E5-301B-26D99F235D17}"/>
              </a:ext>
            </a:extLst>
          </p:cNvPr>
          <p:cNvPicPr>
            <a:picLocks noChangeAspect="1"/>
          </p:cNvPicPr>
          <p:nvPr/>
        </p:nvPicPr>
        <p:blipFill>
          <a:blip r:embed="rId3"/>
          <a:stretch>
            <a:fillRect/>
          </a:stretch>
        </p:blipFill>
        <p:spPr>
          <a:xfrm>
            <a:off x="9293201" y="-872888"/>
            <a:ext cx="5121226" cy="2990088"/>
          </a:xfrm>
          <a:prstGeom prst="rect">
            <a:avLst/>
          </a:prstGeom>
          <a:ln w="12700">
            <a:miter lim="400000"/>
          </a:ln>
        </p:spPr>
      </p:pic>
      <p:sp>
        <p:nvSpPr>
          <p:cNvPr id="313" name="YOUR LOGO…">
            <a:extLst>
              <a:ext uri="{FF2B5EF4-FFF2-40B4-BE49-F238E27FC236}">
                <a16:creationId xmlns:a16="http://schemas.microsoft.com/office/drawing/2014/main" id="{1E304503-C772-28A2-821A-1E2C1567C252}"/>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CBDA95EA-E5EE-C84C-FA35-E999BDD9CA62}"/>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Schema </a:t>
            </a:r>
            <a:r>
              <a:t>: : </a:t>
            </a:r>
            <a:r>
              <a:rPr sz="3300">
                <a:latin typeface="Source Sans Pro Semibold"/>
                <a:ea typeface="Source Sans Pro Semibold"/>
                <a:cs typeface="Source Sans Pro Semibold"/>
                <a:sym typeface="Source Sans Pro Semibold"/>
              </a:rPr>
              <a:t>CHEAT SHEET</a:t>
            </a:r>
            <a:r>
              <a:t> </a:t>
            </a:r>
          </a:p>
        </p:txBody>
      </p:sp>
      <p:pic>
        <p:nvPicPr>
          <p:cNvPr id="8" name="Picture 7" descr="A picture containing text&#10;&#10;Description automatically generated">
            <a:extLst>
              <a:ext uri="{FF2B5EF4-FFF2-40B4-BE49-F238E27FC236}">
                <a16:creationId xmlns:a16="http://schemas.microsoft.com/office/drawing/2014/main" id="{D3E32F53-C1D6-4EFA-E42E-D2EE49149A7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424" name="Layout Suggestions">
            <a:extLst>
              <a:ext uri="{FF2B5EF4-FFF2-40B4-BE49-F238E27FC236}">
                <a16:creationId xmlns:a16="http://schemas.microsoft.com/office/drawing/2014/main" id="{AF6917C6-D71B-8748-C1E1-A738DE0CE752}"/>
              </a:ext>
            </a:extLst>
          </p:cNvPr>
          <p:cNvSpPr txBox="1"/>
          <p:nvPr/>
        </p:nvSpPr>
        <p:spPr>
          <a:xfrm>
            <a:off x="3192574" y="1558731"/>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sp>
        <p:nvSpPr>
          <p:cNvPr id="5" name="TextBox 4">
            <a:extLst>
              <a:ext uri="{FF2B5EF4-FFF2-40B4-BE49-F238E27FC236}">
                <a16:creationId xmlns:a16="http://schemas.microsoft.com/office/drawing/2014/main" id="{C4E3F4E5-EF33-9B9D-6844-7CE11074D49E}"/>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5">
                  <a:extLst>
                    <a:ext uri="{A12FA001-AC4F-418D-AE19-62706E023703}">
                      <ahyp:hlinkClr xmlns:ahyp="http://schemas.microsoft.com/office/drawing/2018/hyperlinkcolor" val="tx"/>
                    </a:ext>
                  </a:extLst>
                </a:hlinkClick>
              </a:rPr>
              <a:t>CC BY SA</a:t>
            </a:r>
            <a:r>
              <a:rPr lang="en-US" sz="1000" b="0">
                <a:solidFill>
                  <a:schemeClr val="tx1"/>
                </a:solidFill>
              </a:rPr>
              <a:t> John Flinn</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449" name="Rectangle 448">
            <a:extLst>
              <a:ext uri="{FF2B5EF4-FFF2-40B4-BE49-F238E27FC236}">
                <a16:creationId xmlns:a16="http://schemas.microsoft.com/office/drawing/2014/main" id="{50C688F1-3F26-1FE7-FDD2-ED7E3E71D172}"/>
              </a:ext>
            </a:extLst>
          </p:cNvPr>
          <p:cNvSpPr/>
          <p:nvPr/>
        </p:nvSpPr>
        <p:spPr>
          <a:xfrm>
            <a:off x="7438369" y="4824440"/>
            <a:ext cx="1782550" cy="274518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0" name="TextBox 449">
            <a:extLst>
              <a:ext uri="{FF2B5EF4-FFF2-40B4-BE49-F238E27FC236}">
                <a16:creationId xmlns:a16="http://schemas.microsoft.com/office/drawing/2014/main" id="{708E043E-B4E5-FA05-A96E-1ED274C005BD}"/>
              </a:ext>
            </a:extLst>
          </p:cNvPr>
          <p:cNvSpPr txBox="1"/>
          <p:nvPr/>
        </p:nvSpPr>
        <p:spPr>
          <a:xfrm>
            <a:off x="7443515" y="4807787"/>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Module</a:t>
            </a:r>
            <a:endParaRPr kumimoji="0" lang="en-US" sz="1000" b="0" i="0" u="none" strike="noStrike" cap="none" spc="0" normalizeH="0" baseline="0">
              <a:ln>
                <a:noFill/>
              </a:ln>
              <a:solidFill>
                <a:srgbClr val="4C4C4C"/>
              </a:solidFill>
              <a:effectLst/>
              <a:uFillTx/>
              <a:sym typeface="Source Sans Pro"/>
            </a:endParaRPr>
          </a:p>
        </p:txBody>
      </p:sp>
      <p:cxnSp>
        <p:nvCxnSpPr>
          <p:cNvPr id="512" name="Straight Connector 511">
            <a:extLst>
              <a:ext uri="{FF2B5EF4-FFF2-40B4-BE49-F238E27FC236}">
                <a16:creationId xmlns:a16="http://schemas.microsoft.com/office/drawing/2014/main" id="{719F47AF-7CE8-9365-BE55-C8B84995F65E}"/>
              </a:ext>
            </a:extLst>
          </p:cNvPr>
          <p:cNvCxnSpPr>
            <a:cxnSpLocks/>
          </p:cNvCxnSpPr>
          <p:nvPr/>
        </p:nvCxnSpPr>
        <p:spPr>
          <a:xfrm>
            <a:off x="-295351" y="9020582"/>
            <a:ext cx="875" cy="44389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46" name="Rectangle 645">
            <a:extLst>
              <a:ext uri="{FF2B5EF4-FFF2-40B4-BE49-F238E27FC236}">
                <a16:creationId xmlns:a16="http://schemas.microsoft.com/office/drawing/2014/main" id="{078A49D9-279C-F38C-055C-D0645CF2F894}"/>
              </a:ext>
            </a:extLst>
          </p:cNvPr>
          <p:cNvSpPr/>
          <p:nvPr/>
        </p:nvSpPr>
        <p:spPr>
          <a:xfrm>
            <a:off x="7436846" y="4820296"/>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307" name="Graphic 306" descr="Paper outline">
            <a:extLst>
              <a:ext uri="{FF2B5EF4-FFF2-40B4-BE49-F238E27FC236}">
                <a16:creationId xmlns:a16="http://schemas.microsoft.com/office/drawing/2014/main" id="{F0DBD9E6-EC2C-0770-EF8C-C2992583B2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26601" y="6470067"/>
            <a:ext cx="1146019" cy="1080668"/>
          </a:xfrm>
          <a:prstGeom prst="rect">
            <a:avLst/>
          </a:prstGeom>
        </p:spPr>
      </p:pic>
      <p:sp>
        <p:nvSpPr>
          <p:cNvPr id="308" name="TextBox 307">
            <a:extLst>
              <a:ext uri="{FF2B5EF4-FFF2-40B4-BE49-F238E27FC236}">
                <a16:creationId xmlns:a16="http://schemas.microsoft.com/office/drawing/2014/main" id="{C74482D9-7690-0DE1-B775-57C7E25CA001}"/>
              </a:ext>
            </a:extLst>
          </p:cNvPr>
          <p:cNvSpPr txBox="1"/>
          <p:nvPr/>
        </p:nvSpPr>
        <p:spPr>
          <a:xfrm>
            <a:off x="7766100" y="5477719"/>
            <a:ext cx="257500" cy="2963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pic>
        <p:nvPicPr>
          <p:cNvPr id="309" name="Graphic 308" descr="Paper outline">
            <a:extLst>
              <a:ext uri="{FF2B5EF4-FFF2-40B4-BE49-F238E27FC236}">
                <a16:creationId xmlns:a16="http://schemas.microsoft.com/office/drawing/2014/main" id="{73ED8FBC-EDB2-C152-B460-E5BC64170B1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79825" y="5077096"/>
            <a:ext cx="1146019" cy="1080668"/>
          </a:xfrm>
          <a:prstGeom prst="rect">
            <a:avLst/>
          </a:prstGeom>
        </p:spPr>
      </p:pic>
      <p:sp>
        <p:nvSpPr>
          <p:cNvPr id="310" name="TextBox 309">
            <a:extLst>
              <a:ext uri="{FF2B5EF4-FFF2-40B4-BE49-F238E27FC236}">
                <a16:creationId xmlns:a16="http://schemas.microsoft.com/office/drawing/2014/main" id="{04A71E32-68C1-29A6-19C6-2CAA7D6EC87B}"/>
              </a:ext>
            </a:extLst>
          </p:cNvPr>
          <p:cNvSpPr txBox="1"/>
          <p:nvPr/>
        </p:nvSpPr>
        <p:spPr>
          <a:xfrm>
            <a:off x="7477688" y="6792188"/>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438" name="Rectangle 437">
            <a:extLst>
              <a:ext uri="{FF2B5EF4-FFF2-40B4-BE49-F238E27FC236}">
                <a16:creationId xmlns:a16="http://schemas.microsoft.com/office/drawing/2014/main" id="{6B4BE6B5-8B7F-AB21-D54F-E87D7C2CA7A7}"/>
              </a:ext>
            </a:extLst>
          </p:cNvPr>
          <p:cNvSpPr/>
          <p:nvPr/>
        </p:nvSpPr>
        <p:spPr>
          <a:xfrm>
            <a:off x="9850524" y="6495034"/>
            <a:ext cx="1269450" cy="114958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9" name="TextBox 438">
            <a:extLst>
              <a:ext uri="{FF2B5EF4-FFF2-40B4-BE49-F238E27FC236}">
                <a16:creationId xmlns:a16="http://schemas.microsoft.com/office/drawing/2014/main" id="{14C95FF0-5002-860E-D5B7-76BC33F1A37C}"/>
              </a:ext>
            </a:extLst>
          </p:cNvPr>
          <p:cNvSpPr txBox="1"/>
          <p:nvPr/>
        </p:nvSpPr>
        <p:spPr>
          <a:xfrm>
            <a:off x="9861879" y="6468582"/>
            <a:ext cx="95469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Github</a:t>
            </a:r>
            <a:r>
              <a:rPr lang="en-US" sz="1000" b="0"/>
              <a:t> Module</a:t>
            </a:r>
            <a:endParaRPr kumimoji="0" lang="en-US" sz="1000" b="0" i="0" u="none" strike="noStrike" cap="none" spc="0" normalizeH="0" baseline="0">
              <a:ln>
                <a:noFill/>
              </a:ln>
              <a:solidFill>
                <a:srgbClr val="4C4C4C"/>
              </a:solidFill>
              <a:effectLst/>
              <a:uFillTx/>
              <a:sym typeface="Source Sans Pro"/>
            </a:endParaRPr>
          </a:p>
        </p:txBody>
      </p:sp>
      <p:sp>
        <p:nvSpPr>
          <p:cNvPr id="440" name="Rectangle 439">
            <a:extLst>
              <a:ext uri="{FF2B5EF4-FFF2-40B4-BE49-F238E27FC236}">
                <a16:creationId xmlns:a16="http://schemas.microsoft.com/office/drawing/2014/main" id="{32BE6EDA-9C4B-AB54-D609-699E178AEB7B}"/>
              </a:ext>
            </a:extLst>
          </p:cNvPr>
          <p:cNvSpPr/>
          <p:nvPr/>
        </p:nvSpPr>
        <p:spPr>
          <a:xfrm>
            <a:off x="9850524" y="6492397"/>
            <a:ext cx="956215"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441" name="Graphic 440" descr="Paper outline">
            <a:extLst>
              <a:ext uri="{FF2B5EF4-FFF2-40B4-BE49-F238E27FC236}">
                <a16:creationId xmlns:a16="http://schemas.microsoft.com/office/drawing/2014/main" id="{922AC616-6065-F61E-37BA-8242034E772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16622" y="6871648"/>
            <a:ext cx="703352" cy="668555"/>
          </a:xfrm>
          <a:prstGeom prst="rect">
            <a:avLst/>
          </a:prstGeom>
        </p:spPr>
      </p:pic>
      <p:sp>
        <p:nvSpPr>
          <p:cNvPr id="442" name="TextBox 441">
            <a:extLst>
              <a:ext uri="{FF2B5EF4-FFF2-40B4-BE49-F238E27FC236}">
                <a16:creationId xmlns:a16="http://schemas.microsoft.com/office/drawing/2014/main" id="{3388CCEF-042D-42A4-6F1C-772CEC601555}"/>
              </a:ext>
            </a:extLst>
          </p:cNvPr>
          <p:cNvSpPr txBox="1"/>
          <p:nvPr/>
        </p:nvSpPr>
        <p:spPr>
          <a:xfrm>
            <a:off x="10478433" y="7094980"/>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pic>
        <p:nvPicPr>
          <p:cNvPr id="443" name="Graphic 442" descr="Paper outline">
            <a:extLst>
              <a:ext uri="{FF2B5EF4-FFF2-40B4-BE49-F238E27FC236}">
                <a16:creationId xmlns:a16="http://schemas.microsoft.com/office/drawing/2014/main" id="{6EA1B43F-9C35-EF1B-1382-9951326247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32763" y="6883377"/>
            <a:ext cx="703352" cy="668555"/>
          </a:xfrm>
          <a:prstGeom prst="rect">
            <a:avLst/>
          </a:prstGeom>
        </p:spPr>
      </p:pic>
      <p:sp>
        <p:nvSpPr>
          <p:cNvPr id="444" name="TextBox 443">
            <a:extLst>
              <a:ext uri="{FF2B5EF4-FFF2-40B4-BE49-F238E27FC236}">
                <a16:creationId xmlns:a16="http://schemas.microsoft.com/office/drawing/2014/main" id="{B7B1B3B4-802C-60F0-D248-4B722EC368EE}"/>
              </a:ext>
            </a:extLst>
          </p:cNvPr>
          <p:cNvSpPr txBox="1"/>
          <p:nvPr/>
        </p:nvSpPr>
        <p:spPr>
          <a:xfrm>
            <a:off x="9897704" y="709070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832" name="Rectangle 831">
            <a:extLst>
              <a:ext uri="{FF2B5EF4-FFF2-40B4-BE49-F238E27FC236}">
                <a16:creationId xmlns:a16="http://schemas.microsoft.com/office/drawing/2014/main" id="{57040411-E51D-0566-EADB-809035253818}"/>
              </a:ext>
            </a:extLst>
          </p:cNvPr>
          <p:cNvSpPr/>
          <p:nvPr/>
        </p:nvSpPr>
        <p:spPr>
          <a:xfrm>
            <a:off x="9859581" y="5236528"/>
            <a:ext cx="1274522" cy="114958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833" name="TextBox 832">
            <a:extLst>
              <a:ext uri="{FF2B5EF4-FFF2-40B4-BE49-F238E27FC236}">
                <a16:creationId xmlns:a16="http://schemas.microsoft.com/office/drawing/2014/main" id="{8B5F717B-A2F7-94D9-6EF3-FB1494352219}"/>
              </a:ext>
            </a:extLst>
          </p:cNvPr>
          <p:cNvSpPr txBox="1"/>
          <p:nvPr/>
        </p:nvSpPr>
        <p:spPr>
          <a:xfrm>
            <a:off x="9859581" y="5216883"/>
            <a:ext cx="95469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Src</a:t>
            </a:r>
            <a:r>
              <a:rPr lang="en-US" sz="1000" b="0"/>
              <a:t> Module</a:t>
            </a:r>
            <a:endParaRPr kumimoji="0" lang="en-US" sz="1000" b="0" i="0" u="none" strike="noStrike" cap="none" spc="0" normalizeH="0" baseline="0">
              <a:ln>
                <a:noFill/>
              </a:ln>
              <a:solidFill>
                <a:srgbClr val="4C4C4C"/>
              </a:solidFill>
              <a:effectLst/>
              <a:uFillTx/>
              <a:sym typeface="Source Sans Pro"/>
            </a:endParaRPr>
          </a:p>
        </p:txBody>
      </p:sp>
      <p:sp>
        <p:nvSpPr>
          <p:cNvPr id="834" name="Rectangle 833">
            <a:extLst>
              <a:ext uri="{FF2B5EF4-FFF2-40B4-BE49-F238E27FC236}">
                <a16:creationId xmlns:a16="http://schemas.microsoft.com/office/drawing/2014/main" id="{20449F85-B73E-62BD-DBFE-6487F4770255}"/>
              </a:ext>
            </a:extLst>
          </p:cNvPr>
          <p:cNvSpPr/>
          <p:nvPr/>
        </p:nvSpPr>
        <p:spPr>
          <a:xfrm>
            <a:off x="9858058" y="5236528"/>
            <a:ext cx="956215"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838" name="Graphic 837" descr="Paper outline">
            <a:extLst>
              <a:ext uri="{FF2B5EF4-FFF2-40B4-BE49-F238E27FC236}">
                <a16:creationId xmlns:a16="http://schemas.microsoft.com/office/drawing/2014/main" id="{EFBA0944-1C75-1EAB-AFE9-9530E4BB80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19708" y="5615040"/>
            <a:ext cx="703352" cy="668555"/>
          </a:xfrm>
          <a:prstGeom prst="rect">
            <a:avLst/>
          </a:prstGeom>
        </p:spPr>
      </p:pic>
      <p:sp>
        <p:nvSpPr>
          <p:cNvPr id="839" name="TextBox 838">
            <a:extLst>
              <a:ext uri="{FF2B5EF4-FFF2-40B4-BE49-F238E27FC236}">
                <a16:creationId xmlns:a16="http://schemas.microsoft.com/office/drawing/2014/main" id="{52BA2509-647A-18F9-8AA7-7146396D547F}"/>
              </a:ext>
            </a:extLst>
          </p:cNvPr>
          <p:cNvSpPr txBox="1"/>
          <p:nvPr/>
        </p:nvSpPr>
        <p:spPr>
          <a:xfrm>
            <a:off x="9881519" y="5838372"/>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855" name="Layout Suggestions">
            <a:extLst>
              <a:ext uri="{FF2B5EF4-FFF2-40B4-BE49-F238E27FC236}">
                <a16:creationId xmlns:a16="http://schemas.microsoft.com/office/drawing/2014/main" id="{73319588-5A7E-5740-FCFC-3859546BD26A}"/>
              </a:ext>
            </a:extLst>
          </p:cNvPr>
          <p:cNvSpPr txBox="1"/>
          <p:nvPr/>
        </p:nvSpPr>
        <p:spPr>
          <a:xfrm>
            <a:off x="209573" y="1554186"/>
            <a:ext cx="13497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sp>
        <p:nvSpPr>
          <p:cNvPr id="856" name="TextBox 855">
            <a:extLst>
              <a:ext uri="{FF2B5EF4-FFF2-40B4-BE49-F238E27FC236}">
                <a16:creationId xmlns:a16="http://schemas.microsoft.com/office/drawing/2014/main" id="{F687475F-E5AA-F3B4-8996-220AB3F23E78}"/>
              </a:ext>
            </a:extLst>
          </p:cNvPr>
          <p:cNvSpPr txBox="1"/>
          <p:nvPr/>
        </p:nvSpPr>
        <p:spPr>
          <a:xfrm>
            <a:off x="209573" y="1893392"/>
            <a:ext cx="2740443"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a:solidFill>
                  <a:schemeClr val="bg2">
                    <a:lumMod val="10000"/>
                  </a:schemeClr>
                </a:solidFill>
                <a:sym typeface="Source Sans Pro Light"/>
              </a:rPr>
              <a:t>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the download and analysis of multiple sources, such as Git, Jira, and </a:t>
            </a:r>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Light"/>
              </a:rPr>
              <a:t>Github</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 Table's structure changes depending on how many sources are used.</a:t>
            </a:r>
            <a:endParaRPr lang="en-US" b="0">
              <a:solidFill>
                <a:schemeClr val="bg2">
                  <a:lumMod val="10000"/>
                </a:schemeClr>
              </a:solidFill>
              <a:latin typeface="Source Sans Pro" panose="020B0503030403020204" pitchFamily="34" charset="0"/>
              <a:ea typeface="Source Sans Pro" panose="020B0503030403020204" pitchFamily="34" charset="0"/>
            </a:endParaRPr>
          </a:p>
        </p:txBody>
      </p:sp>
      <p:sp>
        <p:nvSpPr>
          <p:cNvPr id="898" name="Line">
            <a:extLst>
              <a:ext uri="{FF2B5EF4-FFF2-40B4-BE49-F238E27FC236}">
                <a16:creationId xmlns:a16="http://schemas.microsoft.com/office/drawing/2014/main" id="{0EA71E63-8917-23CE-6D15-236C3B67374E}"/>
              </a:ext>
            </a:extLst>
          </p:cNvPr>
          <p:cNvSpPr/>
          <p:nvPr/>
        </p:nvSpPr>
        <p:spPr>
          <a:xfrm flipV="1">
            <a:off x="10280284" y="2533161"/>
            <a:ext cx="0" cy="864851"/>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899" name="Line">
            <a:extLst>
              <a:ext uri="{FF2B5EF4-FFF2-40B4-BE49-F238E27FC236}">
                <a16:creationId xmlns:a16="http://schemas.microsoft.com/office/drawing/2014/main" id="{012B279C-404B-C629-9AA5-2D372BF36EC3}"/>
              </a:ext>
            </a:extLst>
          </p:cNvPr>
          <p:cNvSpPr/>
          <p:nvPr/>
        </p:nvSpPr>
        <p:spPr>
          <a:xfrm flipV="1">
            <a:off x="10280284" y="3687866"/>
            <a:ext cx="0" cy="778817"/>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900" name="Line">
            <a:extLst>
              <a:ext uri="{FF2B5EF4-FFF2-40B4-BE49-F238E27FC236}">
                <a16:creationId xmlns:a16="http://schemas.microsoft.com/office/drawing/2014/main" id="{610C8CCD-4875-A243-7F07-0D7F4C1CC1D0}"/>
              </a:ext>
            </a:extLst>
          </p:cNvPr>
          <p:cNvSpPr/>
          <p:nvPr/>
        </p:nvSpPr>
        <p:spPr>
          <a:xfrm flipV="1">
            <a:off x="11295366" y="5199542"/>
            <a:ext cx="11547" cy="2394667"/>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901" name="Line">
            <a:extLst>
              <a:ext uri="{FF2B5EF4-FFF2-40B4-BE49-F238E27FC236}">
                <a16:creationId xmlns:a16="http://schemas.microsoft.com/office/drawing/2014/main" id="{FA681068-C20E-A257-DC71-3AB97870D5BE}"/>
              </a:ext>
            </a:extLst>
          </p:cNvPr>
          <p:cNvSpPr/>
          <p:nvPr/>
        </p:nvSpPr>
        <p:spPr>
          <a:xfrm flipV="1">
            <a:off x="9372620" y="8047992"/>
            <a:ext cx="0" cy="1288386"/>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902" name="TextBox 901">
            <a:extLst>
              <a:ext uri="{FF2B5EF4-FFF2-40B4-BE49-F238E27FC236}">
                <a16:creationId xmlns:a16="http://schemas.microsoft.com/office/drawing/2014/main" id="{34799A03-888B-6066-C174-79367B61BD51}"/>
              </a:ext>
            </a:extLst>
          </p:cNvPr>
          <p:cNvSpPr txBox="1"/>
          <p:nvPr/>
        </p:nvSpPr>
        <p:spPr>
          <a:xfrm>
            <a:off x="10296155" y="2695987"/>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Data Layer</a:t>
            </a:r>
            <a:endParaRPr kumimoji="0" lang="en-US" sz="1000" b="0" i="0" u="none" strike="noStrike" cap="none" spc="0" normalizeH="0" baseline="0">
              <a:ln>
                <a:noFill/>
              </a:ln>
              <a:solidFill>
                <a:srgbClr val="4C4C4C"/>
              </a:solidFill>
              <a:effectLst/>
              <a:uFillTx/>
              <a:sym typeface="Source Sans Pro"/>
            </a:endParaRPr>
          </a:p>
        </p:txBody>
      </p:sp>
      <p:sp>
        <p:nvSpPr>
          <p:cNvPr id="903" name="TextBox 902">
            <a:extLst>
              <a:ext uri="{FF2B5EF4-FFF2-40B4-BE49-F238E27FC236}">
                <a16:creationId xmlns:a16="http://schemas.microsoft.com/office/drawing/2014/main" id="{111A27E1-4A20-EF72-AC17-151CD91F2012}"/>
              </a:ext>
            </a:extLst>
          </p:cNvPr>
          <p:cNvSpPr txBox="1"/>
          <p:nvPr/>
        </p:nvSpPr>
        <p:spPr>
          <a:xfrm>
            <a:off x="10305630" y="3848721"/>
            <a:ext cx="483345"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Table layer</a:t>
            </a:r>
            <a:endParaRPr kumimoji="0" lang="en-US" sz="1000" b="0" i="0" u="none" strike="noStrike" cap="none" spc="0" normalizeH="0" baseline="0" dirty="0">
              <a:ln>
                <a:noFill/>
              </a:ln>
              <a:solidFill>
                <a:srgbClr val="4C4C4C"/>
              </a:solidFill>
              <a:effectLst/>
              <a:uFillTx/>
              <a:sym typeface="Source Sans Pro"/>
            </a:endParaRPr>
          </a:p>
        </p:txBody>
      </p:sp>
      <p:sp>
        <p:nvSpPr>
          <p:cNvPr id="904" name="TextBox 903">
            <a:extLst>
              <a:ext uri="{FF2B5EF4-FFF2-40B4-BE49-F238E27FC236}">
                <a16:creationId xmlns:a16="http://schemas.microsoft.com/office/drawing/2014/main" id="{0F8AB558-AAB2-4017-8822-72D3F9920DD3}"/>
              </a:ext>
            </a:extLst>
          </p:cNvPr>
          <p:cNvSpPr txBox="1"/>
          <p:nvPr/>
        </p:nvSpPr>
        <p:spPr>
          <a:xfrm>
            <a:off x="9939701" y="4756537"/>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905" name="TextBox 904">
            <a:extLst>
              <a:ext uri="{FF2B5EF4-FFF2-40B4-BE49-F238E27FC236}">
                <a16:creationId xmlns:a16="http://schemas.microsoft.com/office/drawing/2014/main" id="{0380F637-82A6-83A1-8045-ED2F6261DC02}"/>
              </a:ext>
            </a:extLst>
          </p:cNvPr>
          <p:cNvSpPr txBox="1"/>
          <p:nvPr/>
        </p:nvSpPr>
        <p:spPr>
          <a:xfrm>
            <a:off x="9498719" y="8552642"/>
            <a:ext cx="83752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938" name="Layout Suggestions">
            <a:extLst>
              <a:ext uri="{FF2B5EF4-FFF2-40B4-BE49-F238E27FC236}">
                <a16:creationId xmlns:a16="http://schemas.microsoft.com/office/drawing/2014/main" id="{D351E639-320E-D335-A9FB-64E45B86AF6A}"/>
              </a:ext>
            </a:extLst>
          </p:cNvPr>
          <p:cNvSpPr txBox="1"/>
          <p:nvPr/>
        </p:nvSpPr>
        <p:spPr>
          <a:xfrm>
            <a:off x="185621" y="3020109"/>
            <a:ext cx="2919175"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Connecting Modules</a:t>
            </a:r>
          </a:p>
        </p:txBody>
      </p:sp>
      <p:sp>
        <p:nvSpPr>
          <p:cNvPr id="939" name="TextBox 938">
            <a:extLst>
              <a:ext uri="{FF2B5EF4-FFF2-40B4-BE49-F238E27FC236}">
                <a16:creationId xmlns:a16="http://schemas.microsoft.com/office/drawing/2014/main" id="{DC346B61-64C7-4AB5-DF3E-99D7D47DE141}"/>
              </a:ext>
            </a:extLst>
          </p:cNvPr>
          <p:cNvSpPr txBox="1"/>
          <p:nvPr/>
        </p:nvSpPr>
        <p:spPr>
          <a:xfrm>
            <a:off x="194022" y="3380243"/>
            <a:ext cx="2765787" cy="9796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Tables</a:t>
            </a:r>
            <a:r>
              <a:rPr lang="en-US" b="0">
                <a:solidFill>
                  <a:srgbClr val="000000"/>
                </a:solidFill>
                <a:latin typeface="Source Sans Pro" panose="020B0503030403020204" pitchFamily="34" charset="0"/>
                <a:ea typeface="Source Sans Pro" panose="020B0503030403020204" pitchFamily="34" charset="0"/>
                <a:sym typeface="Source Sans Pro Light"/>
              </a:rPr>
              <a:t> are used as the </a:t>
            </a:r>
            <a:r>
              <a:rPr lang="en-US">
                <a:solidFill>
                  <a:srgbClr val="000000"/>
                </a:solidFill>
                <a:latin typeface="Source Sans Pro" panose="020B0503030403020204" pitchFamily="34" charset="0"/>
                <a:ea typeface="Source Sans Pro" panose="020B0503030403020204" pitchFamily="34" charset="0"/>
                <a:sym typeface="Source Sans Pro Light"/>
              </a:rPr>
              <a:t>sole</a:t>
            </a:r>
            <a:r>
              <a:rPr lang="en-US" b="0">
                <a:solidFill>
                  <a:srgbClr val="000000"/>
                </a:solidFill>
                <a:latin typeface="Source Sans Pro" panose="020B0503030403020204" pitchFamily="34" charset="0"/>
                <a:ea typeface="Source Sans Pro" panose="020B0503030403020204" pitchFamily="34" charset="0"/>
                <a:sym typeface="Source Sans Pro Light"/>
              </a:rPr>
              <a:t> connection between modules. Modules or raw data sources do not interact directly. Merging tables adds the column to the destination table.</a:t>
            </a:r>
            <a:endParaRPr lang="en-US" b="0">
              <a:solidFill>
                <a:srgbClr val="000000"/>
              </a:solidFill>
              <a:latin typeface="Source Sans Pro" panose="020B0503030403020204" pitchFamily="34" charset="0"/>
              <a:ea typeface="Source Sans Pro" panose="020B0503030403020204" pitchFamily="34" charset="0"/>
            </a:endParaRPr>
          </a:p>
        </p:txBody>
      </p:sp>
      <p:pic>
        <p:nvPicPr>
          <p:cNvPr id="906" name="Graphic 905" descr="Paper outline">
            <a:extLst>
              <a:ext uri="{FF2B5EF4-FFF2-40B4-BE49-F238E27FC236}">
                <a16:creationId xmlns:a16="http://schemas.microsoft.com/office/drawing/2014/main" id="{32CF5F9A-A5CE-5B38-2CF9-B6013E66C3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45329" y="5612089"/>
            <a:ext cx="703352" cy="668555"/>
          </a:xfrm>
          <a:prstGeom prst="rect">
            <a:avLst/>
          </a:prstGeom>
        </p:spPr>
      </p:pic>
      <p:sp>
        <p:nvSpPr>
          <p:cNvPr id="907" name="TextBox 906">
            <a:extLst>
              <a:ext uri="{FF2B5EF4-FFF2-40B4-BE49-F238E27FC236}">
                <a16:creationId xmlns:a16="http://schemas.microsoft.com/office/drawing/2014/main" id="{EB64A869-3152-DFD1-B8B7-50EE6C0335E1}"/>
              </a:ext>
            </a:extLst>
          </p:cNvPr>
          <p:cNvSpPr txBox="1"/>
          <p:nvPr/>
        </p:nvSpPr>
        <p:spPr>
          <a:xfrm>
            <a:off x="10563611" y="5852228"/>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t>
            </a:r>
          </a:p>
        </p:txBody>
      </p:sp>
      <p:sp>
        <p:nvSpPr>
          <p:cNvPr id="519" name="Rectangle 518">
            <a:extLst>
              <a:ext uri="{FF2B5EF4-FFF2-40B4-BE49-F238E27FC236}">
                <a16:creationId xmlns:a16="http://schemas.microsoft.com/office/drawing/2014/main" id="{6367317E-7FEF-8F8B-4771-4C32113A323A}"/>
              </a:ext>
            </a:extLst>
          </p:cNvPr>
          <p:cNvSpPr/>
          <p:nvPr/>
        </p:nvSpPr>
        <p:spPr>
          <a:xfrm>
            <a:off x="7113948" y="7984375"/>
            <a:ext cx="1843470" cy="1381811"/>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520" name="Rectangle 519">
            <a:extLst>
              <a:ext uri="{FF2B5EF4-FFF2-40B4-BE49-F238E27FC236}">
                <a16:creationId xmlns:a16="http://schemas.microsoft.com/office/drawing/2014/main" id="{1C6209DE-0B1F-6E8D-645D-AB3FE3749CA7}"/>
              </a:ext>
            </a:extLst>
          </p:cNvPr>
          <p:cNvSpPr/>
          <p:nvPr/>
        </p:nvSpPr>
        <p:spPr>
          <a:xfrm>
            <a:off x="7107732" y="7984867"/>
            <a:ext cx="592168" cy="317683"/>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grpSp>
        <p:nvGrpSpPr>
          <p:cNvPr id="522" name="Google Shape;156;p1">
            <a:extLst>
              <a:ext uri="{FF2B5EF4-FFF2-40B4-BE49-F238E27FC236}">
                <a16:creationId xmlns:a16="http://schemas.microsoft.com/office/drawing/2014/main" id="{4BF77ADD-1C4B-504E-1A0C-DF764379CFE0}"/>
              </a:ext>
            </a:extLst>
          </p:cNvPr>
          <p:cNvGrpSpPr/>
          <p:nvPr/>
        </p:nvGrpSpPr>
        <p:grpSpPr>
          <a:xfrm>
            <a:off x="7201941" y="8347093"/>
            <a:ext cx="1644850" cy="920598"/>
            <a:chOff x="10592773" y="5229745"/>
            <a:chExt cx="3298954" cy="1741391"/>
          </a:xfrm>
        </p:grpSpPr>
        <p:sp>
          <p:nvSpPr>
            <p:cNvPr id="523" name="Google Shape;157;p1">
              <a:extLst>
                <a:ext uri="{FF2B5EF4-FFF2-40B4-BE49-F238E27FC236}">
                  <a16:creationId xmlns:a16="http://schemas.microsoft.com/office/drawing/2014/main" id="{E9217206-176B-F7CC-DE33-7F99FE499D26}"/>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24" name="Google Shape;158;p1">
              <a:extLst>
                <a:ext uri="{FF2B5EF4-FFF2-40B4-BE49-F238E27FC236}">
                  <a16:creationId xmlns:a16="http://schemas.microsoft.com/office/drawing/2014/main" id="{3F39485F-F6E3-1A83-A5B2-FEF08DC4F314}"/>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25" name="Google Shape;159;p1">
              <a:extLst>
                <a:ext uri="{FF2B5EF4-FFF2-40B4-BE49-F238E27FC236}">
                  <a16:creationId xmlns:a16="http://schemas.microsoft.com/office/drawing/2014/main" id="{2D101742-1D19-1DC5-778A-5153BC7DAABE}"/>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26" name="Google Shape;160;p1">
              <a:extLst>
                <a:ext uri="{FF2B5EF4-FFF2-40B4-BE49-F238E27FC236}">
                  <a16:creationId xmlns:a16="http://schemas.microsoft.com/office/drawing/2014/main" id="{309A8604-9B9F-5FCC-15E7-CCB2D6FCB5B8}"/>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28" name="Google Shape;161;p1">
              <a:extLst>
                <a:ext uri="{FF2B5EF4-FFF2-40B4-BE49-F238E27FC236}">
                  <a16:creationId xmlns:a16="http://schemas.microsoft.com/office/drawing/2014/main" id="{F16A3865-A362-5CB6-AF85-0F58B01BC45A}"/>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29" name="Google Shape;162;p1">
              <a:extLst>
                <a:ext uri="{FF2B5EF4-FFF2-40B4-BE49-F238E27FC236}">
                  <a16:creationId xmlns:a16="http://schemas.microsoft.com/office/drawing/2014/main" id="{0C278DB0-4A95-BE8F-CBE8-D9D9A3C8A423}"/>
                </a:ext>
              </a:extLst>
            </p:cNvPr>
            <p:cNvSpPr/>
            <p:nvPr/>
          </p:nvSpPr>
          <p:spPr>
            <a:xfrm>
              <a:off x="12990598" y="5644267"/>
              <a:ext cx="192300" cy="198000"/>
            </a:xfrm>
            <a:prstGeom prst="ellipse">
              <a:avLst/>
            </a:prstGeom>
            <a:solidFill>
              <a:schemeClr val="bg2"/>
            </a:solidFill>
            <a:ln w="9525" cap="flat" cmpd="sng">
              <a:solidFill>
                <a:schemeClr val="bg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0" name="Google Shape;163;p1">
              <a:extLst>
                <a:ext uri="{FF2B5EF4-FFF2-40B4-BE49-F238E27FC236}">
                  <a16:creationId xmlns:a16="http://schemas.microsoft.com/office/drawing/2014/main" id="{D507932C-0E7C-8039-0CA1-10E433D43F66}"/>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1" name="Google Shape;164;p1">
              <a:extLst>
                <a:ext uri="{FF2B5EF4-FFF2-40B4-BE49-F238E27FC236}">
                  <a16:creationId xmlns:a16="http://schemas.microsoft.com/office/drawing/2014/main" id="{E8981CB0-BD56-D037-FF56-5DD763142814}"/>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2" name="Google Shape;165;p1">
              <a:extLst>
                <a:ext uri="{FF2B5EF4-FFF2-40B4-BE49-F238E27FC236}">
                  <a16:creationId xmlns:a16="http://schemas.microsoft.com/office/drawing/2014/main" id="{9D40105F-4E10-5DA6-6282-C5D7FC804317}"/>
                </a:ext>
              </a:extLst>
            </p:cNvPr>
            <p:cNvSpPr/>
            <p:nvPr/>
          </p:nvSpPr>
          <p:spPr>
            <a:xfrm>
              <a:off x="13324166" y="6099152"/>
              <a:ext cx="192300" cy="198000"/>
            </a:xfrm>
            <a:prstGeom prst="ellipse">
              <a:avLst/>
            </a:prstGeom>
            <a:solidFill>
              <a:schemeClr val="bg2"/>
            </a:solidFill>
            <a:ln w="9525" cap="flat" cmpd="sng">
              <a:solidFill>
                <a:schemeClr val="bg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3" name="Google Shape;166;p1">
              <a:extLst>
                <a:ext uri="{FF2B5EF4-FFF2-40B4-BE49-F238E27FC236}">
                  <a16:creationId xmlns:a16="http://schemas.microsoft.com/office/drawing/2014/main" id="{3E9AE7B6-9485-F819-EDD8-46E85871E69F}"/>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4" name="Google Shape;167;p1">
              <a:extLst>
                <a:ext uri="{FF2B5EF4-FFF2-40B4-BE49-F238E27FC236}">
                  <a16:creationId xmlns:a16="http://schemas.microsoft.com/office/drawing/2014/main" id="{C8C74C7A-B4A7-8A9D-98F1-2E993EAF756D}"/>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5" name="Google Shape;168;p1">
              <a:extLst>
                <a:ext uri="{FF2B5EF4-FFF2-40B4-BE49-F238E27FC236}">
                  <a16:creationId xmlns:a16="http://schemas.microsoft.com/office/drawing/2014/main" id="{5FBA9F71-CEA5-7B09-2187-16A0F3B8C790}"/>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6" name="Google Shape;169;p1">
              <a:extLst>
                <a:ext uri="{FF2B5EF4-FFF2-40B4-BE49-F238E27FC236}">
                  <a16:creationId xmlns:a16="http://schemas.microsoft.com/office/drawing/2014/main" id="{CC53E344-8B0E-2DB4-0676-1E7CEEE06AB0}"/>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7" name="Google Shape;170;p1">
              <a:extLst>
                <a:ext uri="{FF2B5EF4-FFF2-40B4-BE49-F238E27FC236}">
                  <a16:creationId xmlns:a16="http://schemas.microsoft.com/office/drawing/2014/main" id="{EF4059C3-3034-6DEA-62D6-F9A319556A48}"/>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8" name="Google Shape;171;p1">
              <a:extLst>
                <a:ext uri="{FF2B5EF4-FFF2-40B4-BE49-F238E27FC236}">
                  <a16:creationId xmlns:a16="http://schemas.microsoft.com/office/drawing/2014/main" id="{49660E64-9ED2-2B0D-76C3-EF0197344993}"/>
                </a:ext>
              </a:extLst>
            </p:cNvPr>
            <p:cNvSpPr/>
            <p:nvPr/>
          </p:nvSpPr>
          <p:spPr>
            <a:xfrm>
              <a:off x="11449106" y="6300040"/>
              <a:ext cx="553500" cy="567900"/>
            </a:xfrm>
            <a:prstGeom prst="ellipse">
              <a:avLst/>
            </a:prstGeom>
            <a:solidFill>
              <a:schemeClr val="bg2"/>
            </a:solidFill>
            <a:ln w="26900" cap="flat" cmpd="sng">
              <a:solidFill>
                <a:schemeClr val="bg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39" name="Google Shape;172;p1">
              <a:extLst>
                <a:ext uri="{FF2B5EF4-FFF2-40B4-BE49-F238E27FC236}">
                  <a16:creationId xmlns:a16="http://schemas.microsoft.com/office/drawing/2014/main" id="{E4B52514-83B3-4A09-8918-4A8061B107E0}"/>
                </a:ext>
              </a:extLst>
            </p:cNvPr>
            <p:cNvCxnSpPr>
              <a:stCxn id="523" idx="2"/>
              <a:endCxn id="533"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540" name="Google Shape;173;p1">
              <a:extLst>
                <a:ext uri="{FF2B5EF4-FFF2-40B4-BE49-F238E27FC236}">
                  <a16:creationId xmlns:a16="http://schemas.microsoft.com/office/drawing/2014/main" id="{07280C82-9CE1-1F9D-58B5-6B721BAFC65F}"/>
                </a:ext>
              </a:extLst>
            </p:cNvPr>
            <p:cNvCxnSpPr>
              <a:stCxn id="533" idx="2"/>
              <a:endCxn id="552"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542" name="Google Shape;175;p1">
              <a:extLst>
                <a:ext uri="{FF2B5EF4-FFF2-40B4-BE49-F238E27FC236}">
                  <a16:creationId xmlns:a16="http://schemas.microsoft.com/office/drawing/2014/main" id="{B3211EFA-F96B-C211-4527-195A4B7632B6}"/>
                </a:ext>
              </a:extLst>
            </p:cNvPr>
            <p:cNvCxnSpPr>
              <a:stCxn id="538" idx="1"/>
              <a:endCxn id="549"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43" name="Google Shape;177;p1">
              <a:extLst>
                <a:ext uri="{FF2B5EF4-FFF2-40B4-BE49-F238E27FC236}">
                  <a16:creationId xmlns:a16="http://schemas.microsoft.com/office/drawing/2014/main" id="{CF4AD472-7D6D-9273-D0E4-C5C7EFD03FF2}"/>
                </a:ext>
              </a:extLst>
            </p:cNvPr>
            <p:cNvCxnSpPr>
              <a:stCxn id="538" idx="2"/>
              <a:endCxn id="5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44" name="Google Shape;178;p1">
              <a:extLst>
                <a:ext uri="{FF2B5EF4-FFF2-40B4-BE49-F238E27FC236}">
                  <a16:creationId xmlns:a16="http://schemas.microsoft.com/office/drawing/2014/main" id="{8BA7CEF9-DA55-6D82-26C9-7760C486B350}"/>
                </a:ext>
              </a:extLst>
            </p:cNvPr>
            <p:cNvCxnSpPr>
              <a:stCxn id="537" idx="2"/>
              <a:endCxn id="5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545" name="Google Shape;179;p1">
              <a:extLst>
                <a:ext uri="{FF2B5EF4-FFF2-40B4-BE49-F238E27FC236}">
                  <a16:creationId xmlns:a16="http://schemas.microsoft.com/office/drawing/2014/main" id="{4721C51D-821A-FDDD-640A-BC73D814D479}"/>
                </a:ext>
              </a:extLst>
            </p:cNvPr>
            <p:cNvCxnSpPr>
              <a:stCxn id="549" idx="2"/>
              <a:endCxn id="534"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546" name="Google Shape;180;p1">
              <a:extLst>
                <a:ext uri="{FF2B5EF4-FFF2-40B4-BE49-F238E27FC236}">
                  <a16:creationId xmlns:a16="http://schemas.microsoft.com/office/drawing/2014/main" id="{22E014F2-5BD0-346D-18F5-4F4AC6FF6865}"/>
                </a:ext>
              </a:extLst>
            </p:cNvPr>
            <p:cNvCxnSpPr>
              <a:stCxn id="533" idx="1"/>
              <a:endCxn id="5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547" name="Google Shape;181;p1">
              <a:extLst>
                <a:ext uri="{FF2B5EF4-FFF2-40B4-BE49-F238E27FC236}">
                  <a16:creationId xmlns:a16="http://schemas.microsoft.com/office/drawing/2014/main" id="{E6794E33-76BC-1DF0-EB9D-A9A66D092B1B}"/>
                </a:ext>
              </a:extLst>
            </p:cNvPr>
            <p:cNvCxnSpPr>
              <a:stCxn id="560" idx="2"/>
              <a:endCxn id="549"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548" name="Google Shape;183;p1">
              <a:extLst>
                <a:ext uri="{FF2B5EF4-FFF2-40B4-BE49-F238E27FC236}">
                  <a16:creationId xmlns:a16="http://schemas.microsoft.com/office/drawing/2014/main" id="{4D8F61D6-F2C4-D9C7-CAC8-0DDFCD8E1D9B}"/>
                </a:ext>
              </a:extLst>
            </p:cNvPr>
            <p:cNvCxnSpPr>
              <a:stCxn id="560" idx="2"/>
              <a:endCxn id="534"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549" name="Google Shape;176;p1">
              <a:extLst>
                <a:ext uri="{FF2B5EF4-FFF2-40B4-BE49-F238E27FC236}">
                  <a16:creationId xmlns:a16="http://schemas.microsoft.com/office/drawing/2014/main" id="{FB700E30-F683-3158-F7DE-A92CDB78E515}"/>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50" name="Google Shape;184;p1">
              <a:extLst>
                <a:ext uri="{FF2B5EF4-FFF2-40B4-BE49-F238E27FC236}">
                  <a16:creationId xmlns:a16="http://schemas.microsoft.com/office/drawing/2014/main" id="{2C715C84-DBBE-D67E-58FD-DCC2CE300D0A}"/>
                </a:ext>
              </a:extLst>
            </p:cNvPr>
            <p:cNvCxnSpPr>
              <a:stCxn id="523" idx="2"/>
              <a:endCxn id="5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551" name="Google Shape;185;p1">
              <a:extLst>
                <a:ext uri="{FF2B5EF4-FFF2-40B4-BE49-F238E27FC236}">
                  <a16:creationId xmlns:a16="http://schemas.microsoft.com/office/drawing/2014/main" id="{7B804D9E-5883-D1D0-89D8-42658DBE64DE}"/>
                </a:ext>
              </a:extLst>
            </p:cNvPr>
            <p:cNvCxnSpPr>
              <a:stCxn id="523" idx="5"/>
              <a:endCxn id="53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552" name="Google Shape;174;p1">
              <a:extLst>
                <a:ext uri="{FF2B5EF4-FFF2-40B4-BE49-F238E27FC236}">
                  <a16:creationId xmlns:a16="http://schemas.microsoft.com/office/drawing/2014/main" id="{826C6D40-4F05-120F-22F1-4F04B47058D5}"/>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53" name="Google Shape;186;p1">
              <a:extLst>
                <a:ext uri="{FF2B5EF4-FFF2-40B4-BE49-F238E27FC236}">
                  <a16:creationId xmlns:a16="http://schemas.microsoft.com/office/drawing/2014/main" id="{AB272A1A-A90F-1EFF-EFF0-CF568E3B4E48}"/>
                </a:ext>
              </a:extLst>
            </p:cNvPr>
            <p:cNvCxnSpPr>
              <a:stCxn id="560" idx="2"/>
              <a:endCxn id="5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554" name="Google Shape;187;p1">
              <a:extLst>
                <a:ext uri="{FF2B5EF4-FFF2-40B4-BE49-F238E27FC236}">
                  <a16:creationId xmlns:a16="http://schemas.microsoft.com/office/drawing/2014/main" id="{61EB2E4C-1D50-5A24-A0F2-D61E27855155}"/>
                </a:ext>
              </a:extLst>
            </p:cNvPr>
            <p:cNvCxnSpPr>
              <a:stCxn id="558" idx="6"/>
              <a:endCxn id="529" idx="2"/>
            </p:cNvCxnSpPr>
            <p:nvPr/>
          </p:nvCxnSpPr>
          <p:spPr>
            <a:xfrm rot="10800000" flipH="1">
              <a:off x="12553633" y="5743151"/>
              <a:ext cx="437100" cy="199800"/>
            </a:xfrm>
            <a:prstGeom prst="straightConnector1">
              <a:avLst/>
            </a:prstGeom>
            <a:noFill/>
            <a:ln w="38100" cap="flat" cmpd="sng">
              <a:solidFill>
                <a:schemeClr val="bg2"/>
              </a:solidFill>
              <a:prstDash val="solid"/>
              <a:round/>
              <a:headEnd type="none" w="sm" len="sm"/>
              <a:tailEnd type="stealth" w="med" len="med"/>
            </a:ln>
          </p:spPr>
        </p:cxnSp>
        <p:cxnSp>
          <p:nvCxnSpPr>
            <p:cNvPr id="555" name="Google Shape;189;p1">
              <a:extLst>
                <a:ext uri="{FF2B5EF4-FFF2-40B4-BE49-F238E27FC236}">
                  <a16:creationId xmlns:a16="http://schemas.microsoft.com/office/drawing/2014/main" id="{F88933BA-B85A-890C-6B76-9A4306DA16E5}"/>
                </a:ext>
              </a:extLst>
            </p:cNvPr>
            <p:cNvCxnSpPr>
              <a:stCxn id="529" idx="7"/>
              <a:endCxn id="526"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556" name="Google Shape;190;p1">
              <a:extLst>
                <a:ext uri="{FF2B5EF4-FFF2-40B4-BE49-F238E27FC236}">
                  <a16:creationId xmlns:a16="http://schemas.microsoft.com/office/drawing/2014/main" id="{38CA1ED6-EE54-7B39-7E61-64DABC9F6D25}"/>
                </a:ext>
              </a:extLst>
            </p:cNvPr>
            <p:cNvCxnSpPr>
              <a:stCxn id="526" idx="6"/>
              <a:endCxn id="52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557" name="Google Shape;191;p1">
              <a:extLst>
                <a:ext uri="{FF2B5EF4-FFF2-40B4-BE49-F238E27FC236}">
                  <a16:creationId xmlns:a16="http://schemas.microsoft.com/office/drawing/2014/main" id="{B8E77641-057C-6CD6-CE78-C475E48DDEFD}"/>
                </a:ext>
              </a:extLst>
            </p:cNvPr>
            <p:cNvCxnSpPr>
              <a:stCxn id="523" idx="6"/>
              <a:endCxn id="524"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558" name="Google Shape;188;p1">
              <a:extLst>
                <a:ext uri="{FF2B5EF4-FFF2-40B4-BE49-F238E27FC236}">
                  <a16:creationId xmlns:a16="http://schemas.microsoft.com/office/drawing/2014/main" id="{344C56D8-2F71-21F5-B69D-1376938F3DDA}"/>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59" name="Google Shape;192;p1">
              <a:extLst>
                <a:ext uri="{FF2B5EF4-FFF2-40B4-BE49-F238E27FC236}">
                  <a16:creationId xmlns:a16="http://schemas.microsoft.com/office/drawing/2014/main" id="{2E394271-82EC-64C9-5321-317203F5987D}"/>
                </a:ext>
              </a:extLst>
            </p:cNvPr>
            <p:cNvCxnSpPr>
              <a:stCxn id="524" idx="7"/>
              <a:endCxn id="525"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560" name="Google Shape;182;p1">
              <a:extLst>
                <a:ext uri="{FF2B5EF4-FFF2-40B4-BE49-F238E27FC236}">
                  <a16:creationId xmlns:a16="http://schemas.microsoft.com/office/drawing/2014/main" id="{2A3B5703-038A-F701-54DF-2C7385D2920D}"/>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61" name="Google Shape;193;p1">
              <a:extLst>
                <a:ext uri="{FF2B5EF4-FFF2-40B4-BE49-F238E27FC236}">
                  <a16:creationId xmlns:a16="http://schemas.microsoft.com/office/drawing/2014/main" id="{E46299DF-6633-B356-0AD3-23002DA29FA2}"/>
                </a:ext>
              </a:extLst>
            </p:cNvPr>
            <p:cNvCxnSpPr>
              <a:stCxn id="538" idx="6"/>
              <a:endCxn id="53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562" name="Google Shape;194;p1">
              <a:extLst>
                <a:ext uri="{FF2B5EF4-FFF2-40B4-BE49-F238E27FC236}">
                  <a16:creationId xmlns:a16="http://schemas.microsoft.com/office/drawing/2014/main" id="{F6DE64F4-5BAF-B45A-3E05-334AD663F285}"/>
                </a:ext>
              </a:extLst>
            </p:cNvPr>
            <p:cNvCxnSpPr>
              <a:stCxn id="531" idx="1"/>
              <a:endCxn id="533"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563" name="Google Shape;195;p1">
              <a:extLst>
                <a:ext uri="{FF2B5EF4-FFF2-40B4-BE49-F238E27FC236}">
                  <a16:creationId xmlns:a16="http://schemas.microsoft.com/office/drawing/2014/main" id="{25B16A85-37CB-9296-5771-532E0C84CA6D}"/>
                </a:ext>
              </a:extLst>
            </p:cNvPr>
            <p:cNvCxnSpPr>
              <a:stCxn id="560" idx="3"/>
              <a:endCxn id="5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564" name="Google Shape;196;p1">
              <a:extLst>
                <a:ext uri="{FF2B5EF4-FFF2-40B4-BE49-F238E27FC236}">
                  <a16:creationId xmlns:a16="http://schemas.microsoft.com/office/drawing/2014/main" id="{17FAFBB2-CA46-0C20-2D75-0DE2BF5DEE1C}"/>
                </a:ext>
              </a:extLst>
            </p:cNvPr>
            <p:cNvCxnSpPr>
              <a:stCxn id="558" idx="5"/>
              <a:endCxn id="531"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565" name="Google Shape;197;p1">
              <a:extLst>
                <a:ext uri="{FF2B5EF4-FFF2-40B4-BE49-F238E27FC236}">
                  <a16:creationId xmlns:a16="http://schemas.microsoft.com/office/drawing/2014/main" id="{46E2981F-6579-D4A7-E3A8-BA0893C398B2}"/>
                </a:ext>
              </a:extLst>
            </p:cNvPr>
            <p:cNvCxnSpPr>
              <a:stCxn id="523" idx="6"/>
              <a:endCxn id="52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566" name="Google Shape;198;p1">
              <a:extLst>
                <a:ext uri="{FF2B5EF4-FFF2-40B4-BE49-F238E27FC236}">
                  <a16:creationId xmlns:a16="http://schemas.microsoft.com/office/drawing/2014/main" id="{70A561BC-2645-F057-BBA7-5DD785A3B84E}"/>
                </a:ext>
              </a:extLst>
            </p:cNvPr>
            <p:cNvCxnSpPr>
              <a:stCxn id="558" idx="6"/>
              <a:endCxn id="532" idx="2"/>
            </p:cNvCxnSpPr>
            <p:nvPr/>
          </p:nvCxnSpPr>
          <p:spPr>
            <a:xfrm>
              <a:off x="12553633" y="5942951"/>
              <a:ext cx="770400" cy="255300"/>
            </a:xfrm>
            <a:prstGeom prst="straightConnector1">
              <a:avLst/>
            </a:prstGeom>
            <a:noFill/>
            <a:ln w="31750" cap="flat" cmpd="sng">
              <a:solidFill>
                <a:schemeClr val="bg2"/>
              </a:solidFill>
              <a:prstDash val="solid"/>
              <a:round/>
              <a:headEnd type="none" w="sm" len="sm"/>
              <a:tailEnd type="stealth" w="med" len="med"/>
            </a:ln>
          </p:spPr>
        </p:cxnSp>
        <p:cxnSp>
          <p:nvCxnSpPr>
            <p:cNvPr id="567" name="Google Shape;199;p1">
              <a:extLst>
                <a:ext uri="{FF2B5EF4-FFF2-40B4-BE49-F238E27FC236}">
                  <a16:creationId xmlns:a16="http://schemas.microsoft.com/office/drawing/2014/main" id="{6B5556FF-260C-447F-476E-3971243D9C1B}"/>
                </a:ext>
              </a:extLst>
            </p:cNvPr>
            <p:cNvCxnSpPr>
              <a:stCxn id="558" idx="3"/>
              <a:endCxn id="538" idx="7"/>
            </p:cNvCxnSpPr>
            <p:nvPr/>
          </p:nvCxnSpPr>
          <p:spPr>
            <a:xfrm flipH="1">
              <a:off x="11921495" y="6012955"/>
              <a:ext cx="468000" cy="370200"/>
            </a:xfrm>
            <a:prstGeom prst="straightConnector1">
              <a:avLst/>
            </a:prstGeom>
            <a:noFill/>
            <a:ln w="31750" cap="flat" cmpd="sng">
              <a:solidFill>
                <a:schemeClr val="bg2"/>
              </a:solidFill>
              <a:prstDash val="solid"/>
              <a:round/>
              <a:headEnd type="none" w="sm" len="sm"/>
              <a:tailEnd type="stealth" w="med" len="med"/>
            </a:ln>
          </p:spPr>
        </p:cxnSp>
        <p:cxnSp>
          <p:nvCxnSpPr>
            <p:cNvPr id="568" name="Google Shape;200;p1">
              <a:extLst>
                <a:ext uri="{FF2B5EF4-FFF2-40B4-BE49-F238E27FC236}">
                  <a16:creationId xmlns:a16="http://schemas.microsoft.com/office/drawing/2014/main" id="{9D62641E-CA22-3901-2760-021F8404D270}"/>
                </a:ext>
              </a:extLst>
            </p:cNvPr>
            <p:cNvCxnSpPr>
              <a:stCxn id="558" idx="6"/>
              <a:endCxn id="530"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sp>
        <p:nvSpPr>
          <p:cNvPr id="608" name="Layout Suggestions">
            <a:extLst>
              <a:ext uri="{FF2B5EF4-FFF2-40B4-BE49-F238E27FC236}">
                <a16:creationId xmlns:a16="http://schemas.microsoft.com/office/drawing/2014/main" id="{180BB171-4F19-DF97-3D61-2F9B435AEF5E}"/>
              </a:ext>
            </a:extLst>
          </p:cNvPr>
          <p:cNvSpPr txBox="1"/>
          <p:nvPr/>
        </p:nvSpPr>
        <p:spPr>
          <a:xfrm>
            <a:off x="11488809" y="5540100"/>
            <a:ext cx="1837117"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Modules</a:t>
            </a:r>
          </a:p>
        </p:txBody>
      </p:sp>
      <p:sp>
        <p:nvSpPr>
          <p:cNvPr id="609" name="TextBox 608">
            <a:extLst>
              <a:ext uri="{FF2B5EF4-FFF2-40B4-BE49-F238E27FC236}">
                <a16:creationId xmlns:a16="http://schemas.microsoft.com/office/drawing/2014/main" id="{23DF2D0A-E5D9-599E-D9C0-7689D6AEE5D3}"/>
              </a:ext>
            </a:extLst>
          </p:cNvPr>
          <p:cNvSpPr txBox="1"/>
          <p:nvPr/>
        </p:nvSpPr>
        <p:spPr>
          <a:xfrm>
            <a:off x="11510180" y="8602612"/>
            <a:ext cx="2390899" cy="142851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Reusable containers for R scripts (.R) and notebooks (.</a:t>
            </a:r>
            <a:r>
              <a:rPr lang="en-US" b="0" dirty="0" err="1">
                <a:solidFill>
                  <a:schemeClr val="bg2">
                    <a:lumMod val="10000"/>
                  </a:schemeClr>
                </a:solidFill>
              </a:rPr>
              <a:t>Rmd</a:t>
            </a:r>
            <a:r>
              <a:rPr lang="en-US" b="0" dirty="0">
                <a:solidFill>
                  <a:schemeClr val="bg2">
                    <a:lumMod val="10000"/>
                  </a:schemeClr>
                </a:solidFill>
              </a:rPr>
              <a:t>) for a specific source only. They ingest and process standardized tables to generate graphs, metrics, run exec, test data, and transformed data for analysis.</a:t>
            </a:r>
          </a:p>
        </p:txBody>
      </p:sp>
      <p:sp>
        <p:nvSpPr>
          <p:cNvPr id="610" name="Layout Suggestions">
            <a:extLst>
              <a:ext uri="{FF2B5EF4-FFF2-40B4-BE49-F238E27FC236}">
                <a16:creationId xmlns:a16="http://schemas.microsoft.com/office/drawing/2014/main" id="{26C01331-0AED-7072-84CE-39F14CD9CFE6}"/>
              </a:ext>
            </a:extLst>
          </p:cNvPr>
          <p:cNvSpPr txBox="1"/>
          <p:nvPr/>
        </p:nvSpPr>
        <p:spPr>
          <a:xfrm>
            <a:off x="11510180" y="7128456"/>
            <a:ext cx="1774819" cy="25199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lumMod val="75000"/>
                  </a:schemeClr>
                </a:solidFill>
              </a:rPr>
              <a:t>Notebooks</a:t>
            </a:r>
          </a:p>
        </p:txBody>
      </p:sp>
      <p:sp>
        <p:nvSpPr>
          <p:cNvPr id="611" name="TextBox 610">
            <a:extLst>
              <a:ext uri="{FF2B5EF4-FFF2-40B4-BE49-F238E27FC236}">
                <a16:creationId xmlns:a16="http://schemas.microsoft.com/office/drawing/2014/main" id="{D3383F49-6563-F946-77E9-FE6F2B4486B3}"/>
              </a:ext>
            </a:extLst>
          </p:cNvPr>
          <p:cNvSpPr txBox="1"/>
          <p:nvPr/>
        </p:nvSpPr>
        <p:spPr>
          <a:xfrm>
            <a:off x="11459116" y="7387133"/>
            <a:ext cx="2354936" cy="70267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Acting as the u</a:t>
            </a:r>
            <a:r>
              <a:rPr lang="en-US" sz="1000" b="0" dirty="0">
                <a:solidFill>
                  <a:schemeClr val="bg2">
                    <a:lumMod val="10000"/>
                  </a:schemeClr>
                </a:solidFill>
                <a:latin typeface="Source Sans Pro" panose="020B0503030403020204" pitchFamily="34" charset="0"/>
                <a:ea typeface="Source Sans Pro" panose="020B0503030403020204" pitchFamily="34" charset="0"/>
              </a:rPr>
              <a:t>ser interface. These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Rmd</a:t>
            </a:r>
            <a:r>
              <a:rPr lang="en-US" sz="1000" b="0" dirty="0">
                <a:solidFill>
                  <a:schemeClr val="bg2">
                    <a:lumMod val="10000"/>
                  </a:schemeClr>
                </a:solidFill>
                <a:latin typeface="Source Sans Pro" panose="020B0503030403020204" pitchFamily="34" charset="0"/>
                <a:ea typeface="Source Sans Pro" panose="020B0503030403020204" pitchFamily="34" charset="0"/>
              </a:rPr>
              <a:t> files </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call specific modules- passing and receiving standardized R tables to create final analyses and exports.</a:t>
            </a:r>
            <a:r>
              <a:rPr lang="en-US" sz="1000" b="0" dirty="0">
                <a:solidFill>
                  <a:schemeClr val="bg2">
                    <a:lumMod val="10000"/>
                  </a:schemeClr>
                </a:solidFill>
                <a:latin typeface="Source Sans Pro" panose="020B0503030403020204" pitchFamily="34" charset="0"/>
                <a:ea typeface="Source Sans Pro" panose="020B0503030403020204" pitchFamily="34" charset="0"/>
              </a:rPr>
              <a:t> </a:t>
            </a:r>
          </a:p>
        </p:txBody>
      </p:sp>
      <p:sp>
        <p:nvSpPr>
          <p:cNvPr id="612" name="Layout Suggestions">
            <a:extLst>
              <a:ext uri="{FF2B5EF4-FFF2-40B4-BE49-F238E27FC236}">
                <a16:creationId xmlns:a16="http://schemas.microsoft.com/office/drawing/2014/main" id="{C2ED49AA-0E43-7887-4E96-26434932828B}"/>
              </a:ext>
            </a:extLst>
          </p:cNvPr>
          <p:cNvSpPr txBox="1"/>
          <p:nvPr/>
        </p:nvSpPr>
        <p:spPr>
          <a:xfrm>
            <a:off x="11426674" y="1642711"/>
            <a:ext cx="2238504"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Raw Data</a:t>
            </a:r>
          </a:p>
        </p:txBody>
      </p:sp>
      <p:sp>
        <p:nvSpPr>
          <p:cNvPr id="613" name="TextBox 612">
            <a:extLst>
              <a:ext uri="{FF2B5EF4-FFF2-40B4-BE49-F238E27FC236}">
                <a16:creationId xmlns:a16="http://schemas.microsoft.com/office/drawing/2014/main" id="{FF879E4D-D881-5337-4393-9082EFAC1E1A}"/>
              </a:ext>
            </a:extLst>
          </p:cNvPr>
          <p:cNvSpPr txBox="1"/>
          <p:nvPr/>
        </p:nvSpPr>
        <p:spPr>
          <a:xfrm>
            <a:off x="11408190" y="2121154"/>
            <a:ext cx="2416927"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rgbClr val="000000"/>
                </a:solidFill>
                <a:latin typeface="Source Sans Pro" panose="020B0503030403020204" pitchFamily="34" charset="0"/>
                <a:ea typeface="Source Sans Pro" panose="020B0503030403020204" pitchFamily="34" charset="0"/>
              </a:rPr>
              <a:t>Handles diverse raw data formats such as CSV, </a:t>
            </a:r>
            <a:r>
              <a:rPr lang="en-US" b="0" dirty="0" err="1">
                <a:solidFill>
                  <a:srgbClr val="000000"/>
                </a:solidFill>
                <a:latin typeface="Source Sans Pro" panose="020B0503030403020204" pitchFamily="34" charset="0"/>
                <a:ea typeface="Source Sans Pro" panose="020B0503030403020204" pitchFamily="34" charset="0"/>
              </a:rPr>
              <a:t>json</a:t>
            </a:r>
            <a:r>
              <a:rPr lang="en-US" b="0" dirty="0">
                <a:solidFill>
                  <a:srgbClr val="000000"/>
                </a:solidFill>
                <a:latin typeface="Source Sans Pro" panose="020B0503030403020204" pitchFamily="34" charset="0"/>
                <a:ea typeface="Source Sans Pro" panose="020B0503030403020204" pitchFamily="34" charset="0"/>
              </a:rPr>
              <a:t>, and Mbox from local or network sources, then loads them as initial R structures for standardization. </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614" name="Create a visual hierarchy. Help users navigate the page with titles, subtitles, and subsubtitles">
            <a:extLst>
              <a:ext uri="{FF2B5EF4-FFF2-40B4-BE49-F238E27FC236}">
                <a16:creationId xmlns:a16="http://schemas.microsoft.com/office/drawing/2014/main" id="{C6525E79-C78C-6059-F250-99777948C6F2}"/>
              </a:ext>
            </a:extLst>
          </p:cNvPr>
          <p:cNvSpPr txBox="1"/>
          <p:nvPr/>
        </p:nvSpPr>
        <p:spPr>
          <a:xfrm>
            <a:off x="11434995" y="4640136"/>
            <a:ext cx="2399084" cy="77500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rgbClr val="000000"/>
                </a:solidFill>
                <a:latin typeface="Source Sans Pro" panose="020B0503030403020204" pitchFamily="34" charset="0"/>
                <a:ea typeface="Source Sans Pro" panose="020B0503030403020204" pitchFamily="34" charset="0"/>
                <a:sym typeface="Source Sans Pro Light"/>
              </a:rPr>
              <a:t>Processed R tables that can </a:t>
            </a:r>
            <a:r>
              <a:rPr lang="en-US">
                <a:latin typeface="Source Sans Pro" panose="020B0503030403020204" pitchFamily="34" charset="0"/>
                <a:ea typeface="Source Sans Pro" panose="020B0503030403020204" pitchFamily="34" charset="0"/>
              </a:rPr>
              <a:t>be </a:t>
            </a:r>
            <a:r>
              <a:rPr lang="en-US">
                <a:solidFill>
                  <a:schemeClr val="bg2">
                    <a:lumMod val="10000"/>
                  </a:schemeClr>
                </a:solidFill>
                <a:latin typeface="Source Sans Pro" panose="020B0503030403020204" pitchFamily="34" charset="0"/>
                <a:ea typeface="Source Sans Pro" panose="020B0503030403020204" pitchFamily="34" charset="0"/>
              </a:rPr>
              <a:t>called</a:t>
            </a:r>
            <a:r>
              <a:rPr lang="en-US">
                <a:latin typeface="Source Sans Pro" panose="020B0503030403020204" pitchFamily="34" charset="0"/>
                <a:ea typeface="Source Sans Pro" panose="020B0503030403020204" pitchFamily="34" charset="0"/>
              </a:rPr>
              <a:t> by files outside of a specific module’s scope when two modules with different sources intersect.</a:t>
            </a:r>
            <a:endPar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endParaRPr>
          </a:p>
        </p:txBody>
      </p:sp>
      <p:sp>
        <p:nvSpPr>
          <p:cNvPr id="615" name="Manipulate Variables">
            <a:extLst>
              <a:ext uri="{FF2B5EF4-FFF2-40B4-BE49-F238E27FC236}">
                <a16:creationId xmlns:a16="http://schemas.microsoft.com/office/drawing/2014/main" id="{59156AD0-BE79-A557-05E1-D094082295F7}"/>
              </a:ext>
            </a:extLst>
          </p:cNvPr>
          <p:cNvSpPr txBox="1"/>
          <p:nvPr/>
        </p:nvSpPr>
        <p:spPr>
          <a:xfrm>
            <a:off x="11440893" y="4258589"/>
            <a:ext cx="241692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Tables</a:t>
            </a:r>
            <a:endParaRPr lang="en-US" sz="2500">
              <a:solidFill>
                <a:schemeClr val="tx2"/>
              </a:solidFill>
            </a:endParaRPr>
          </a:p>
        </p:txBody>
      </p:sp>
      <p:cxnSp>
        <p:nvCxnSpPr>
          <p:cNvPr id="616" name="Connector: Elbow 615">
            <a:extLst>
              <a:ext uri="{FF2B5EF4-FFF2-40B4-BE49-F238E27FC236}">
                <a16:creationId xmlns:a16="http://schemas.microsoft.com/office/drawing/2014/main" id="{23ED0457-90A1-4A8A-DF1E-E912EFEBE0C9}"/>
              </a:ext>
            </a:extLst>
          </p:cNvPr>
          <p:cNvCxnSpPr>
            <a:cxnSpLocks/>
            <a:stCxn id="903" idx="3"/>
          </p:cNvCxnSpPr>
          <p:nvPr/>
        </p:nvCxnSpPr>
        <p:spPr>
          <a:xfrm>
            <a:off x="10788975" y="4070536"/>
            <a:ext cx="651918" cy="358068"/>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19" name="Connector: Elbow 618">
            <a:extLst>
              <a:ext uri="{FF2B5EF4-FFF2-40B4-BE49-F238E27FC236}">
                <a16:creationId xmlns:a16="http://schemas.microsoft.com/office/drawing/2014/main" id="{D99C08ED-570C-CD94-5AB6-BE5E05B1E261}"/>
              </a:ext>
            </a:extLst>
          </p:cNvPr>
          <p:cNvCxnSpPr>
            <a:cxnSpLocks/>
            <a:stCxn id="902" idx="3"/>
          </p:cNvCxnSpPr>
          <p:nvPr/>
        </p:nvCxnSpPr>
        <p:spPr>
          <a:xfrm flipV="1">
            <a:off x="10818881" y="1812726"/>
            <a:ext cx="607793" cy="1105076"/>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30" name="Layout Suggestions">
            <a:extLst>
              <a:ext uri="{FF2B5EF4-FFF2-40B4-BE49-F238E27FC236}">
                <a16:creationId xmlns:a16="http://schemas.microsoft.com/office/drawing/2014/main" id="{6DB5CFE2-51F3-5E8F-5E47-9F212183DB00}"/>
              </a:ext>
            </a:extLst>
          </p:cNvPr>
          <p:cNvSpPr txBox="1"/>
          <p:nvPr/>
        </p:nvSpPr>
        <p:spPr>
          <a:xfrm>
            <a:off x="11510180" y="8238499"/>
            <a:ext cx="1837117"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Exec </a:t>
            </a:r>
            <a:r>
              <a:rPr lang="en-US" err="1"/>
              <a:t>Filess</a:t>
            </a:r>
            <a:endParaRPr lang="en-US"/>
          </a:p>
        </p:txBody>
      </p:sp>
      <p:sp>
        <p:nvSpPr>
          <p:cNvPr id="631" name="TextBox 630">
            <a:extLst>
              <a:ext uri="{FF2B5EF4-FFF2-40B4-BE49-F238E27FC236}">
                <a16:creationId xmlns:a16="http://schemas.microsoft.com/office/drawing/2014/main" id="{4160A7EB-8E8A-A156-AE96-B6F6472AE46D}"/>
              </a:ext>
            </a:extLst>
          </p:cNvPr>
          <p:cNvSpPr txBox="1"/>
          <p:nvPr/>
        </p:nvSpPr>
        <p:spPr>
          <a:xfrm>
            <a:off x="11482305" y="5946195"/>
            <a:ext cx="2390899"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Specialized R scripts (.R files) that run through the command line interface to allow users server-side execution. See </a:t>
            </a:r>
            <a:r>
              <a:rPr lang="en-US" b="0" dirty="0" err="1">
                <a:solidFill>
                  <a:schemeClr val="bg2">
                    <a:lumMod val="10000"/>
                  </a:schemeClr>
                </a:solidFill>
              </a:rPr>
              <a:t>Kaiaulu</a:t>
            </a:r>
            <a:r>
              <a:rPr lang="en-US" b="0" dirty="0">
                <a:solidFill>
                  <a:schemeClr val="bg2">
                    <a:lumMod val="10000"/>
                  </a:schemeClr>
                </a:solidFill>
              </a:rPr>
              <a:t> Executables cheat sheet. </a:t>
            </a:r>
          </a:p>
        </p:txBody>
      </p:sp>
      <p:cxnSp>
        <p:nvCxnSpPr>
          <p:cNvPr id="632" name="Connector: Elbow 631">
            <a:extLst>
              <a:ext uri="{FF2B5EF4-FFF2-40B4-BE49-F238E27FC236}">
                <a16:creationId xmlns:a16="http://schemas.microsoft.com/office/drawing/2014/main" id="{C3FF9509-CBEB-1D5F-0BD2-30081ED2000F}"/>
              </a:ext>
            </a:extLst>
          </p:cNvPr>
          <p:cNvCxnSpPr>
            <a:cxnSpLocks/>
            <a:stCxn id="905" idx="3"/>
          </p:cNvCxnSpPr>
          <p:nvPr/>
        </p:nvCxnSpPr>
        <p:spPr>
          <a:xfrm flipV="1">
            <a:off x="10336241" y="8408514"/>
            <a:ext cx="1173939" cy="288999"/>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41" name="TextBox 640">
            <a:extLst>
              <a:ext uri="{FF2B5EF4-FFF2-40B4-BE49-F238E27FC236}">
                <a16:creationId xmlns:a16="http://schemas.microsoft.com/office/drawing/2014/main" id="{E1161C6D-6746-C75D-5807-5118B8DDCE61}"/>
              </a:ext>
            </a:extLst>
          </p:cNvPr>
          <p:cNvSpPr txBox="1"/>
          <p:nvPr/>
        </p:nvSpPr>
        <p:spPr>
          <a:xfrm>
            <a:off x="7124524" y="7997860"/>
            <a:ext cx="5753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lang="en-US" sz="1000" b="0"/>
              <a:t>R (exec)</a:t>
            </a:r>
            <a:endParaRPr kumimoji="0" lang="en-US" sz="1000" b="0" i="0" u="none" strike="noStrike" cap="none" spc="0" normalizeH="0" baseline="0">
              <a:ln>
                <a:noFill/>
              </a:ln>
              <a:solidFill>
                <a:srgbClr val="4C4C4C"/>
              </a:solidFill>
              <a:effectLst/>
              <a:uFillTx/>
              <a:sym typeface="Source Sans Pro"/>
            </a:endParaRPr>
          </a:p>
        </p:txBody>
      </p:sp>
      <p:sp>
        <p:nvSpPr>
          <p:cNvPr id="688" name="TextBox 687">
            <a:extLst>
              <a:ext uri="{FF2B5EF4-FFF2-40B4-BE49-F238E27FC236}">
                <a16:creationId xmlns:a16="http://schemas.microsoft.com/office/drawing/2014/main" id="{2D9A410C-94C4-2FE8-4BB5-13563C28D6FC}"/>
              </a:ext>
            </a:extLst>
          </p:cNvPr>
          <p:cNvSpPr txBox="1"/>
          <p:nvPr/>
        </p:nvSpPr>
        <p:spPr>
          <a:xfrm>
            <a:off x="12382537" y="3850726"/>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.json</a:t>
            </a:r>
            <a:endParaRPr kumimoji="0" lang="en-US" sz="1000" b="0" i="0" u="none" strike="noStrike" cap="none" spc="0" normalizeH="0" baseline="0">
              <a:ln>
                <a:noFill/>
              </a:ln>
              <a:solidFill>
                <a:srgbClr val="4C4C4C"/>
              </a:solidFill>
              <a:effectLst/>
              <a:uFillTx/>
              <a:sym typeface="Source Sans Pro"/>
            </a:endParaRPr>
          </a:p>
        </p:txBody>
      </p:sp>
      <p:pic>
        <p:nvPicPr>
          <p:cNvPr id="689" name="Graphic 688" descr="Paper outline">
            <a:extLst>
              <a:ext uri="{FF2B5EF4-FFF2-40B4-BE49-F238E27FC236}">
                <a16:creationId xmlns:a16="http://schemas.microsoft.com/office/drawing/2014/main" id="{44C5F918-8841-599B-2FA0-C12E083FEA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423582" y="3461351"/>
            <a:ext cx="430268" cy="430268"/>
          </a:xfrm>
          <a:prstGeom prst="rect">
            <a:avLst/>
          </a:prstGeom>
        </p:spPr>
      </p:pic>
      <p:sp>
        <p:nvSpPr>
          <p:cNvPr id="690" name="TextBox 689">
            <a:extLst>
              <a:ext uri="{FF2B5EF4-FFF2-40B4-BE49-F238E27FC236}">
                <a16:creationId xmlns:a16="http://schemas.microsoft.com/office/drawing/2014/main" id="{E34DE6CE-2853-ED84-EC31-828B04126C88}"/>
              </a:ext>
            </a:extLst>
          </p:cNvPr>
          <p:cNvSpPr txBox="1"/>
          <p:nvPr/>
        </p:nvSpPr>
        <p:spPr>
          <a:xfrm>
            <a:off x="13161914" y="386106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691" name="Graphic 690" descr="Paper outline">
            <a:extLst>
              <a:ext uri="{FF2B5EF4-FFF2-40B4-BE49-F238E27FC236}">
                <a16:creationId xmlns:a16="http://schemas.microsoft.com/office/drawing/2014/main" id="{713BA9D0-3F00-EF47-4A4C-120A32C1072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202960" y="3486576"/>
            <a:ext cx="430268" cy="430268"/>
          </a:xfrm>
          <a:prstGeom prst="rect">
            <a:avLst/>
          </a:prstGeom>
        </p:spPr>
      </p:pic>
      <p:pic>
        <p:nvPicPr>
          <p:cNvPr id="692" name="Graphic 691" descr="Folder outline">
            <a:extLst>
              <a:ext uri="{FF2B5EF4-FFF2-40B4-BE49-F238E27FC236}">
                <a16:creationId xmlns:a16="http://schemas.microsoft.com/office/drawing/2014/main" id="{9D3BF585-A824-CD9A-AEC4-8C8A45F3A8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449026" y="3434447"/>
            <a:ext cx="550611" cy="550611"/>
          </a:xfrm>
          <a:prstGeom prst="rect">
            <a:avLst/>
          </a:prstGeom>
        </p:spPr>
      </p:pic>
      <p:sp>
        <p:nvSpPr>
          <p:cNvPr id="693" name="TextBox 692">
            <a:extLst>
              <a:ext uri="{FF2B5EF4-FFF2-40B4-BE49-F238E27FC236}">
                <a16:creationId xmlns:a16="http://schemas.microsoft.com/office/drawing/2014/main" id="{105C49FE-0E4A-A670-D040-F6D09B120738}"/>
              </a:ext>
            </a:extLst>
          </p:cNvPr>
          <p:cNvSpPr txBox="1"/>
          <p:nvPr/>
        </p:nvSpPr>
        <p:spPr>
          <a:xfrm>
            <a:off x="11464633" y="3851376"/>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pic>
        <p:nvPicPr>
          <p:cNvPr id="813" name="Graphic 812" descr="Paper outline">
            <a:extLst>
              <a:ext uri="{FF2B5EF4-FFF2-40B4-BE49-F238E27FC236}">
                <a16:creationId xmlns:a16="http://schemas.microsoft.com/office/drawing/2014/main" id="{77DEB707-4101-0A59-AB00-05C51927D4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79824" y="6445297"/>
            <a:ext cx="1146019" cy="1080668"/>
          </a:xfrm>
          <a:prstGeom prst="rect">
            <a:avLst/>
          </a:prstGeom>
        </p:spPr>
      </p:pic>
      <p:sp>
        <p:nvSpPr>
          <p:cNvPr id="814" name="TextBox 813">
            <a:extLst>
              <a:ext uri="{FF2B5EF4-FFF2-40B4-BE49-F238E27FC236}">
                <a16:creationId xmlns:a16="http://schemas.microsoft.com/office/drawing/2014/main" id="{48E043F6-B3A6-D812-28E4-765CADAA97AF}"/>
              </a:ext>
            </a:extLst>
          </p:cNvPr>
          <p:cNvSpPr txBox="1"/>
          <p:nvPr/>
        </p:nvSpPr>
        <p:spPr>
          <a:xfrm>
            <a:off x="8589230" y="6827327"/>
            <a:ext cx="433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exec</a:t>
            </a:r>
          </a:p>
        </p:txBody>
      </p:sp>
      <p:sp>
        <p:nvSpPr>
          <p:cNvPr id="820" name="Layout Suggestions">
            <a:extLst>
              <a:ext uri="{FF2B5EF4-FFF2-40B4-BE49-F238E27FC236}">
                <a16:creationId xmlns:a16="http://schemas.microsoft.com/office/drawing/2014/main" id="{C93F3262-4D8F-A58A-7E00-1E2174B5C1CE}"/>
              </a:ext>
            </a:extLst>
          </p:cNvPr>
          <p:cNvSpPr txBox="1"/>
          <p:nvPr/>
        </p:nvSpPr>
        <p:spPr>
          <a:xfrm>
            <a:off x="226461" y="4387693"/>
            <a:ext cx="2039018" cy="25199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lumMod val="75000"/>
                  </a:schemeClr>
                </a:solidFill>
              </a:rPr>
              <a:t>Merge Tables</a:t>
            </a:r>
          </a:p>
        </p:txBody>
      </p:sp>
      <p:sp>
        <p:nvSpPr>
          <p:cNvPr id="821" name="TextBox 820">
            <a:extLst>
              <a:ext uri="{FF2B5EF4-FFF2-40B4-BE49-F238E27FC236}">
                <a16:creationId xmlns:a16="http://schemas.microsoft.com/office/drawing/2014/main" id="{4CD41D6F-28A0-0EBD-46F5-C4ADFEFECB45}"/>
              </a:ext>
            </a:extLst>
          </p:cNvPr>
          <p:cNvSpPr txBox="1"/>
          <p:nvPr/>
        </p:nvSpPr>
        <p:spPr>
          <a:xfrm>
            <a:off x="182819" y="4637239"/>
            <a:ext cx="2770362" cy="56417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t>Specialized </a:t>
            </a:r>
            <a:r>
              <a:rPr lang="en-US" sz="1000" b="0">
                <a:solidFill>
                  <a:schemeClr val="accent5"/>
                </a:solidFill>
                <a:latin typeface="Source Sans Pro" panose="020B0503030403020204" pitchFamily="34" charset="0"/>
                <a:ea typeface="Source Sans Pro" panose="020B0503030403020204" pitchFamily="34" charset="0"/>
                <a:sym typeface="Source Sans Pro Light"/>
              </a:rPr>
              <a:t>tables</a:t>
            </a:r>
            <a: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t> created by a parse or download with the ability to be combined with other sources.</a:t>
            </a:r>
            <a:endParaRPr lang="en-US" sz="1000" b="0">
              <a:solidFill>
                <a:schemeClr val="bg2">
                  <a:lumMod val="10000"/>
                </a:schemeClr>
              </a:solidFill>
              <a:latin typeface="Source Sans Pro" panose="020B0503030403020204" pitchFamily="34" charset="0"/>
              <a:ea typeface="Source Sans Pro" panose="020B0503030403020204" pitchFamily="34" charset="0"/>
            </a:endParaRPr>
          </a:p>
        </p:txBody>
      </p:sp>
      <p:sp>
        <p:nvSpPr>
          <p:cNvPr id="633" name="Rectangle 632">
            <a:extLst>
              <a:ext uri="{FF2B5EF4-FFF2-40B4-BE49-F238E27FC236}">
                <a16:creationId xmlns:a16="http://schemas.microsoft.com/office/drawing/2014/main" id="{11CBEF28-7860-2375-E356-0FB97DB42335}"/>
              </a:ext>
            </a:extLst>
          </p:cNvPr>
          <p:cNvSpPr/>
          <p:nvPr/>
        </p:nvSpPr>
        <p:spPr>
          <a:xfrm>
            <a:off x="8167816" y="3548503"/>
            <a:ext cx="1691765" cy="1046620"/>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34" name="Rectangle 633">
            <a:extLst>
              <a:ext uri="{FF2B5EF4-FFF2-40B4-BE49-F238E27FC236}">
                <a16:creationId xmlns:a16="http://schemas.microsoft.com/office/drawing/2014/main" id="{CCEE9139-8636-10B1-9CAF-097F5C34DC7C}"/>
              </a:ext>
            </a:extLst>
          </p:cNvPr>
          <p:cNvSpPr/>
          <p:nvPr/>
        </p:nvSpPr>
        <p:spPr>
          <a:xfrm>
            <a:off x="8901833" y="2279452"/>
            <a:ext cx="1327737" cy="1007599"/>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44" name="Rectangle 643">
            <a:extLst>
              <a:ext uri="{FF2B5EF4-FFF2-40B4-BE49-F238E27FC236}">
                <a16:creationId xmlns:a16="http://schemas.microsoft.com/office/drawing/2014/main" id="{BB4DD9F7-E11D-577A-3CD9-B31C14E5B290}"/>
              </a:ext>
            </a:extLst>
          </p:cNvPr>
          <p:cNvSpPr/>
          <p:nvPr/>
        </p:nvSpPr>
        <p:spPr>
          <a:xfrm>
            <a:off x="8158303" y="3558906"/>
            <a:ext cx="915202" cy="265146"/>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650" name="Straight Connector 649">
            <a:extLst>
              <a:ext uri="{FF2B5EF4-FFF2-40B4-BE49-F238E27FC236}">
                <a16:creationId xmlns:a16="http://schemas.microsoft.com/office/drawing/2014/main" id="{B82F7586-8864-0249-066D-7BB20341F50E}"/>
              </a:ext>
            </a:extLst>
          </p:cNvPr>
          <p:cNvCxnSpPr>
            <a:cxnSpLocks/>
          </p:cNvCxnSpPr>
          <p:nvPr/>
        </p:nvCxnSpPr>
        <p:spPr>
          <a:xfrm flipH="1">
            <a:off x="7438369" y="2279452"/>
            <a:ext cx="1467321" cy="2549607"/>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51" name="Straight Connector 650">
            <a:extLst>
              <a:ext uri="{FF2B5EF4-FFF2-40B4-BE49-F238E27FC236}">
                <a16:creationId xmlns:a16="http://schemas.microsoft.com/office/drawing/2014/main" id="{D15B3299-1D0F-B579-E7F6-39D80DB4E053}"/>
              </a:ext>
            </a:extLst>
          </p:cNvPr>
          <p:cNvCxnSpPr>
            <a:cxnSpLocks/>
          </p:cNvCxnSpPr>
          <p:nvPr/>
        </p:nvCxnSpPr>
        <p:spPr>
          <a:xfrm flipH="1">
            <a:off x="9220919" y="3287051"/>
            <a:ext cx="975164" cy="4330145"/>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sp>
        <p:nvSpPr>
          <p:cNvPr id="653" name="Rectangle 652">
            <a:extLst>
              <a:ext uri="{FF2B5EF4-FFF2-40B4-BE49-F238E27FC236}">
                <a16:creationId xmlns:a16="http://schemas.microsoft.com/office/drawing/2014/main" id="{F5ABE4AC-DD3F-56EB-DE79-9B44E812957D}"/>
              </a:ext>
            </a:extLst>
          </p:cNvPr>
          <p:cNvSpPr/>
          <p:nvPr/>
        </p:nvSpPr>
        <p:spPr>
          <a:xfrm>
            <a:off x="8901834" y="2290985"/>
            <a:ext cx="915202" cy="265146"/>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654" name="Straight Connector 653">
            <a:extLst>
              <a:ext uri="{FF2B5EF4-FFF2-40B4-BE49-F238E27FC236}">
                <a16:creationId xmlns:a16="http://schemas.microsoft.com/office/drawing/2014/main" id="{F056F0FB-F95D-D9BD-C20D-AC9CA562BCFA}"/>
              </a:ext>
            </a:extLst>
          </p:cNvPr>
          <p:cNvCxnSpPr>
            <a:cxnSpLocks/>
          </p:cNvCxnSpPr>
          <p:nvPr/>
        </p:nvCxnSpPr>
        <p:spPr>
          <a:xfrm flipH="1">
            <a:off x="8005105" y="4588725"/>
            <a:ext cx="144032" cy="240334"/>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58" name="Straight Connector 657">
            <a:extLst>
              <a:ext uri="{FF2B5EF4-FFF2-40B4-BE49-F238E27FC236}">
                <a16:creationId xmlns:a16="http://schemas.microsoft.com/office/drawing/2014/main" id="{11C5A6FA-28C8-7FD3-B9B2-445300CA9CD3}"/>
              </a:ext>
            </a:extLst>
          </p:cNvPr>
          <p:cNvCxnSpPr>
            <a:cxnSpLocks/>
          </p:cNvCxnSpPr>
          <p:nvPr/>
        </p:nvCxnSpPr>
        <p:spPr>
          <a:xfrm flipH="1">
            <a:off x="8751972" y="3269242"/>
            <a:ext cx="156823" cy="286688"/>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sp>
        <p:nvSpPr>
          <p:cNvPr id="665" name="TextBox 664">
            <a:extLst>
              <a:ext uri="{FF2B5EF4-FFF2-40B4-BE49-F238E27FC236}">
                <a16:creationId xmlns:a16="http://schemas.microsoft.com/office/drawing/2014/main" id="{92870E46-09D1-FB93-CAAC-674F75C83592}"/>
              </a:ext>
            </a:extLst>
          </p:cNvPr>
          <p:cNvSpPr txBox="1"/>
          <p:nvPr/>
        </p:nvSpPr>
        <p:spPr>
          <a:xfrm>
            <a:off x="9165279" y="2994324"/>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.json</a:t>
            </a:r>
            <a:endParaRPr kumimoji="0" lang="en-US" sz="1000" b="0" i="0" u="none" strike="noStrike" cap="none" spc="0" normalizeH="0" baseline="0">
              <a:ln>
                <a:noFill/>
              </a:ln>
              <a:solidFill>
                <a:srgbClr val="4C4C4C"/>
              </a:solidFill>
              <a:effectLst/>
              <a:uFillTx/>
              <a:sym typeface="Source Sans Pro"/>
            </a:endParaRPr>
          </a:p>
        </p:txBody>
      </p:sp>
      <p:pic>
        <p:nvPicPr>
          <p:cNvPr id="666" name="Graphic 665" descr="Paper outline">
            <a:extLst>
              <a:ext uri="{FF2B5EF4-FFF2-40B4-BE49-F238E27FC236}">
                <a16:creationId xmlns:a16="http://schemas.microsoft.com/office/drawing/2014/main" id="{D2A86B65-5C37-6563-C966-63CD1F53D9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06324" y="2604949"/>
            <a:ext cx="430268" cy="430268"/>
          </a:xfrm>
          <a:prstGeom prst="rect">
            <a:avLst/>
          </a:prstGeom>
        </p:spPr>
      </p:pic>
      <p:sp>
        <p:nvSpPr>
          <p:cNvPr id="667" name="TextBox 666">
            <a:extLst>
              <a:ext uri="{FF2B5EF4-FFF2-40B4-BE49-F238E27FC236}">
                <a16:creationId xmlns:a16="http://schemas.microsoft.com/office/drawing/2014/main" id="{A7A33F65-836D-CAE5-2C19-F7F619694FC6}"/>
              </a:ext>
            </a:extLst>
          </p:cNvPr>
          <p:cNvSpPr txBox="1"/>
          <p:nvPr/>
        </p:nvSpPr>
        <p:spPr>
          <a:xfrm>
            <a:off x="8188078" y="3538844"/>
            <a:ext cx="87328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Jira </a:t>
            </a:r>
            <a:r>
              <a:rPr lang="en-US" sz="1000" b="0"/>
              <a:t>Tables</a:t>
            </a:r>
            <a:endParaRPr kumimoji="0" lang="en-US" sz="1000" b="0" i="0" u="none" strike="noStrike" cap="none" spc="0" normalizeH="0" baseline="0">
              <a:ln>
                <a:noFill/>
              </a:ln>
              <a:solidFill>
                <a:srgbClr val="4C4C4C"/>
              </a:solidFill>
              <a:effectLst/>
              <a:uFillTx/>
              <a:sym typeface="Source Sans Pro"/>
            </a:endParaRPr>
          </a:p>
        </p:txBody>
      </p:sp>
      <p:sp>
        <p:nvSpPr>
          <p:cNvPr id="668" name="TextBox 667">
            <a:extLst>
              <a:ext uri="{FF2B5EF4-FFF2-40B4-BE49-F238E27FC236}">
                <a16:creationId xmlns:a16="http://schemas.microsoft.com/office/drawing/2014/main" id="{5BB5F2DB-BBFA-85CA-6714-8D05E09E67BB}"/>
              </a:ext>
            </a:extLst>
          </p:cNvPr>
          <p:cNvSpPr txBox="1"/>
          <p:nvPr/>
        </p:nvSpPr>
        <p:spPr>
          <a:xfrm>
            <a:off x="8899051" y="2268069"/>
            <a:ext cx="91798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Data </a:t>
            </a:r>
            <a:endParaRPr kumimoji="0" lang="en-US" sz="1000" b="0" i="0" u="none" strike="noStrike" cap="none" spc="0" normalizeH="0" baseline="0">
              <a:ln>
                <a:noFill/>
              </a:ln>
              <a:solidFill>
                <a:srgbClr val="4C4C4C"/>
              </a:solidFill>
              <a:effectLst/>
              <a:uFillTx/>
              <a:sym typeface="Source Sans Pro"/>
            </a:endParaRPr>
          </a:p>
        </p:txBody>
      </p:sp>
      <p:sp>
        <p:nvSpPr>
          <p:cNvPr id="35" name="TextBox 34">
            <a:extLst>
              <a:ext uri="{FF2B5EF4-FFF2-40B4-BE49-F238E27FC236}">
                <a16:creationId xmlns:a16="http://schemas.microsoft.com/office/drawing/2014/main" id="{D391CC43-5829-506B-190B-610F347E14DE}"/>
              </a:ext>
            </a:extLst>
          </p:cNvPr>
          <p:cNvSpPr txBox="1"/>
          <p:nvPr/>
        </p:nvSpPr>
        <p:spPr>
          <a:xfrm>
            <a:off x="5890027" y="6033449"/>
            <a:ext cx="99930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solidFill>
                  <a:schemeClr val="bg2">
                    <a:lumMod val="10000"/>
                  </a:schemeClr>
                </a:solidFill>
              </a:rPr>
              <a:t>b</a:t>
            </a:r>
            <a:r>
              <a:rPr kumimoji="0" lang="en-US" sz="1000" b="0" i="0" u="none" strike="noStrike" cap="none" spc="0" normalizeH="0" baseline="0" err="1">
                <a:ln>
                  <a:noFill/>
                </a:ln>
                <a:solidFill>
                  <a:schemeClr val="bg2">
                    <a:lumMod val="10000"/>
                  </a:schemeClr>
                </a:solidFill>
                <a:effectLst/>
                <a:uFillTx/>
                <a:sym typeface="Source Sans Pro"/>
              </a:rPr>
              <a:t>ug_count.Rmd</a:t>
            </a:r>
            <a:endParaRPr kumimoji="0" lang="en-US" sz="1000" b="0" i="0" u="none" strike="noStrike" cap="none" spc="0" normalizeH="0" baseline="0">
              <a:ln>
                <a:noFill/>
              </a:ln>
              <a:solidFill>
                <a:schemeClr val="bg2">
                  <a:lumMod val="10000"/>
                </a:schemeClr>
              </a:solidFill>
              <a:effectLst/>
              <a:uFillTx/>
              <a:sym typeface="Source Sans Pro"/>
            </a:endParaRPr>
          </a:p>
        </p:txBody>
      </p:sp>
      <p:pic>
        <p:nvPicPr>
          <p:cNvPr id="39" name="Graphic 38" descr="Paper outline">
            <a:extLst>
              <a:ext uri="{FF2B5EF4-FFF2-40B4-BE49-F238E27FC236}">
                <a16:creationId xmlns:a16="http://schemas.microsoft.com/office/drawing/2014/main" id="{9C51CF43-FADA-82F2-7AB7-E23C5282A6A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20564" y="6251854"/>
            <a:ext cx="1146019" cy="1080668"/>
          </a:xfrm>
          <a:prstGeom prst="rect">
            <a:avLst/>
          </a:prstGeom>
        </p:spPr>
      </p:pic>
      <p:sp>
        <p:nvSpPr>
          <p:cNvPr id="40" name="Rectangle 39">
            <a:extLst>
              <a:ext uri="{FF2B5EF4-FFF2-40B4-BE49-F238E27FC236}">
                <a16:creationId xmlns:a16="http://schemas.microsoft.com/office/drawing/2014/main" id="{75DB3FB0-6991-CD81-0CE8-A1B41AEC7FC0}"/>
              </a:ext>
            </a:extLst>
          </p:cNvPr>
          <p:cNvSpPr/>
          <p:nvPr/>
        </p:nvSpPr>
        <p:spPr>
          <a:xfrm>
            <a:off x="5105839" y="7975985"/>
            <a:ext cx="1843470" cy="1381811"/>
          </a:xfrm>
          <a:prstGeom prst="rect">
            <a:avLst/>
          </a:prstGeom>
          <a:noFill/>
          <a:ln w="12700" cap="flat">
            <a:solidFill>
              <a:schemeClr val="tx2">
                <a:lumMod val="5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42" name="Rectangle 41">
            <a:extLst>
              <a:ext uri="{FF2B5EF4-FFF2-40B4-BE49-F238E27FC236}">
                <a16:creationId xmlns:a16="http://schemas.microsoft.com/office/drawing/2014/main" id="{6B42A633-4998-867A-04F2-A064D73D64A5}"/>
              </a:ext>
            </a:extLst>
          </p:cNvPr>
          <p:cNvSpPr/>
          <p:nvPr/>
        </p:nvSpPr>
        <p:spPr>
          <a:xfrm>
            <a:off x="5113190" y="7976477"/>
            <a:ext cx="592168" cy="317683"/>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grpSp>
        <p:nvGrpSpPr>
          <p:cNvPr id="44" name="Google Shape;156;p1">
            <a:extLst>
              <a:ext uri="{FF2B5EF4-FFF2-40B4-BE49-F238E27FC236}">
                <a16:creationId xmlns:a16="http://schemas.microsoft.com/office/drawing/2014/main" id="{17CC5B5F-9DEE-DE1B-6C36-A4A8A835B5F6}"/>
              </a:ext>
            </a:extLst>
          </p:cNvPr>
          <p:cNvGrpSpPr/>
          <p:nvPr/>
        </p:nvGrpSpPr>
        <p:grpSpPr>
          <a:xfrm>
            <a:off x="5202684" y="8338703"/>
            <a:ext cx="1644850" cy="920598"/>
            <a:chOff x="10592773" y="5229745"/>
            <a:chExt cx="3298954" cy="1741391"/>
          </a:xfrm>
        </p:grpSpPr>
        <p:sp>
          <p:nvSpPr>
            <p:cNvPr id="45" name="Google Shape;157;p1">
              <a:extLst>
                <a:ext uri="{FF2B5EF4-FFF2-40B4-BE49-F238E27FC236}">
                  <a16:creationId xmlns:a16="http://schemas.microsoft.com/office/drawing/2014/main" id="{EC6B0AE1-C16D-7DB4-54DE-C106AB6B23A3}"/>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6" name="Google Shape;158;p1">
              <a:extLst>
                <a:ext uri="{FF2B5EF4-FFF2-40B4-BE49-F238E27FC236}">
                  <a16:creationId xmlns:a16="http://schemas.microsoft.com/office/drawing/2014/main" id="{56E30341-C058-602E-DEE1-4C92CA6480A6}"/>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7" name="Google Shape;159;p1">
              <a:extLst>
                <a:ext uri="{FF2B5EF4-FFF2-40B4-BE49-F238E27FC236}">
                  <a16:creationId xmlns:a16="http://schemas.microsoft.com/office/drawing/2014/main" id="{73F5F16C-6CEC-D48E-675C-7C90A5313745}"/>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8" name="Google Shape;160;p1">
              <a:extLst>
                <a:ext uri="{FF2B5EF4-FFF2-40B4-BE49-F238E27FC236}">
                  <a16:creationId xmlns:a16="http://schemas.microsoft.com/office/drawing/2014/main" id="{80801095-88F5-4420-E3C8-1402122BE218}"/>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9" name="Google Shape;161;p1">
              <a:extLst>
                <a:ext uri="{FF2B5EF4-FFF2-40B4-BE49-F238E27FC236}">
                  <a16:creationId xmlns:a16="http://schemas.microsoft.com/office/drawing/2014/main" id="{390088FD-EC72-FF75-0281-E2DAB5A1B3D1}"/>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0" name="Google Shape;162;p1">
              <a:extLst>
                <a:ext uri="{FF2B5EF4-FFF2-40B4-BE49-F238E27FC236}">
                  <a16:creationId xmlns:a16="http://schemas.microsoft.com/office/drawing/2014/main" id="{84F76666-D47A-85B5-1412-0C8E4A6850DA}"/>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1" name="Google Shape;163;p1">
              <a:extLst>
                <a:ext uri="{FF2B5EF4-FFF2-40B4-BE49-F238E27FC236}">
                  <a16:creationId xmlns:a16="http://schemas.microsoft.com/office/drawing/2014/main" id="{DA8C874D-C220-CE31-3109-064AC13931A6}"/>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2" name="Google Shape;164;p1">
              <a:extLst>
                <a:ext uri="{FF2B5EF4-FFF2-40B4-BE49-F238E27FC236}">
                  <a16:creationId xmlns:a16="http://schemas.microsoft.com/office/drawing/2014/main" id="{91B06366-ADEE-E615-057E-875B4E9CA9EE}"/>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4" name="Google Shape;165;p1">
              <a:extLst>
                <a:ext uri="{FF2B5EF4-FFF2-40B4-BE49-F238E27FC236}">
                  <a16:creationId xmlns:a16="http://schemas.microsoft.com/office/drawing/2014/main" id="{DD2A165D-6B6B-FA95-6AD3-3488BB66F6C1}"/>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5" name="Google Shape;166;p1">
              <a:extLst>
                <a:ext uri="{FF2B5EF4-FFF2-40B4-BE49-F238E27FC236}">
                  <a16:creationId xmlns:a16="http://schemas.microsoft.com/office/drawing/2014/main" id="{DA0DBDC7-9EB2-84EE-B889-27EFBE522C69}"/>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7" name="Google Shape;167;p1">
              <a:extLst>
                <a:ext uri="{FF2B5EF4-FFF2-40B4-BE49-F238E27FC236}">
                  <a16:creationId xmlns:a16="http://schemas.microsoft.com/office/drawing/2014/main" id="{6811778D-9F84-4109-CEEC-A6667862BEDB}"/>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9" name="Google Shape;168;p1">
              <a:extLst>
                <a:ext uri="{FF2B5EF4-FFF2-40B4-BE49-F238E27FC236}">
                  <a16:creationId xmlns:a16="http://schemas.microsoft.com/office/drawing/2014/main" id="{F9F9C045-035B-EFAC-233D-8CA933A35D07}"/>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60" name="Google Shape;169;p1">
              <a:extLst>
                <a:ext uri="{FF2B5EF4-FFF2-40B4-BE49-F238E27FC236}">
                  <a16:creationId xmlns:a16="http://schemas.microsoft.com/office/drawing/2014/main" id="{555CF834-6243-1CE9-7244-49C6B57EF77E}"/>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61" name="Google Shape;170;p1">
              <a:extLst>
                <a:ext uri="{FF2B5EF4-FFF2-40B4-BE49-F238E27FC236}">
                  <a16:creationId xmlns:a16="http://schemas.microsoft.com/office/drawing/2014/main" id="{EC857778-41D3-8920-1107-696A45245865}"/>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62" name="Google Shape;171;p1">
              <a:extLst>
                <a:ext uri="{FF2B5EF4-FFF2-40B4-BE49-F238E27FC236}">
                  <a16:creationId xmlns:a16="http://schemas.microsoft.com/office/drawing/2014/main" id="{C16FD7AF-C2CA-BA67-E596-14AECB212A7A}"/>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63" name="Google Shape;172;p1">
              <a:extLst>
                <a:ext uri="{FF2B5EF4-FFF2-40B4-BE49-F238E27FC236}">
                  <a16:creationId xmlns:a16="http://schemas.microsoft.com/office/drawing/2014/main" id="{E6E30AD0-C7D2-CE88-073D-0A036D6CFE82}"/>
                </a:ext>
              </a:extLst>
            </p:cNvPr>
            <p:cNvCxnSpPr>
              <a:stCxn id="45" idx="2"/>
              <a:endCxn id="5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896" name="Google Shape;173;p1">
              <a:extLst>
                <a:ext uri="{FF2B5EF4-FFF2-40B4-BE49-F238E27FC236}">
                  <a16:creationId xmlns:a16="http://schemas.microsoft.com/office/drawing/2014/main" id="{99D2A489-34E9-6BF2-1419-9681166EB40C}"/>
                </a:ext>
              </a:extLst>
            </p:cNvPr>
            <p:cNvCxnSpPr>
              <a:stCxn id="55" idx="2"/>
              <a:endCxn id="508"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897" name="Google Shape;175;p1">
              <a:extLst>
                <a:ext uri="{FF2B5EF4-FFF2-40B4-BE49-F238E27FC236}">
                  <a16:creationId xmlns:a16="http://schemas.microsoft.com/office/drawing/2014/main" id="{E5BE55D9-E67F-A332-665A-B7531D185C31}"/>
                </a:ext>
              </a:extLst>
            </p:cNvPr>
            <p:cNvCxnSpPr>
              <a:stCxn id="62" idx="1"/>
              <a:endCxn id="504"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908" name="Google Shape;177;p1">
              <a:extLst>
                <a:ext uri="{FF2B5EF4-FFF2-40B4-BE49-F238E27FC236}">
                  <a16:creationId xmlns:a16="http://schemas.microsoft.com/office/drawing/2014/main" id="{0BDE925C-53FE-CCC1-7B6F-787459469B0D}"/>
                </a:ext>
              </a:extLst>
            </p:cNvPr>
            <p:cNvCxnSpPr>
              <a:stCxn id="62" idx="2"/>
              <a:endCxn id="6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909" name="Google Shape;178;p1">
              <a:extLst>
                <a:ext uri="{FF2B5EF4-FFF2-40B4-BE49-F238E27FC236}">
                  <a16:creationId xmlns:a16="http://schemas.microsoft.com/office/drawing/2014/main" id="{1D209798-0066-C183-2AE5-42EDCC52086E}"/>
                </a:ext>
              </a:extLst>
            </p:cNvPr>
            <p:cNvCxnSpPr>
              <a:stCxn id="61" idx="2"/>
              <a:endCxn id="60"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452" name="Google Shape;179;p1">
              <a:extLst>
                <a:ext uri="{FF2B5EF4-FFF2-40B4-BE49-F238E27FC236}">
                  <a16:creationId xmlns:a16="http://schemas.microsoft.com/office/drawing/2014/main" id="{78726410-8E81-57AA-CB9E-AE970334EE79}"/>
                </a:ext>
              </a:extLst>
            </p:cNvPr>
            <p:cNvCxnSpPr>
              <a:stCxn id="504" idx="2"/>
              <a:endCxn id="5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462" name="Google Shape;180;p1">
              <a:extLst>
                <a:ext uri="{FF2B5EF4-FFF2-40B4-BE49-F238E27FC236}">
                  <a16:creationId xmlns:a16="http://schemas.microsoft.com/office/drawing/2014/main" id="{437859B8-B2E7-05EC-F8AA-3741BEDCB85D}"/>
                </a:ext>
              </a:extLst>
            </p:cNvPr>
            <p:cNvCxnSpPr>
              <a:stCxn id="55" idx="1"/>
              <a:endCxn id="5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468" name="Google Shape;181;p1">
              <a:extLst>
                <a:ext uri="{FF2B5EF4-FFF2-40B4-BE49-F238E27FC236}">
                  <a16:creationId xmlns:a16="http://schemas.microsoft.com/office/drawing/2014/main" id="{396D6C9C-C50C-8D75-5454-6D808B639DCF}"/>
                </a:ext>
              </a:extLst>
            </p:cNvPr>
            <p:cNvCxnSpPr>
              <a:stCxn id="574" idx="2"/>
              <a:endCxn id="504"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503" name="Google Shape;183;p1">
              <a:extLst>
                <a:ext uri="{FF2B5EF4-FFF2-40B4-BE49-F238E27FC236}">
                  <a16:creationId xmlns:a16="http://schemas.microsoft.com/office/drawing/2014/main" id="{E12AC164-321E-C7E2-A517-33FCF87F5200}"/>
                </a:ext>
              </a:extLst>
            </p:cNvPr>
            <p:cNvCxnSpPr>
              <a:stCxn id="574" idx="2"/>
              <a:endCxn id="5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504" name="Google Shape;176;p1">
              <a:extLst>
                <a:ext uri="{FF2B5EF4-FFF2-40B4-BE49-F238E27FC236}">
                  <a16:creationId xmlns:a16="http://schemas.microsoft.com/office/drawing/2014/main" id="{E35137FF-8D39-F221-2F1A-29B3BB0D1CE9}"/>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05" name="Google Shape;184;p1">
              <a:extLst>
                <a:ext uri="{FF2B5EF4-FFF2-40B4-BE49-F238E27FC236}">
                  <a16:creationId xmlns:a16="http://schemas.microsoft.com/office/drawing/2014/main" id="{AAD99140-D8C7-BAF8-FEB0-9EEC78721DA5}"/>
                </a:ext>
              </a:extLst>
            </p:cNvPr>
            <p:cNvCxnSpPr>
              <a:stCxn id="45" idx="2"/>
              <a:endCxn id="6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506" name="Google Shape;185;p1">
              <a:extLst>
                <a:ext uri="{FF2B5EF4-FFF2-40B4-BE49-F238E27FC236}">
                  <a16:creationId xmlns:a16="http://schemas.microsoft.com/office/drawing/2014/main" id="{D4E685D5-2E46-D105-6072-4E4354470820}"/>
                </a:ext>
              </a:extLst>
            </p:cNvPr>
            <p:cNvCxnSpPr>
              <a:stCxn id="45" idx="5"/>
              <a:endCxn id="51"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508" name="Google Shape;174;p1">
              <a:extLst>
                <a:ext uri="{FF2B5EF4-FFF2-40B4-BE49-F238E27FC236}">
                  <a16:creationId xmlns:a16="http://schemas.microsoft.com/office/drawing/2014/main" id="{63D07A10-C3D9-3053-4D54-73F9AA9401F6}"/>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21" name="Google Shape;186;p1">
              <a:extLst>
                <a:ext uri="{FF2B5EF4-FFF2-40B4-BE49-F238E27FC236}">
                  <a16:creationId xmlns:a16="http://schemas.microsoft.com/office/drawing/2014/main" id="{7F59B314-7C72-EE48-4ED2-058A5A715652}"/>
                </a:ext>
              </a:extLst>
            </p:cNvPr>
            <p:cNvCxnSpPr>
              <a:stCxn id="574" idx="2"/>
              <a:endCxn id="6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527" name="Google Shape;187;p1">
              <a:extLst>
                <a:ext uri="{FF2B5EF4-FFF2-40B4-BE49-F238E27FC236}">
                  <a16:creationId xmlns:a16="http://schemas.microsoft.com/office/drawing/2014/main" id="{7A53A3D4-7CE7-27F0-31AF-1CEFB59067D8}"/>
                </a:ext>
              </a:extLst>
            </p:cNvPr>
            <p:cNvCxnSpPr>
              <a:cxnSpLocks/>
              <a:stCxn id="571" idx="6"/>
              <a:endCxn id="50" idx="2"/>
            </p:cNvCxnSpPr>
            <p:nvPr/>
          </p:nvCxnSpPr>
          <p:spPr>
            <a:xfrm flipV="1">
              <a:off x="12743593" y="5743269"/>
              <a:ext cx="247005" cy="291276"/>
            </a:xfrm>
            <a:prstGeom prst="straightConnector1">
              <a:avLst/>
            </a:prstGeom>
            <a:noFill/>
            <a:ln w="38100" cap="flat" cmpd="sng">
              <a:solidFill>
                <a:schemeClr val="accent1"/>
              </a:solidFill>
              <a:prstDash val="solid"/>
              <a:round/>
              <a:headEnd type="none" w="sm" len="sm"/>
              <a:tailEnd type="stealth" w="med" len="med"/>
            </a:ln>
          </p:spPr>
        </p:cxnSp>
        <p:cxnSp>
          <p:nvCxnSpPr>
            <p:cNvPr id="541" name="Google Shape;189;p1">
              <a:extLst>
                <a:ext uri="{FF2B5EF4-FFF2-40B4-BE49-F238E27FC236}">
                  <a16:creationId xmlns:a16="http://schemas.microsoft.com/office/drawing/2014/main" id="{9AA74C2F-809C-0231-8586-22D2511B9936}"/>
                </a:ext>
              </a:extLst>
            </p:cNvPr>
            <p:cNvCxnSpPr>
              <a:stCxn id="50" idx="7"/>
              <a:endCxn id="48"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569" name="Google Shape;190;p1">
              <a:extLst>
                <a:ext uri="{FF2B5EF4-FFF2-40B4-BE49-F238E27FC236}">
                  <a16:creationId xmlns:a16="http://schemas.microsoft.com/office/drawing/2014/main" id="{762C1A9D-895A-E3FC-7AC5-5F3E98626BCB}"/>
                </a:ext>
              </a:extLst>
            </p:cNvPr>
            <p:cNvCxnSpPr>
              <a:stCxn id="48" idx="6"/>
              <a:endCxn id="49"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570" name="Google Shape;191;p1">
              <a:extLst>
                <a:ext uri="{FF2B5EF4-FFF2-40B4-BE49-F238E27FC236}">
                  <a16:creationId xmlns:a16="http://schemas.microsoft.com/office/drawing/2014/main" id="{EBC9C38A-8F55-4D3A-C4CD-2659BEB91EC7}"/>
                </a:ext>
              </a:extLst>
            </p:cNvPr>
            <p:cNvCxnSpPr>
              <a:stCxn id="45" idx="6"/>
              <a:endCxn id="46"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571" name="Google Shape;188;p1">
              <a:extLst>
                <a:ext uri="{FF2B5EF4-FFF2-40B4-BE49-F238E27FC236}">
                  <a16:creationId xmlns:a16="http://schemas.microsoft.com/office/drawing/2014/main" id="{1DAE6564-13FB-051F-09A2-A7BA8738BFF2}"/>
                </a:ext>
              </a:extLst>
            </p:cNvPr>
            <p:cNvSpPr/>
            <p:nvPr/>
          </p:nvSpPr>
          <p:spPr>
            <a:xfrm>
              <a:off x="12361332" y="5843952"/>
              <a:ext cx="382261" cy="381186"/>
            </a:xfrm>
            <a:prstGeom prst="ellipse">
              <a:avLst/>
            </a:prstGeom>
            <a:solidFill>
              <a:srgbClr val="C00000"/>
            </a:solidFill>
            <a:ln w="9525" cap="flat" cmpd="sng">
              <a:solidFill>
                <a:schemeClr val="tx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72" name="Google Shape;192;p1">
              <a:extLst>
                <a:ext uri="{FF2B5EF4-FFF2-40B4-BE49-F238E27FC236}">
                  <a16:creationId xmlns:a16="http://schemas.microsoft.com/office/drawing/2014/main" id="{F2F6235E-AEC5-8C8A-6B46-6DB87F15C5B6}"/>
                </a:ext>
              </a:extLst>
            </p:cNvPr>
            <p:cNvCxnSpPr>
              <a:stCxn id="46" idx="7"/>
              <a:endCxn id="47"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574" name="Google Shape;182;p1">
              <a:extLst>
                <a:ext uri="{FF2B5EF4-FFF2-40B4-BE49-F238E27FC236}">
                  <a16:creationId xmlns:a16="http://schemas.microsoft.com/office/drawing/2014/main" id="{56916404-557E-A2B2-F94E-48E3A503244B}"/>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75" name="Google Shape;193;p1">
              <a:extLst>
                <a:ext uri="{FF2B5EF4-FFF2-40B4-BE49-F238E27FC236}">
                  <a16:creationId xmlns:a16="http://schemas.microsoft.com/office/drawing/2014/main" id="{20CEF090-D9E6-B4A3-82CD-57CBBDF952A6}"/>
                </a:ext>
              </a:extLst>
            </p:cNvPr>
            <p:cNvCxnSpPr>
              <a:stCxn id="62" idx="6"/>
              <a:endCxn id="51"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576" name="Google Shape;194;p1">
              <a:extLst>
                <a:ext uri="{FF2B5EF4-FFF2-40B4-BE49-F238E27FC236}">
                  <a16:creationId xmlns:a16="http://schemas.microsoft.com/office/drawing/2014/main" id="{D6F3B8EA-0F53-67EE-1DBB-7220AE979003}"/>
                </a:ext>
              </a:extLst>
            </p:cNvPr>
            <p:cNvCxnSpPr>
              <a:stCxn id="52" idx="1"/>
              <a:endCxn id="5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578" name="Google Shape;195;p1">
              <a:extLst>
                <a:ext uri="{FF2B5EF4-FFF2-40B4-BE49-F238E27FC236}">
                  <a16:creationId xmlns:a16="http://schemas.microsoft.com/office/drawing/2014/main" id="{4F3A5788-8217-8123-085A-8D8DF557C188}"/>
                </a:ext>
              </a:extLst>
            </p:cNvPr>
            <p:cNvCxnSpPr>
              <a:stCxn id="574" idx="3"/>
              <a:endCxn id="6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580" name="Google Shape;196;p1">
              <a:extLst>
                <a:ext uri="{FF2B5EF4-FFF2-40B4-BE49-F238E27FC236}">
                  <a16:creationId xmlns:a16="http://schemas.microsoft.com/office/drawing/2014/main" id="{4E78D8D4-AC4D-3802-8E5E-97F5891EBB0B}"/>
                </a:ext>
              </a:extLst>
            </p:cNvPr>
            <p:cNvCxnSpPr>
              <a:cxnSpLocks/>
              <a:stCxn id="571" idx="5"/>
              <a:endCxn id="52" idx="1"/>
            </p:cNvCxnSpPr>
            <p:nvPr/>
          </p:nvCxnSpPr>
          <p:spPr>
            <a:xfrm>
              <a:off x="12687612" y="6169313"/>
              <a:ext cx="230034" cy="632819"/>
            </a:xfrm>
            <a:prstGeom prst="straightConnector1">
              <a:avLst/>
            </a:prstGeom>
            <a:noFill/>
            <a:ln w="31750" cap="flat" cmpd="sng">
              <a:solidFill>
                <a:schemeClr val="accent1"/>
              </a:solidFill>
              <a:prstDash val="solid"/>
              <a:round/>
              <a:headEnd type="none" w="sm" len="sm"/>
              <a:tailEnd type="stealth" w="med" len="med"/>
            </a:ln>
          </p:spPr>
        </p:cxnSp>
        <p:cxnSp>
          <p:nvCxnSpPr>
            <p:cNvPr id="581" name="Google Shape;197;p1">
              <a:extLst>
                <a:ext uri="{FF2B5EF4-FFF2-40B4-BE49-F238E27FC236}">
                  <a16:creationId xmlns:a16="http://schemas.microsoft.com/office/drawing/2014/main" id="{D64234FA-6B51-B9B2-589A-602682704574}"/>
                </a:ext>
              </a:extLst>
            </p:cNvPr>
            <p:cNvCxnSpPr>
              <a:stCxn id="45" idx="6"/>
              <a:endCxn id="50"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582" name="Google Shape;198;p1">
              <a:extLst>
                <a:ext uri="{FF2B5EF4-FFF2-40B4-BE49-F238E27FC236}">
                  <a16:creationId xmlns:a16="http://schemas.microsoft.com/office/drawing/2014/main" id="{75C7ADC8-8C29-9D2E-2D3F-C60861B3DA73}"/>
                </a:ext>
              </a:extLst>
            </p:cNvPr>
            <p:cNvCxnSpPr>
              <a:cxnSpLocks/>
              <a:stCxn id="571" idx="6"/>
              <a:endCxn id="54" idx="2"/>
            </p:cNvCxnSpPr>
            <p:nvPr/>
          </p:nvCxnSpPr>
          <p:spPr>
            <a:xfrm>
              <a:off x="12743593" y="6034546"/>
              <a:ext cx="580573" cy="163609"/>
            </a:xfrm>
            <a:prstGeom prst="straightConnector1">
              <a:avLst/>
            </a:prstGeom>
            <a:noFill/>
            <a:ln w="31750" cap="flat" cmpd="sng">
              <a:solidFill>
                <a:schemeClr val="accent1"/>
              </a:solidFill>
              <a:prstDash val="solid"/>
              <a:round/>
              <a:headEnd type="none" w="sm" len="sm"/>
              <a:tailEnd type="stealth" w="med" len="med"/>
            </a:ln>
          </p:spPr>
        </p:cxnSp>
        <p:cxnSp>
          <p:nvCxnSpPr>
            <p:cNvPr id="584" name="Google Shape;199;p1">
              <a:extLst>
                <a:ext uri="{FF2B5EF4-FFF2-40B4-BE49-F238E27FC236}">
                  <a16:creationId xmlns:a16="http://schemas.microsoft.com/office/drawing/2014/main" id="{C99FAB48-41FE-B24E-6200-4E8F0CA642A7}"/>
                </a:ext>
              </a:extLst>
            </p:cNvPr>
            <p:cNvCxnSpPr>
              <a:cxnSpLocks/>
              <a:stCxn id="571" idx="3"/>
              <a:endCxn id="62" idx="7"/>
            </p:cNvCxnSpPr>
            <p:nvPr/>
          </p:nvCxnSpPr>
          <p:spPr>
            <a:xfrm flipH="1">
              <a:off x="11921548" y="6169313"/>
              <a:ext cx="495766" cy="213893"/>
            </a:xfrm>
            <a:prstGeom prst="straightConnector1">
              <a:avLst/>
            </a:prstGeom>
            <a:noFill/>
            <a:ln w="31750" cap="flat" cmpd="sng">
              <a:solidFill>
                <a:schemeClr val="accent1"/>
              </a:solidFill>
              <a:prstDash val="solid"/>
              <a:round/>
              <a:headEnd type="none" w="sm" len="sm"/>
              <a:tailEnd type="stealth" w="med" len="med"/>
            </a:ln>
          </p:spPr>
        </p:cxnSp>
        <p:cxnSp>
          <p:nvCxnSpPr>
            <p:cNvPr id="585" name="Google Shape;200;p1">
              <a:extLst>
                <a:ext uri="{FF2B5EF4-FFF2-40B4-BE49-F238E27FC236}">
                  <a16:creationId xmlns:a16="http://schemas.microsoft.com/office/drawing/2014/main" id="{703D9E25-5132-2028-6030-FEEF260DDB8C}"/>
                </a:ext>
              </a:extLst>
            </p:cNvPr>
            <p:cNvCxnSpPr>
              <a:cxnSpLocks/>
              <a:stCxn id="571" idx="6"/>
              <a:endCxn id="51" idx="1"/>
            </p:cNvCxnSpPr>
            <p:nvPr/>
          </p:nvCxnSpPr>
          <p:spPr>
            <a:xfrm>
              <a:off x="12743593" y="6034546"/>
              <a:ext cx="565577" cy="579226"/>
            </a:xfrm>
            <a:prstGeom prst="straightConnector1">
              <a:avLst/>
            </a:prstGeom>
            <a:noFill/>
            <a:ln w="34925" cap="flat" cmpd="sng">
              <a:solidFill>
                <a:schemeClr val="accent1"/>
              </a:solidFill>
              <a:prstDash val="solid"/>
              <a:round/>
              <a:headEnd type="none" w="sm" len="sm"/>
              <a:tailEnd type="stealth" w="med" len="med"/>
            </a:ln>
          </p:spPr>
        </p:cxnSp>
      </p:grpSp>
      <p:sp>
        <p:nvSpPr>
          <p:cNvPr id="587" name="TextBox 586">
            <a:extLst>
              <a:ext uri="{FF2B5EF4-FFF2-40B4-BE49-F238E27FC236}">
                <a16:creationId xmlns:a16="http://schemas.microsoft.com/office/drawing/2014/main" id="{59C6F1D9-A6CB-CC54-4929-CC0AB07680BD}"/>
              </a:ext>
            </a:extLst>
          </p:cNvPr>
          <p:cNvSpPr txBox="1"/>
          <p:nvPr/>
        </p:nvSpPr>
        <p:spPr>
          <a:xfrm>
            <a:off x="5113191" y="7998776"/>
            <a:ext cx="59216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lang="en-US" sz="1000" b="0"/>
              <a:t>R (exec)</a:t>
            </a:r>
            <a:endParaRPr kumimoji="0" lang="en-US" sz="1000" b="0" i="0" u="none" strike="noStrike" cap="none" spc="0" normalizeH="0" baseline="0">
              <a:ln>
                <a:noFill/>
              </a:ln>
              <a:solidFill>
                <a:srgbClr val="4C4C4C"/>
              </a:solidFill>
              <a:effectLst/>
              <a:uFillTx/>
              <a:sym typeface="Source Sans Pro"/>
            </a:endParaRPr>
          </a:p>
        </p:txBody>
      </p:sp>
      <p:cxnSp>
        <p:nvCxnSpPr>
          <p:cNvPr id="638" name="Connector: Elbow 637">
            <a:extLst>
              <a:ext uri="{FF2B5EF4-FFF2-40B4-BE49-F238E27FC236}">
                <a16:creationId xmlns:a16="http://schemas.microsoft.com/office/drawing/2014/main" id="{6385A591-74BD-8062-C949-B1216B08BE90}"/>
              </a:ext>
            </a:extLst>
          </p:cNvPr>
          <p:cNvCxnSpPr>
            <a:cxnSpLocks/>
            <a:endCxn id="639" idx="1"/>
          </p:cNvCxnSpPr>
          <p:nvPr/>
        </p:nvCxnSpPr>
        <p:spPr>
          <a:xfrm flipV="1">
            <a:off x="644562" y="5719904"/>
            <a:ext cx="597442" cy="328764"/>
          </a:xfrm>
          <a:prstGeom prst="bentConnector3">
            <a:avLst>
              <a:gd name="adj1" fmla="val 1612"/>
            </a:avLst>
          </a:prstGeom>
          <a:noFill/>
          <a:ln w="25400" cap="flat">
            <a:solidFill>
              <a:srgbClr val="C00000"/>
            </a:solidFill>
            <a:prstDash val="sysDash"/>
            <a:miter lim="400000"/>
            <a:tailEnd type="triangle"/>
          </a:ln>
          <a:effectLst/>
          <a:sp3d/>
        </p:spPr>
        <p:style>
          <a:lnRef idx="0">
            <a:scrgbClr r="0" g="0" b="0"/>
          </a:lnRef>
          <a:fillRef idx="0">
            <a:scrgbClr r="0" g="0" b="0"/>
          </a:fillRef>
          <a:effectRef idx="0">
            <a:scrgbClr r="0" g="0" b="0"/>
          </a:effectRef>
          <a:fontRef idx="none"/>
        </p:style>
      </p:cxnSp>
      <p:pic>
        <p:nvPicPr>
          <p:cNvPr id="639" name="Graphic 638" descr="Paper outline">
            <a:extLst>
              <a:ext uri="{FF2B5EF4-FFF2-40B4-BE49-F238E27FC236}">
                <a16:creationId xmlns:a16="http://schemas.microsoft.com/office/drawing/2014/main" id="{0604C276-6581-258B-3D51-9F868EC6401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42004" y="5435871"/>
            <a:ext cx="602419" cy="568066"/>
          </a:xfrm>
          <a:prstGeom prst="rect">
            <a:avLst/>
          </a:prstGeom>
        </p:spPr>
      </p:pic>
      <p:cxnSp>
        <p:nvCxnSpPr>
          <p:cNvPr id="642" name="Connector: Elbow 641">
            <a:extLst>
              <a:ext uri="{FF2B5EF4-FFF2-40B4-BE49-F238E27FC236}">
                <a16:creationId xmlns:a16="http://schemas.microsoft.com/office/drawing/2014/main" id="{9D87F67F-9B5C-E653-5C13-4D07B858BB5B}"/>
              </a:ext>
            </a:extLst>
          </p:cNvPr>
          <p:cNvCxnSpPr>
            <a:cxnSpLocks/>
            <a:stCxn id="639" idx="3"/>
          </p:cNvCxnSpPr>
          <p:nvPr/>
        </p:nvCxnSpPr>
        <p:spPr>
          <a:xfrm>
            <a:off x="1844423" y="5719904"/>
            <a:ext cx="561180" cy="363101"/>
          </a:xfrm>
          <a:prstGeom prst="bentConnector2">
            <a:avLst/>
          </a:prstGeom>
          <a:noFill/>
          <a:ln w="25400" cap="flat">
            <a:solidFill>
              <a:srgbClr val="C00000"/>
            </a:solidFill>
            <a:prstDash val="sysDash"/>
            <a:miter lim="400000"/>
            <a:tailEnd type="triangle"/>
          </a:ln>
          <a:effectLst/>
          <a:sp3d/>
        </p:spPr>
        <p:style>
          <a:lnRef idx="0">
            <a:scrgbClr r="0" g="0" b="0"/>
          </a:lnRef>
          <a:fillRef idx="0">
            <a:scrgbClr r="0" g="0" b="0"/>
          </a:fillRef>
          <a:effectRef idx="0">
            <a:scrgbClr r="0" g="0" b="0"/>
          </a:effectRef>
          <a:fontRef idx="none"/>
        </p:style>
      </p:cxnSp>
      <p:sp>
        <p:nvSpPr>
          <p:cNvPr id="643" name="TextBox 642">
            <a:extLst>
              <a:ext uri="{FF2B5EF4-FFF2-40B4-BE49-F238E27FC236}">
                <a16:creationId xmlns:a16="http://schemas.microsoft.com/office/drawing/2014/main" id="{738E23BC-1CB5-CBA5-9925-8ED9DAF5F691}"/>
              </a:ext>
            </a:extLst>
          </p:cNvPr>
          <p:cNvSpPr txBox="1"/>
          <p:nvPr/>
        </p:nvSpPr>
        <p:spPr>
          <a:xfrm>
            <a:off x="1292058" y="5950673"/>
            <a:ext cx="48315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645" name="Rectangle 644">
            <a:extLst>
              <a:ext uri="{FF2B5EF4-FFF2-40B4-BE49-F238E27FC236}">
                <a16:creationId xmlns:a16="http://schemas.microsoft.com/office/drawing/2014/main" id="{A65559C7-AE00-B186-5442-EFD0F73C57AF}"/>
              </a:ext>
            </a:extLst>
          </p:cNvPr>
          <p:cNvSpPr/>
          <p:nvPr/>
        </p:nvSpPr>
        <p:spPr>
          <a:xfrm>
            <a:off x="244242" y="6070098"/>
            <a:ext cx="508854" cy="490967"/>
          </a:xfrm>
          <a:prstGeom prst="rect">
            <a:avLst/>
          </a:prstGeom>
          <a:noFill/>
          <a:ln w="12700" cap="flat">
            <a:solidFill>
              <a:srgbClr val="C00000"/>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647" name="Rectangle 646">
            <a:extLst>
              <a:ext uri="{FF2B5EF4-FFF2-40B4-BE49-F238E27FC236}">
                <a16:creationId xmlns:a16="http://schemas.microsoft.com/office/drawing/2014/main" id="{919497BD-B3FC-0A0B-4432-A0F4766FAF91}"/>
              </a:ext>
            </a:extLst>
          </p:cNvPr>
          <p:cNvSpPr/>
          <p:nvPr/>
        </p:nvSpPr>
        <p:spPr>
          <a:xfrm>
            <a:off x="2318883" y="6084861"/>
            <a:ext cx="343727" cy="497292"/>
          </a:xfrm>
          <a:prstGeom prst="rect">
            <a:avLst/>
          </a:prstGeom>
          <a:noFill/>
          <a:ln w="12700" cap="flat">
            <a:solidFill>
              <a:srgbClr val="C00000"/>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648" name="TextBox 647">
            <a:extLst>
              <a:ext uri="{FF2B5EF4-FFF2-40B4-BE49-F238E27FC236}">
                <a16:creationId xmlns:a16="http://schemas.microsoft.com/office/drawing/2014/main" id="{8ADC12BD-FAB9-451F-04A7-2D38883C1C9B}"/>
              </a:ext>
            </a:extLst>
          </p:cNvPr>
          <p:cNvSpPr txBox="1"/>
          <p:nvPr/>
        </p:nvSpPr>
        <p:spPr>
          <a:xfrm>
            <a:off x="1177097" y="5120456"/>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solidFill>
                  <a:srgbClr val="C00000"/>
                </a:solidFill>
              </a:rPr>
              <a:t>Connection</a:t>
            </a:r>
            <a:endParaRPr kumimoji="0" lang="en-US" sz="1000" b="0" i="0" u="none" strike="noStrike" cap="none" spc="0" normalizeH="0" baseline="0">
              <a:ln>
                <a:noFill/>
              </a:ln>
              <a:solidFill>
                <a:srgbClr val="C00000"/>
              </a:solidFill>
              <a:effectLst/>
              <a:uFillTx/>
              <a:sym typeface="Source Sans Pro"/>
            </a:endParaRPr>
          </a:p>
        </p:txBody>
      </p:sp>
      <p:sp>
        <p:nvSpPr>
          <p:cNvPr id="649" name="Layout Suggestions">
            <a:extLst>
              <a:ext uri="{FF2B5EF4-FFF2-40B4-BE49-F238E27FC236}">
                <a16:creationId xmlns:a16="http://schemas.microsoft.com/office/drawing/2014/main" id="{7B542AA3-452F-52FA-5293-3ED825C35864}"/>
              </a:ext>
            </a:extLst>
          </p:cNvPr>
          <p:cNvSpPr txBox="1"/>
          <p:nvPr/>
        </p:nvSpPr>
        <p:spPr>
          <a:xfrm>
            <a:off x="121835" y="6835510"/>
            <a:ext cx="2919175" cy="25199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bg2">
                    <a:lumMod val="25000"/>
                  </a:schemeClr>
                </a:solidFill>
              </a:rPr>
              <a:t>Non-local Markdown</a:t>
            </a:r>
          </a:p>
        </p:txBody>
      </p:sp>
      <p:sp>
        <p:nvSpPr>
          <p:cNvPr id="652" name="TextBox 651">
            <a:extLst>
              <a:ext uri="{FF2B5EF4-FFF2-40B4-BE49-F238E27FC236}">
                <a16:creationId xmlns:a16="http://schemas.microsoft.com/office/drawing/2014/main" id="{C60DDFF6-F40C-3C9F-6A09-AEBC21B0F954}"/>
              </a:ext>
            </a:extLst>
          </p:cNvPr>
          <p:cNvSpPr txBox="1"/>
          <p:nvPr/>
        </p:nvSpPr>
        <p:spPr>
          <a:xfrm>
            <a:off x="116100" y="7154277"/>
            <a:ext cx="2765787" cy="70267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dirty="0">
                <a:solidFill>
                  <a:schemeClr val="bg2">
                    <a:lumMod val="10000"/>
                  </a:schemeClr>
                </a:solidFill>
                <a:latin typeface="Source Sans Pro" panose="020B0503030403020204" pitchFamily="34" charset="0"/>
                <a:ea typeface="Source Sans Pro" panose="020B0503030403020204" pitchFamily="34" charset="0"/>
                <a:sym typeface="Source Sans Pro Light"/>
              </a:rPr>
              <a:t>Specialized .</a:t>
            </a:r>
            <a:r>
              <a:rPr lang="en-US" sz="100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Rmd</a:t>
            </a:r>
            <a:r>
              <a:rPr lang="en-US" sz="1000" dirty="0">
                <a:solidFill>
                  <a:schemeClr val="bg2">
                    <a:lumMod val="10000"/>
                  </a:schemeClr>
                </a:solidFill>
                <a:latin typeface="Source Sans Pro" panose="020B0503030403020204" pitchFamily="34" charset="0"/>
                <a:ea typeface="Source Sans Pro" panose="020B0503030403020204" pitchFamily="34" charset="0"/>
                <a:sym typeface="Source Sans Pro Light"/>
              </a:rPr>
              <a:t> files that can either generate specialized tables or parse already existing tables to combine tables (data) from different formats (sources).</a:t>
            </a:r>
            <a:endParaRPr lang="en-US" sz="1000" dirty="0">
              <a:solidFill>
                <a:schemeClr val="bg2">
                  <a:lumMod val="10000"/>
                </a:schemeClr>
              </a:solidFill>
              <a:latin typeface="Source Sans Pro" panose="020B0503030403020204" pitchFamily="34" charset="0"/>
              <a:ea typeface="Source Sans Pro" panose="020B0503030403020204" pitchFamily="34" charset="0"/>
            </a:endParaRPr>
          </a:p>
        </p:txBody>
      </p:sp>
      <p:pic>
        <p:nvPicPr>
          <p:cNvPr id="655" name="Graphic 654" descr="Paper outline">
            <a:extLst>
              <a:ext uri="{FF2B5EF4-FFF2-40B4-BE49-F238E27FC236}">
                <a16:creationId xmlns:a16="http://schemas.microsoft.com/office/drawing/2014/main" id="{42E4C847-6763-97E4-6C58-37CFD10886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6527" y="8354580"/>
            <a:ext cx="602419" cy="568066"/>
          </a:xfrm>
          <a:prstGeom prst="rect">
            <a:avLst/>
          </a:prstGeom>
        </p:spPr>
      </p:pic>
      <p:pic>
        <p:nvPicPr>
          <p:cNvPr id="656" name="Graphic 655" descr="Paper outline">
            <a:extLst>
              <a:ext uri="{FF2B5EF4-FFF2-40B4-BE49-F238E27FC236}">
                <a16:creationId xmlns:a16="http://schemas.microsoft.com/office/drawing/2014/main" id="{D726F5CE-D571-EC1F-6849-A3A2719B70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50566" y="8372328"/>
            <a:ext cx="602419" cy="568066"/>
          </a:xfrm>
          <a:prstGeom prst="rect">
            <a:avLst/>
          </a:prstGeom>
        </p:spPr>
      </p:pic>
      <p:pic>
        <p:nvPicPr>
          <p:cNvPr id="657" name="Graphic 656" descr="Paper outline">
            <a:extLst>
              <a:ext uri="{FF2B5EF4-FFF2-40B4-BE49-F238E27FC236}">
                <a16:creationId xmlns:a16="http://schemas.microsoft.com/office/drawing/2014/main" id="{2B88DA25-FCAC-00C2-C713-B41912610F5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82974" y="8433873"/>
            <a:ext cx="602419" cy="568066"/>
          </a:xfrm>
          <a:prstGeom prst="rect">
            <a:avLst/>
          </a:prstGeom>
        </p:spPr>
      </p:pic>
      <p:sp>
        <p:nvSpPr>
          <p:cNvPr id="661" name="TextBox 660">
            <a:extLst>
              <a:ext uri="{FF2B5EF4-FFF2-40B4-BE49-F238E27FC236}">
                <a16:creationId xmlns:a16="http://schemas.microsoft.com/office/drawing/2014/main" id="{5C86A818-A32D-D147-F9D9-6C00715B0EF0}"/>
              </a:ext>
            </a:extLst>
          </p:cNvPr>
          <p:cNvSpPr txBox="1"/>
          <p:nvPr/>
        </p:nvSpPr>
        <p:spPr>
          <a:xfrm>
            <a:off x="179273" y="8827149"/>
            <a:ext cx="62967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rgbClr val="4C4C4C"/>
                </a:solidFill>
                <a:effectLst/>
                <a:uFillTx/>
                <a:sym typeface="Source Sans Pro"/>
              </a:rPr>
              <a:t>.R</a:t>
            </a:r>
          </a:p>
        </p:txBody>
      </p:sp>
      <p:sp>
        <p:nvSpPr>
          <p:cNvPr id="662" name="TextBox 661">
            <a:extLst>
              <a:ext uri="{FF2B5EF4-FFF2-40B4-BE49-F238E27FC236}">
                <a16:creationId xmlns:a16="http://schemas.microsoft.com/office/drawing/2014/main" id="{B2F2154F-A956-5BC1-0C04-CDEC10091FB6}"/>
              </a:ext>
            </a:extLst>
          </p:cNvPr>
          <p:cNvSpPr txBox="1"/>
          <p:nvPr/>
        </p:nvSpPr>
        <p:spPr>
          <a:xfrm>
            <a:off x="1804881" y="8852241"/>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rgbClr val="4C4C4C"/>
                </a:solidFill>
                <a:effectLst/>
                <a:uFillTx/>
                <a:sym typeface="Source Sans Pro"/>
              </a:rPr>
              <a:t>.R</a:t>
            </a:r>
          </a:p>
        </p:txBody>
      </p:sp>
      <p:sp>
        <p:nvSpPr>
          <p:cNvPr id="663" name="TextBox 662">
            <a:extLst>
              <a:ext uri="{FF2B5EF4-FFF2-40B4-BE49-F238E27FC236}">
                <a16:creationId xmlns:a16="http://schemas.microsoft.com/office/drawing/2014/main" id="{E4CE3DDE-556E-9A57-9C28-4D027EC7DFB8}"/>
              </a:ext>
            </a:extLst>
          </p:cNvPr>
          <p:cNvSpPr txBox="1"/>
          <p:nvPr/>
        </p:nvSpPr>
        <p:spPr>
          <a:xfrm>
            <a:off x="940887" y="8921068"/>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r>
              <a:rPr kumimoji="0" lang="en-US" sz="1000" i="0" u="none" strike="noStrike" cap="none" spc="0" normalizeH="0" baseline="0" err="1">
                <a:ln>
                  <a:noFill/>
                </a:ln>
                <a:solidFill>
                  <a:schemeClr val="bg2">
                    <a:lumMod val="10000"/>
                  </a:schemeClr>
                </a:solidFill>
                <a:effectLst/>
                <a:uFillTx/>
                <a:sym typeface="Source Sans Pro"/>
              </a:rPr>
              <a:t>Rmd</a:t>
            </a:r>
            <a:endParaRPr kumimoji="0" lang="en-US" sz="1000" i="0" u="none" strike="noStrike" cap="none" spc="0" normalizeH="0" baseline="0">
              <a:ln>
                <a:noFill/>
              </a:ln>
              <a:solidFill>
                <a:schemeClr val="bg2">
                  <a:lumMod val="10000"/>
                </a:schemeClr>
              </a:solidFill>
              <a:effectLst/>
              <a:uFillTx/>
              <a:sym typeface="Source Sans Pro"/>
            </a:endParaRPr>
          </a:p>
        </p:txBody>
      </p:sp>
      <p:sp>
        <p:nvSpPr>
          <p:cNvPr id="664" name="Rectangle 663">
            <a:extLst>
              <a:ext uri="{FF2B5EF4-FFF2-40B4-BE49-F238E27FC236}">
                <a16:creationId xmlns:a16="http://schemas.microsoft.com/office/drawing/2014/main" id="{698935A6-6666-9296-DB86-C2642A4E8E09}"/>
              </a:ext>
            </a:extLst>
          </p:cNvPr>
          <p:cNvSpPr/>
          <p:nvPr/>
        </p:nvSpPr>
        <p:spPr>
          <a:xfrm>
            <a:off x="179272" y="8077481"/>
            <a:ext cx="629674" cy="1032965"/>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71" name="Rectangle 670">
            <a:extLst>
              <a:ext uri="{FF2B5EF4-FFF2-40B4-BE49-F238E27FC236}">
                <a16:creationId xmlns:a16="http://schemas.microsoft.com/office/drawing/2014/main" id="{A8A5E714-F6EF-315C-3899-E8D2D688CBB4}"/>
              </a:ext>
            </a:extLst>
          </p:cNvPr>
          <p:cNvSpPr/>
          <p:nvPr/>
        </p:nvSpPr>
        <p:spPr>
          <a:xfrm>
            <a:off x="1933298" y="8089443"/>
            <a:ext cx="629674" cy="1032965"/>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72" name="Rectangle 671">
            <a:extLst>
              <a:ext uri="{FF2B5EF4-FFF2-40B4-BE49-F238E27FC236}">
                <a16:creationId xmlns:a16="http://schemas.microsoft.com/office/drawing/2014/main" id="{559577E8-D607-6373-A5A6-61B5F11F5093}"/>
              </a:ext>
            </a:extLst>
          </p:cNvPr>
          <p:cNvSpPr/>
          <p:nvPr/>
        </p:nvSpPr>
        <p:spPr>
          <a:xfrm>
            <a:off x="179273" y="8073682"/>
            <a:ext cx="629674"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76" name="Rectangle 675">
            <a:extLst>
              <a:ext uri="{FF2B5EF4-FFF2-40B4-BE49-F238E27FC236}">
                <a16:creationId xmlns:a16="http://schemas.microsoft.com/office/drawing/2014/main" id="{9ACF7CA7-7F0B-F181-3DC1-A9C34C2287F1}"/>
              </a:ext>
            </a:extLst>
          </p:cNvPr>
          <p:cNvSpPr/>
          <p:nvPr/>
        </p:nvSpPr>
        <p:spPr>
          <a:xfrm>
            <a:off x="1933296" y="8091449"/>
            <a:ext cx="629676"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77" name="TextBox 676">
            <a:extLst>
              <a:ext uri="{FF2B5EF4-FFF2-40B4-BE49-F238E27FC236}">
                <a16:creationId xmlns:a16="http://schemas.microsoft.com/office/drawing/2014/main" id="{A3CFC5EA-35C8-451D-0B68-D6DD05CF61E6}"/>
              </a:ext>
            </a:extLst>
          </p:cNvPr>
          <p:cNvSpPr txBox="1"/>
          <p:nvPr/>
        </p:nvSpPr>
        <p:spPr>
          <a:xfrm>
            <a:off x="179273" y="8044233"/>
            <a:ext cx="62967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a:t>Module A</a:t>
            </a:r>
            <a:endParaRPr kumimoji="0" lang="en-US" sz="1000" i="0" u="none" strike="noStrike" cap="none" spc="0" normalizeH="0" baseline="0">
              <a:ln>
                <a:noFill/>
              </a:ln>
              <a:solidFill>
                <a:srgbClr val="4C4C4C"/>
              </a:solidFill>
              <a:effectLst/>
              <a:uFillTx/>
              <a:sym typeface="Source Sans Pro"/>
            </a:endParaRPr>
          </a:p>
        </p:txBody>
      </p:sp>
      <p:sp>
        <p:nvSpPr>
          <p:cNvPr id="678" name="TextBox 677">
            <a:extLst>
              <a:ext uri="{FF2B5EF4-FFF2-40B4-BE49-F238E27FC236}">
                <a16:creationId xmlns:a16="http://schemas.microsoft.com/office/drawing/2014/main" id="{748123A9-BC30-5889-8111-8AF9E08DF608}"/>
              </a:ext>
            </a:extLst>
          </p:cNvPr>
          <p:cNvSpPr txBox="1"/>
          <p:nvPr/>
        </p:nvSpPr>
        <p:spPr>
          <a:xfrm>
            <a:off x="1933298" y="8057351"/>
            <a:ext cx="62967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a:t>Module B</a:t>
            </a:r>
            <a:endParaRPr kumimoji="0" lang="en-US" sz="1000" i="0" u="none" strike="noStrike" cap="none" spc="0" normalizeH="0" baseline="0">
              <a:ln>
                <a:noFill/>
              </a:ln>
              <a:solidFill>
                <a:srgbClr val="4C4C4C"/>
              </a:solidFill>
              <a:effectLst/>
              <a:uFillTx/>
              <a:sym typeface="Source Sans Pro"/>
            </a:endParaRPr>
          </a:p>
        </p:txBody>
      </p:sp>
      <p:cxnSp>
        <p:nvCxnSpPr>
          <p:cNvPr id="259" name="Straight Arrow Connector 258">
            <a:extLst>
              <a:ext uri="{FF2B5EF4-FFF2-40B4-BE49-F238E27FC236}">
                <a16:creationId xmlns:a16="http://schemas.microsoft.com/office/drawing/2014/main" id="{9950679F-13F6-93A9-A6B1-5EAB71A6EA98}"/>
              </a:ext>
            </a:extLst>
          </p:cNvPr>
          <p:cNvCxnSpPr>
            <a:cxnSpLocks/>
          </p:cNvCxnSpPr>
          <p:nvPr/>
        </p:nvCxnSpPr>
        <p:spPr>
          <a:xfrm>
            <a:off x="5164533" y="3958817"/>
            <a:ext cx="3076130" cy="19252"/>
          </a:xfrm>
          <a:prstGeom prst="straightConnector1">
            <a:avLst/>
          </a:prstGeom>
          <a:noFill/>
          <a:ln w="25400"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mc:AlternateContent xmlns:mc="http://schemas.openxmlformats.org/markup-compatibility/2006" xmlns:p14="http://schemas.microsoft.com/office/powerpoint/2010/main">
        <mc:Choice Requires="p14">
          <p:contentPart p14:bwMode="auto" r:id="rId11">
            <p14:nvContentPartPr>
              <p14:cNvPr id="910" name="Ink 909">
                <a:extLst>
                  <a:ext uri="{FF2B5EF4-FFF2-40B4-BE49-F238E27FC236}">
                    <a16:creationId xmlns:a16="http://schemas.microsoft.com/office/drawing/2014/main" id="{B27EFDBD-108B-AD2F-5DCE-A6E094493EB1}"/>
                  </a:ext>
                </a:extLst>
              </p14:cNvPr>
              <p14:cNvContentPartPr/>
              <p14:nvPr/>
            </p14:nvContentPartPr>
            <p14:xfrm>
              <a:off x="-2461468" y="134428"/>
              <a:ext cx="360" cy="360"/>
            </p14:xfrm>
          </p:contentPart>
        </mc:Choice>
        <mc:Fallback xmlns="">
          <p:pic>
            <p:nvPicPr>
              <p:cNvPr id="910" name="Ink 909">
                <a:extLst>
                  <a:ext uri="{FF2B5EF4-FFF2-40B4-BE49-F238E27FC236}">
                    <a16:creationId xmlns:a16="http://schemas.microsoft.com/office/drawing/2014/main" id="{B27EFDBD-108B-AD2F-5DCE-A6E094493EB1}"/>
                  </a:ext>
                </a:extLst>
              </p:cNvPr>
              <p:cNvPicPr/>
              <p:nvPr/>
            </p:nvPicPr>
            <p:blipFill>
              <a:blip r:embed="rId12"/>
              <a:stretch>
                <a:fillRect/>
              </a:stretch>
            </p:blipFill>
            <p:spPr>
              <a:xfrm>
                <a:off x="-2467588" y="128308"/>
                <a:ext cx="12600" cy="12600"/>
              </a:xfrm>
              <a:prstGeom prst="rect">
                <a:avLst/>
              </a:prstGeom>
            </p:spPr>
          </p:pic>
        </mc:Fallback>
      </mc:AlternateContent>
      <p:cxnSp>
        <p:nvCxnSpPr>
          <p:cNvPr id="2" name="Straight Connector 1">
            <a:extLst>
              <a:ext uri="{FF2B5EF4-FFF2-40B4-BE49-F238E27FC236}">
                <a16:creationId xmlns:a16="http://schemas.microsoft.com/office/drawing/2014/main" id="{82C89457-B7D3-04B1-67E0-73712283712A}"/>
              </a:ext>
            </a:extLst>
          </p:cNvPr>
          <p:cNvCxnSpPr>
            <a:cxnSpLocks/>
          </p:cNvCxnSpPr>
          <p:nvPr/>
        </p:nvCxnSpPr>
        <p:spPr>
          <a:xfrm flipH="1">
            <a:off x="9206324" y="4606737"/>
            <a:ext cx="109659" cy="222322"/>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7" name="Straight Connector 6">
            <a:extLst>
              <a:ext uri="{FF2B5EF4-FFF2-40B4-BE49-F238E27FC236}">
                <a16:creationId xmlns:a16="http://schemas.microsoft.com/office/drawing/2014/main" id="{1515397B-6CFF-FA0C-A1F6-663B3D521037}"/>
              </a:ext>
            </a:extLst>
          </p:cNvPr>
          <p:cNvCxnSpPr>
            <a:cxnSpLocks/>
          </p:cNvCxnSpPr>
          <p:nvPr/>
        </p:nvCxnSpPr>
        <p:spPr>
          <a:xfrm flipH="1">
            <a:off x="9719428" y="3287051"/>
            <a:ext cx="97607" cy="249871"/>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graphicFrame>
        <p:nvGraphicFramePr>
          <p:cNvPr id="10" name="Table">
            <a:extLst>
              <a:ext uri="{FF2B5EF4-FFF2-40B4-BE49-F238E27FC236}">
                <a16:creationId xmlns:a16="http://schemas.microsoft.com/office/drawing/2014/main" id="{96493749-584D-A304-15A8-1B4F994A09EE}"/>
              </a:ext>
            </a:extLst>
          </p:cNvPr>
          <p:cNvGraphicFramePr/>
          <p:nvPr/>
        </p:nvGraphicFramePr>
        <p:xfrm>
          <a:off x="8290767" y="3948158"/>
          <a:ext cx="306944" cy="44586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cxnSp>
        <p:nvCxnSpPr>
          <p:cNvPr id="479" name="Straight Connector 478">
            <a:extLst>
              <a:ext uri="{FF2B5EF4-FFF2-40B4-BE49-F238E27FC236}">
                <a16:creationId xmlns:a16="http://schemas.microsoft.com/office/drawing/2014/main" id="{7B3D9718-5B1A-02FF-F15F-DA96B3A3C1CC}"/>
              </a:ext>
            </a:extLst>
          </p:cNvPr>
          <p:cNvCxnSpPr>
            <a:cxnSpLocks/>
          </p:cNvCxnSpPr>
          <p:nvPr/>
        </p:nvCxnSpPr>
        <p:spPr>
          <a:xfrm flipH="1">
            <a:off x="8975179" y="7418800"/>
            <a:ext cx="189011" cy="1964616"/>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graphicFrame>
        <p:nvGraphicFramePr>
          <p:cNvPr id="481" name="Table">
            <a:extLst>
              <a:ext uri="{FF2B5EF4-FFF2-40B4-BE49-F238E27FC236}">
                <a16:creationId xmlns:a16="http://schemas.microsoft.com/office/drawing/2014/main" id="{E2F131A6-7830-EED6-F3B8-C231F0BBBCF8}"/>
              </a:ext>
            </a:extLst>
          </p:cNvPr>
          <p:cNvGraphicFramePr/>
          <p:nvPr/>
        </p:nvGraphicFramePr>
        <p:xfrm>
          <a:off x="2332260" y="6115350"/>
          <a:ext cx="306944" cy="445716"/>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32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82" name="Table">
            <a:extLst>
              <a:ext uri="{FF2B5EF4-FFF2-40B4-BE49-F238E27FC236}">
                <a16:creationId xmlns:a16="http://schemas.microsoft.com/office/drawing/2014/main" id="{322B36F0-10A3-F085-91FC-FB35392B8257}"/>
              </a:ext>
            </a:extLst>
          </p:cNvPr>
          <p:cNvGraphicFramePr/>
          <p:nvPr/>
        </p:nvGraphicFramePr>
        <p:xfrm>
          <a:off x="275721" y="6109831"/>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cxnSp>
        <p:nvCxnSpPr>
          <p:cNvPr id="485" name="Straight Connector 484">
            <a:extLst>
              <a:ext uri="{FF2B5EF4-FFF2-40B4-BE49-F238E27FC236}">
                <a16:creationId xmlns:a16="http://schemas.microsoft.com/office/drawing/2014/main" id="{9B6FC204-9C96-62CF-6898-1F9C78045C54}"/>
              </a:ext>
            </a:extLst>
          </p:cNvPr>
          <p:cNvCxnSpPr>
            <a:cxnSpLocks/>
            <a:endCxn id="519" idx="0"/>
          </p:cNvCxnSpPr>
          <p:nvPr/>
        </p:nvCxnSpPr>
        <p:spPr>
          <a:xfrm flipH="1">
            <a:off x="8035683" y="7418800"/>
            <a:ext cx="401524" cy="565575"/>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493" name="Straight Connector 492">
            <a:extLst>
              <a:ext uri="{FF2B5EF4-FFF2-40B4-BE49-F238E27FC236}">
                <a16:creationId xmlns:a16="http://schemas.microsoft.com/office/drawing/2014/main" id="{CA8B01B6-5693-BE16-F278-3FB94E118E35}"/>
              </a:ext>
            </a:extLst>
          </p:cNvPr>
          <p:cNvCxnSpPr>
            <a:cxnSpLocks/>
          </p:cNvCxnSpPr>
          <p:nvPr/>
        </p:nvCxnSpPr>
        <p:spPr>
          <a:xfrm flipH="1">
            <a:off x="8967923" y="7418800"/>
            <a:ext cx="51306" cy="566067"/>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498" name="Straight Arrow Connector 497">
            <a:extLst>
              <a:ext uri="{FF2B5EF4-FFF2-40B4-BE49-F238E27FC236}">
                <a16:creationId xmlns:a16="http://schemas.microsoft.com/office/drawing/2014/main" id="{DE802295-CA75-E2FE-8DE7-3A83DA15E872}"/>
              </a:ext>
            </a:extLst>
          </p:cNvPr>
          <p:cNvCxnSpPr>
            <a:cxnSpLocks/>
            <a:stCxn id="309" idx="2"/>
            <a:endCxn id="813" idx="0"/>
          </p:cNvCxnSpPr>
          <p:nvPr/>
        </p:nvCxnSpPr>
        <p:spPr>
          <a:xfrm flipH="1">
            <a:off x="7952834" y="6157764"/>
            <a:ext cx="1" cy="287533"/>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8" name="Straight Connector 517">
            <a:extLst>
              <a:ext uri="{FF2B5EF4-FFF2-40B4-BE49-F238E27FC236}">
                <a16:creationId xmlns:a16="http://schemas.microsoft.com/office/drawing/2014/main" id="{B0392369-1237-66E7-2DD7-85F86EFCFE9C}"/>
              </a:ext>
            </a:extLst>
          </p:cNvPr>
          <p:cNvCxnSpPr>
            <a:cxnSpLocks/>
          </p:cNvCxnSpPr>
          <p:nvPr/>
        </p:nvCxnSpPr>
        <p:spPr>
          <a:xfrm flipH="1">
            <a:off x="7119453" y="7389866"/>
            <a:ext cx="549869" cy="577995"/>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586" name="Straight Connector 585">
            <a:extLst>
              <a:ext uri="{FF2B5EF4-FFF2-40B4-BE49-F238E27FC236}">
                <a16:creationId xmlns:a16="http://schemas.microsoft.com/office/drawing/2014/main" id="{A3B282F8-0DA4-3F62-CA7D-0ADCD91F9DDC}"/>
              </a:ext>
            </a:extLst>
          </p:cNvPr>
          <p:cNvCxnSpPr>
            <a:cxnSpLocks/>
          </p:cNvCxnSpPr>
          <p:nvPr/>
        </p:nvCxnSpPr>
        <p:spPr>
          <a:xfrm flipH="1">
            <a:off x="8244553" y="6582153"/>
            <a:ext cx="223834" cy="198499"/>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592" name="Straight Arrow Connector 591">
            <a:extLst>
              <a:ext uri="{FF2B5EF4-FFF2-40B4-BE49-F238E27FC236}">
                <a16:creationId xmlns:a16="http://schemas.microsoft.com/office/drawing/2014/main" id="{40F23404-6568-E3FB-6FF3-7539AB7408DF}"/>
              </a:ext>
            </a:extLst>
          </p:cNvPr>
          <p:cNvCxnSpPr>
            <a:cxnSpLocks/>
            <a:endCxn id="307" idx="0"/>
          </p:cNvCxnSpPr>
          <p:nvPr/>
        </p:nvCxnSpPr>
        <p:spPr>
          <a:xfrm>
            <a:off x="8397563" y="6120877"/>
            <a:ext cx="402048" cy="349190"/>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598" name="Picture 597">
            <a:extLst>
              <a:ext uri="{FF2B5EF4-FFF2-40B4-BE49-F238E27FC236}">
                <a16:creationId xmlns:a16="http://schemas.microsoft.com/office/drawing/2014/main" id="{AAE01AF5-9843-4605-61F3-827B1B78752E}"/>
              </a:ext>
            </a:extLst>
          </p:cNvPr>
          <p:cNvPicPr>
            <a:picLocks noChangeAspect="1"/>
          </p:cNvPicPr>
          <p:nvPr/>
        </p:nvPicPr>
        <p:blipFill>
          <a:blip r:embed="rId13"/>
          <a:stretch>
            <a:fillRect/>
          </a:stretch>
        </p:blipFill>
        <p:spPr>
          <a:xfrm>
            <a:off x="8226601" y="3917994"/>
            <a:ext cx="429653" cy="585629"/>
          </a:xfrm>
          <a:prstGeom prst="rect">
            <a:avLst/>
          </a:prstGeom>
        </p:spPr>
      </p:pic>
      <p:sp>
        <p:nvSpPr>
          <p:cNvPr id="600" name="Rectangle 599">
            <a:extLst>
              <a:ext uri="{FF2B5EF4-FFF2-40B4-BE49-F238E27FC236}">
                <a16:creationId xmlns:a16="http://schemas.microsoft.com/office/drawing/2014/main" id="{402892A4-8858-DAAD-181B-AA18E4C6EC57}"/>
              </a:ext>
            </a:extLst>
          </p:cNvPr>
          <p:cNvSpPr/>
          <p:nvPr/>
        </p:nvSpPr>
        <p:spPr>
          <a:xfrm>
            <a:off x="3217928" y="4771879"/>
            <a:ext cx="1782550" cy="274518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01" name="TextBox 600">
            <a:extLst>
              <a:ext uri="{FF2B5EF4-FFF2-40B4-BE49-F238E27FC236}">
                <a16:creationId xmlns:a16="http://schemas.microsoft.com/office/drawing/2014/main" id="{E975BB75-E0B7-9B0E-7DCD-9352A8CE71FC}"/>
              </a:ext>
            </a:extLst>
          </p:cNvPr>
          <p:cNvSpPr txBox="1"/>
          <p:nvPr/>
        </p:nvSpPr>
        <p:spPr>
          <a:xfrm>
            <a:off x="3223074" y="4755226"/>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602" name="Rectangle 601">
            <a:extLst>
              <a:ext uri="{FF2B5EF4-FFF2-40B4-BE49-F238E27FC236}">
                <a16:creationId xmlns:a16="http://schemas.microsoft.com/office/drawing/2014/main" id="{1D6FB166-1EB4-E24A-EBBE-30F7846CF4A1}"/>
              </a:ext>
            </a:extLst>
          </p:cNvPr>
          <p:cNvSpPr/>
          <p:nvPr/>
        </p:nvSpPr>
        <p:spPr>
          <a:xfrm>
            <a:off x="3216405" y="4767735"/>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603" name="Graphic 602" descr="Paper outline">
            <a:extLst>
              <a:ext uri="{FF2B5EF4-FFF2-40B4-BE49-F238E27FC236}">
                <a16:creationId xmlns:a16="http://schemas.microsoft.com/office/drawing/2014/main" id="{D05AE3EC-21A8-1EA2-DEF7-9E9B248F8B9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06160" y="6417506"/>
            <a:ext cx="1146019" cy="1080668"/>
          </a:xfrm>
          <a:prstGeom prst="rect">
            <a:avLst/>
          </a:prstGeom>
        </p:spPr>
      </p:pic>
      <p:sp>
        <p:nvSpPr>
          <p:cNvPr id="604" name="TextBox 603">
            <a:extLst>
              <a:ext uri="{FF2B5EF4-FFF2-40B4-BE49-F238E27FC236}">
                <a16:creationId xmlns:a16="http://schemas.microsoft.com/office/drawing/2014/main" id="{B0E6F2DB-6AF1-74DA-D852-9AD6DEAD82CB}"/>
              </a:ext>
            </a:extLst>
          </p:cNvPr>
          <p:cNvSpPr txBox="1"/>
          <p:nvPr/>
        </p:nvSpPr>
        <p:spPr>
          <a:xfrm>
            <a:off x="3545659" y="5425158"/>
            <a:ext cx="257500" cy="2963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pic>
        <p:nvPicPr>
          <p:cNvPr id="605" name="Graphic 604" descr="Paper outline">
            <a:extLst>
              <a:ext uri="{FF2B5EF4-FFF2-40B4-BE49-F238E27FC236}">
                <a16:creationId xmlns:a16="http://schemas.microsoft.com/office/drawing/2014/main" id="{843F1500-66A1-8F9B-F090-C7D4EFD1DAC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59384" y="5024535"/>
            <a:ext cx="1146019" cy="1080668"/>
          </a:xfrm>
          <a:prstGeom prst="rect">
            <a:avLst/>
          </a:prstGeom>
        </p:spPr>
      </p:pic>
      <p:sp>
        <p:nvSpPr>
          <p:cNvPr id="606" name="TextBox 605">
            <a:extLst>
              <a:ext uri="{FF2B5EF4-FFF2-40B4-BE49-F238E27FC236}">
                <a16:creationId xmlns:a16="http://schemas.microsoft.com/office/drawing/2014/main" id="{EEDA87AC-5A9D-4873-4C93-3B8DFF8A2F1F}"/>
              </a:ext>
            </a:extLst>
          </p:cNvPr>
          <p:cNvSpPr txBox="1"/>
          <p:nvPr/>
        </p:nvSpPr>
        <p:spPr>
          <a:xfrm>
            <a:off x="3257247" y="6739627"/>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pic>
        <p:nvPicPr>
          <p:cNvPr id="270" name="Graphic 269" descr="Paper outline">
            <a:extLst>
              <a:ext uri="{FF2B5EF4-FFF2-40B4-BE49-F238E27FC236}">
                <a16:creationId xmlns:a16="http://schemas.microsoft.com/office/drawing/2014/main" id="{C0294646-FF21-E390-A616-CA6F809B4B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59383" y="6392736"/>
            <a:ext cx="1146019" cy="1080668"/>
          </a:xfrm>
          <a:prstGeom prst="rect">
            <a:avLst/>
          </a:prstGeom>
        </p:spPr>
      </p:pic>
      <p:sp>
        <p:nvSpPr>
          <p:cNvPr id="271" name="TextBox 270">
            <a:extLst>
              <a:ext uri="{FF2B5EF4-FFF2-40B4-BE49-F238E27FC236}">
                <a16:creationId xmlns:a16="http://schemas.microsoft.com/office/drawing/2014/main" id="{E5A38D08-8B6D-6B8F-9BE3-C52318D49C87}"/>
              </a:ext>
            </a:extLst>
          </p:cNvPr>
          <p:cNvSpPr txBox="1"/>
          <p:nvPr/>
        </p:nvSpPr>
        <p:spPr>
          <a:xfrm>
            <a:off x="4368789" y="6774766"/>
            <a:ext cx="433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exec</a:t>
            </a:r>
          </a:p>
        </p:txBody>
      </p:sp>
      <p:sp>
        <p:nvSpPr>
          <p:cNvPr id="272" name="Rectangle 271">
            <a:extLst>
              <a:ext uri="{FF2B5EF4-FFF2-40B4-BE49-F238E27FC236}">
                <a16:creationId xmlns:a16="http://schemas.microsoft.com/office/drawing/2014/main" id="{B6C11FE3-86CF-AE75-B4B5-7746871FC11C}"/>
              </a:ext>
            </a:extLst>
          </p:cNvPr>
          <p:cNvSpPr/>
          <p:nvPr/>
        </p:nvSpPr>
        <p:spPr>
          <a:xfrm>
            <a:off x="3947375" y="3495942"/>
            <a:ext cx="1691765" cy="1046620"/>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3" name="Rectangle 272">
            <a:extLst>
              <a:ext uri="{FF2B5EF4-FFF2-40B4-BE49-F238E27FC236}">
                <a16:creationId xmlns:a16="http://schemas.microsoft.com/office/drawing/2014/main" id="{04453AA7-0CA3-D3A2-DA8E-30B2CD160929}"/>
              </a:ext>
            </a:extLst>
          </p:cNvPr>
          <p:cNvSpPr/>
          <p:nvPr/>
        </p:nvSpPr>
        <p:spPr>
          <a:xfrm>
            <a:off x="3937862" y="3506345"/>
            <a:ext cx="915202" cy="265146"/>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74" name="Straight Connector 273">
            <a:extLst>
              <a:ext uri="{FF2B5EF4-FFF2-40B4-BE49-F238E27FC236}">
                <a16:creationId xmlns:a16="http://schemas.microsoft.com/office/drawing/2014/main" id="{F0622249-5C54-DBCE-E90E-767E56D610C1}"/>
              </a:ext>
            </a:extLst>
          </p:cNvPr>
          <p:cNvCxnSpPr>
            <a:cxnSpLocks/>
          </p:cNvCxnSpPr>
          <p:nvPr/>
        </p:nvCxnSpPr>
        <p:spPr>
          <a:xfrm flipH="1">
            <a:off x="3217928" y="2226891"/>
            <a:ext cx="1467321" cy="2549607"/>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sp>
        <p:nvSpPr>
          <p:cNvPr id="275" name="Rectangle 274">
            <a:extLst>
              <a:ext uri="{FF2B5EF4-FFF2-40B4-BE49-F238E27FC236}">
                <a16:creationId xmlns:a16="http://schemas.microsoft.com/office/drawing/2014/main" id="{808785F2-02F2-3CCD-300D-F3D455FC8FFB}"/>
              </a:ext>
            </a:extLst>
          </p:cNvPr>
          <p:cNvSpPr/>
          <p:nvPr/>
        </p:nvSpPr>
        <p:spPr>
          <a:xfrm>
            <a:off x="4681393" y="2238424"/>
            <a:ext cx="915202" cy="265146"/>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76" name="Straight Connector 275">
            <a:extLst>
              <a:ext uri="{FF2B5EF4-FFF2-40B4-BE49-F238E27FC236}">
                <a16:creationId xmlns:a16="http://schemas.microsoft.com/office/drawing/2014/main" id="{D0589D23-BB96-1F80-4513-F524ED36E3CC}"/>
              </a:ext>
            </a:extLst>
          </p:cNvPr>
          <p:cNvCxnSpPr>
            <a:cxnSpLocks/>
          </p:cNvCxnSpPr>
          <p:nvPr/>
        </p:nvCxnSpPr>
        <p:spPr>
          <a:xfrm flipH="1">
            <a:off x="3784664" y="4536164"/>
            <a:ext cx="144032" cy="240334"/>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277" name="Straight Connector 276">
            <a:extLst>
              <a:ext uri="{FF2B5EF4-FFF2-40B4-BE49-F238E27FC236}">
                <a16:creationId xmlns:a16="http://schemas.microsoft.com/office/drawing/2014/main" id="{6C628977-BEDF-F68D-CABD-3E2BEF1FDD24}"/>
              </a:ext>
            </a:extLst>
          </p:cNvPr>
          <p:cNvCxnSpPr>
            <a:cxnSpLocks/>
          </p:cNvCxnSpPr>
          <p:nvPr/>
        </p:nvCxnSpPr>
        <p:spPr>
          <a:xfrm flipH="1">
            <a:off x="4531531" y="3216681"/>
            <a:ext cx="156823" cy="286688"/>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sp>
        <p:nvSpPr>
          <p:cNvPr id="278" name="TextBox 277">
            <a:extLst>
              <a:ext uri="{FF2B5EF4-FFF2-40B4-BE49-F238E27FC236}">
                <a16:creationId xmlns:a16="http://schemas.microsoft.com/office/drawing/2014/main" id="{40B931DC-C74D-3647-5FE4-98169875A469}"/>
              </a:ext>
            </a:extLst>
          </p:cNvPr>
          <p:cNvSpPr txBox="1"/>
          <p:nvPr/>
        </p:nvSpPr>
        <p:spPr>
          <a:xfrm>
            <a:off x="4944838" y="2941763"/>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.json</a:t>
            </a:r>
            <a:endParaRPr kumimoji="0" lang="en-US" sz="1000" b="0" i="0" u="none" strike="noStrike" cap="none" spc="0" normalizeH="0" baseline="0">
              <a:ln>
                <a:noFill/>
              </a:ln>
              <a:solidFill>
                <a:srgbClr val="4C4C4C"/>
              </a:solidFill>
              <a:effectLst/>
              <a:uFillTx/>
              <a:sym typeface="Source Sans Pro"/>
            </a:endParaRPr>
          </a:p>
        </p:txBody>
      </p:sp>
      <p:pic>
        <p:nvPicPr>
          <p:cNvPr id="279" name="Graphic 278" descr="Paper outline">
            <a:extLst>
              <a:ext uri="{FF2B5EF4-FFF2-40B4-BE49-F238E27FC236}">
                <a16:creationId xmlns:a16="http://schemas.microsoft.com/office/drawing/2014/main" id="{97BF631B-7706-B279-B6F1-DD3DFAB2AB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85883" y="2552388"/>
            <a:ext cx="430268" cy="430268"/>
          </a:xfrm>
          <a:prstGeom prst="rect">
            <a:avLst/>
          </a:prstGeom>
        </p:spPr>
      </p:pic>
      <p:sp>
        <p:nvSpPr>
          <p:cNvPr id="280" name="TextBox 279">
            <a:extLst>
              <a:ext uri="{FF2B5EF4-FFF2-40B4-BE49-F238E27FC236}">
                <a16:creationId xmlns:a16="http://schemas.microsoft.com/office/drawing/2014/main" id="{64AA460B-2093-575D-2FEA-198A62FE87EA}"/>
              </a:ext>
            </a:extLst>
          </p:cNvPr>
          <p:cNvSpPr txBox="1"/>
          <p:nvPr/>
        </p:nvSpPr>
        <p:spPr>
          <a:xfrm>
            <a:off x="3967637" y="3486283"/>
            <a:ext cx="87328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Git </a:t>
            </a:r>
            <a:r>
              <a:rPr lang="en-US" sz="1000" b="0"/>
              <a:t>Tables</a:t>
            </a:r>
            <a:endParaRPr kumimoji="0" lang="en-US" sz="1000" b="0" i="0" u="none" strike="noStrike" cap="none" spc="0" normalizeH="0" baseline="0">
              <a:ln>
                <a:noFill/>
              </a:ln>
              <a:solidFill>
                <a:srgbClr val="4C4C4C"/>
              </a:solidFill>
              <a:effectLst/>
              <a:uFillTx/>
              <a:sym typeface="Source Sans Pro"/>
            </a:endParaRPr>
          </a:p>
        </p:txBody>
      </p:sp>
      <p:sp>
        <p:nvSpPr>
          <p:cNvPr id="281" name="TextBox 280">
            <a:extLst>
              <a:ext uri="{FF2B5EF4-FFF2-40B4-BE49-F238E27FC236}">
                <a16:creationId xmlns:a16="http://schemas.microsoft.com/office/drawing/2014/main" id="{95668662-26CA-BE5E-E455-8665723F6257}"/>
              </a:ext>
            </a:extLst>
          </p:cNvPr>
          <p:cNvSpPr txBox="1"/>
          <p:nvPr/>
        </p:nvSpPr>
        <p:spPr>
          <a:xfrm>
            <a:off x="4678610" y="2215508"/>
            <a:ext cx="91798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Data </a:t>
            </a:r>
            <a:endParaRPr kumimoji="0" lang="en-US" sz="1000" b="0" i="0" u="none" strike="noStrike" cap="none" spc="0" normalizeH="0" baseline="0">
              <a:ln>
                <a:noFill/>
              </a:ln>
              <a:solidFill>
                <a:srgbClr val="4C4C4C"/>
              </a:solidFill>
              <a:effectLst/>
              <a:uFillTx/>
              <a:sym typeface="Source Sans Pro"/>
            </a:endParaRPr>
          </a:p>
        </p:txBody>
      </p:sp>
      <p:cxnSp>
        <p:nvCxnSpPr>
          <p:cNvPr id="282" name="Straight Connector 281">
            <a:extLst>
              <a:ext uri="{FF2B5EF4-FFF2-40B4-BE49-F238E27FC236}">
                <a16:creationId xmlns:a16="http://schemas.microsoft.com/office/drawing/2014/main" id="{F0397C01-1CB6-7B55-BF0D-3775AAD19C5C}"/>
              </a:ext>
            </a:extLst>
          </p:cNvPr>
          <p:cNvCxnSpPr>
            <a:cxnSpLocks/>
          </p:cNvCxnSpPr>
          <p:nvPr/>
        </p:nvCxnSpPr>
        <p:spPr>
          <a:xfrm flipH="1">
            <a:off x="4985883" y="4554176"/>
            <a:ext cx="109659" cy="222322"/>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283" name="Straight Connector 282">
            <a:extLst>
              <a:ext uri="{FF2B5EF4-FFF2-40B4-BE49-F238E27FC236}">
                <a16:creationId xmlns:a16="http://schemas.microsoft.com/office/drawing/2014/main" id="{736DF76A-AA83-88EA-9D69-DFB6DAD84E42}"/>
              </a:ext>
            </a:extLst>
          </p:cNvPr>
          <p:cNvCxnSpPr>
            <a:cxnSpLocks/>
          </p:cNvCxnSpPr>
          <p:nvPr/>
        </p:nvCxnSpPr>
        <p:spPr>
          <a:xfrm flipH="1">
            <a:off x="5498987" y="3234490"/>
            <a:ext cx="97607" cy="249871"/>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285" name="Straight Connector 284">
            <a:extLst>
              <a:ext uri="{FF2B5EF4-FFF2-40B4-BE49-F238E27FC236}">
                <a16:creationId xmlns:a16="http://schemas.microsoft.com/office/drawing/2014/main" id="{718D53B7-3AC2-EC2A-F4B7-01B13A65E2B2}"/>
              </a:ext>
            </a:extLst>
          </p:cNvPr>
          <p:cNvCxnSpPr>
            <a:cxnSpLocks/>
          </p:cNvCxnSpPr>
          <p:nvPr/>
        </p:nvCxnSpPr>
        <p:spPr>
          <a:xfrm flipH="1">
            <a:off x="4754738" y="7366239"/>
            <a:ext cx="189011" cy="1964616"/>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286" name="Straight Connector 285">
            <a:extLst>
              <a:ext uri="{FF2B5EF4-FFF2-40B4-BE49-F238E27FC236}">
                <a16:creationId xmlns:a16="http://schemas.microsoft.com/office/drawing/2014/main" id="{AAE687A9-E631-F2D7-D540-EB03848DE089}"/>
              </a:ext>
            </a:extLst>
          </p:cNvPr>
          <p:cNvCxnSpPr>
            <a:cxnSpLocks/>
          </p:cNvCxnSpPr>
          <p:nvPr/>
        </p:nvCxnSpPr>
        <p:spPr>
          <a:xfrm flipH="1">
            <a:off x="3815242" y="7366239"/>
            <a:ext cx="401524" cy="565575"/>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287" name="Straight Connector 286">
            <a:extLst>
              <a:ext uri="{FF2B5EF4-FFF2-40B4-BE49-F238E27FC236}">
                <a16:creationId xmlns:a16="http://schemas.microsoft.com/office/drawing/2014/main" id="{F00AC7FF-3B52-C73C-6C48-2138261BDF51}"/>
              </a:ext>
            </a:extLst>
          </p:cNvPr>
          <p:cNvCxnSpPr>
            <a:cxnSpLocks/>
          </p:cNvCxnSpPr>
          <p:nvPr/>
        </p:nvCxnSpPr>
        <p:spPr>
          <a:xfrm flipH="1">
            <a:off x="4747482" y="7366239"/>
            <a:ext cx="51306" cy="566067"/>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288" name="Straight Arrow Connector 287">
            <a:extLst>
              <a:ext uri="{FF2B5EF4-FFF2-40B4-BE49-F238E27FC236}">
                <a16:creationId xmlns:a16="http://schemas.microsoft.com/office/drawing/2014/main" id="{B409C397-7E7B-3029-3775-126F5E73E04F}"/>
              </a:ext>
            </a:extLst>
          </p:cNvPr>
          <p:cNvCxnSpPr>
            <a:cxnSpLocks/>
            <a:stCxn id="605" idx="2"/>
            <a:endCxn id="270" idx="0"/>
          </p:cNvCxnSpPr>
          <p:nvPr/>
        </p:nvCxnSpPr>
        <p:spPr>
          <a:xfrm flipH="1">
            <a:off x="3732393" y="6105203"/>
            <a:ext cx="1" cy="287533"/>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9" name="Straight Connector 288">
            <a:extLst>
              <a:ext uri="{FF2B5EF4-FFF2-40B4-BE49-F238E27FC236}">
                <a16:creationId xmlns:a16="http://schemas.microsoft.com/office/drawing/2014/main" id="{EC9C8383-35BA-FD68-D673-D5704B96CD7C}"/>
              </a:ext>
            </a:extLst>
          </p:cNvPr>
          <p:cNvCxnSpPr>
            <a:cxnSpLocks/>
          </p:cNvCxnSpPr>
          <p:nvPr/>
        </p:nvCxnSpPr>
        <p:spPr>
          <a:xfrm flipH="1">
            <a:off x="4070326" y="6529592"/>
            <a:ext cx="177620" cy="198499"/>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290" name="Straight Arrow Connector 289">
            <a:extLst>
              <a:ext uri="{FF2B5EF4-FFF2-40B4-BE49-F238E27FC236}">
                <a16:creationId xmlns:a16="http://schemas.microsoft.com/office/drawing/2014/main" id="{1BD05DE6-5819-83B3-5C85-3880DE0FA0EF}"/>
              </a:ext>
            </a:extLst>
          </p:cNvPr>
          <p:cNvCxnSpPr>
            <a:cxnSpLocks/>
            <a:endCxn id="603" idx="0"/>
          </p:cNvCxnSpPr>
          <p:nvPr/>
        </p:nvCxnSpPr>
        <p:spPr>
          <a:xfrm>
            <a:off x="4177122" y="6068316"/>
            <a:ext cx="402048" cy="349190"/>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3" name="Rectangle 292">
            <a:extLst>
              <a:ext uri="{FF2B5EF4-FFF2-40B4-BE49-F238E27FC236}">
                <a16:creationId xmlns:a16="http://schemas.microsoft.com/office/drawing/2014/main" id="{51F3AA8C-9C13-A41B-568D-066C6D3AED1F}"/>
              </a:ext>
            </a:extLst>
          </p:cNvPr>
          <p:cNvSpPr/>
          <p:nvPr/>
        </p:nvSpPr>
        <p:spPr>
          <a:xfrm>
            <a:off x="4672128" y="2243947"/>
            <a:ext cx="1327737" cy="1007599"/>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4" name="Rectangle 293">
            <a:extLst>
              <a:ext uri="{FF2B5EF4-FFF2-40B4-BE49-F238E27FC236}">
                <a16:creationId xmlns:a16="http://schemas.microsoft.com/office/drawing/2014/main" id="{8F4311FC-F520-6A44-1C98-B6037BA521A8}"/>
              </a:ext>
            </a:extLst>
          </p:cNvPr>
          <p:cNvSpPr/>
          <p:nvPr/>
        </p:nvSpPr>
        <p:spPr>
          <a:xfrm>
            <a:off x="2928570" y="7959797"/>
            <a:ext cx="1843470" cy="1381811"/>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295" name="Rectangle 294">
            <a:extLst>
              <a:ext uri="{FF2B5EF4-FFF2-40B4-BE49-F238E27FC236}">
                <a16:creationId xmlns:a16="http://schemas.microsoft.com/office/drawing/2014/main" id="{05C969BB-331C-5C70-023B-9480FAFDEBED}"/>
              </a:ext>
            </a:extLst>
          </p:cNvPr>
          <p:cNvSpPr/>
          <p:nvPr/>
        </p:nvSpPr>
        <p:spPr>
          <a:xfrm>
            <a:off x="2923187" y="7960690"/>
            <a:ext cx="592168" cy="317683"/>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296" name="TextBox 295">
            <a:extLst>
              <a:ext uri="{FF2B5EF4-FFF2-40B4-BE49-F238E27FC236}">
                <a16:creationId xmlns:a16="http://schemas.microsoft.com/office/drawing/2014/main" id="{6006F295-81C3-1EF0-9DC1-472075AE5EEF}"/>
              </a:ext>
            </a:extLst>
          </p:cNvPr>
          <p:cNvSpPr txBox="1"/>
          <p:nvPr/>
        </p:nvSpPr>
        <p:spPr>
          <a:xfrm>
            <a:off x="2923187" y="7988631"/>
            <a:ext cx="59216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lang="en-US" sz="1000" b="0"/>
              <a:t>R (exec)</a:t>
            </a:r>
            <a:endParaRPr kumimoji="0" lang="en-US" sz="1000" b="0" i="0" u="none" strike="noStrike" cap="none" spc="0" normalizeH="0" baseline="0">
              <a:ln>
                <a:noFill/>
              </a:ln>
              <a:solidFill>
                <a:srgbClr val="4C4C4C"/>
              </a:solidFill>
              <a:effectLst/>
              <a:uFillTx/>
              <a:sym typeface="Source Sans Pro"/>
            </a:endParaRPr>
          </a:p>
        </p:txBody>
      </p:sp>
      <p:grpSp>
        <p:nvGrpSpPr>
          <p:cNvPr id="297" name="Google Shape;156;p1">
            <a:extLst>
              <a:ext uri="{FF2B5EF4-FFF2-40B4-BE49-F238E27FC236}">
                <a16:creationId xmlns:a16="http://schemas.microsoft.com/office/drawing/2014/main" id="{CA34CFFD-F7AB-4746-5200-B08AA718DE74}"/>
              </a:ext>
            </a:extLst>
          </p:cNvPr>
          <p:cNvGrpSpPr/>
          <p:nvPr/>
        </p:nvGrpSpPr>
        <p:grpSpPr>
          <a:xfrm>
            <a:off x="3002878" y="8322515"/>
            <a:ext cx="1644850" cy="920598"/>
            <a:chOff x="10592773" y="5229745"/>
            <a:chExt cx="3298954" cy="1741391"/>
          </a:xfrm>
        </p:grpSpPr>
        <p:sp>
          <p:nvSpPr>
            <p:cNvPr id="298" name="Google Shape;157;p1">
              <a:extLst>
                <a:ext uri="{FF2B5EF4-FFF2-40B4-BE49-F238E27FC236}">
                  <a16:creationId xmlns:a16="http://schemas.microsoft.com/office/drawing/2014/main" id="{F81DEA49-51B7-85D4-1804-5C3E346D116A}"/>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299" name="Google Shape;158;p1">
              <a:extLst>
                <a:ext uri="{FF2B5EF4-FFF2-40B4-BE49-F238E27FC236}">
                  <a16:creationId xmlns:a16="http://schemas.microsoft.com/office/drawing/2014/main" id="{9B5C3DE7-BAF3-C23C-0E03-DB1CA853E5C3}"/>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00" name="Google Shape;159;p1">
              <a:extLst>
                <a:ext uri="{FF2B5EF4-FFF2-40B4-BE49-F238E27FC236}">
                  <a16:creationId xmlns:a16="http://schemas.microsoft.com/office/drawing/2014/main" id="{497AAFA3-A5D8-5A18-7AC5-E4A83B8D219A}"/>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01" name="Google Shape;160;p1">
              <a:extLst>
                <a:ext uri="{FF2B5EF4-FFF2-40B4-BE49-F238E27FC236}">
                  <a16:creationId xmlns:a16="http://schemas.microsoft.com/office/drawing/2014/main" id="{20442D5B-05ED-4FDC-57E8-6AB243EC7223}"/>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02" name="Google Shape;161;p1">
              <a:extLst>
                <a:ext uri="{FF2B5EF4-FFF2-40B4-BE49-F238E27FC236}">
                  <a16:creationId xmlns:a16="http://schemas.microsoft.com/office/drawing/2014/main" id="{B9D9CE9F-E690-2E42-B866-005751CE4B02}"/>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03" name="Google Shape;162;p1">
              <a:extLst>
                <a:ext uri="{FF2B5EF4-FFF2-40B4-BE49-F238E27FC236}">
                  <a16:creationId xmlns:a16="http://schemas.microsoft.com/office/drawing/2014/main" id="{4B946769-6FEB-A196-3EE4-9C9CC283604B}"/>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04" name="Google Shape;163;p1">
              <a:extLst>
                <a:ext uri="{FF2B5EF4-FFF2-40B4-BE49-F238E27FC236}">
                  <a16:creationId xmlns:a16="http://schemas.microsoft.com/office/drawing/2014/main" id="{17469674-5FDF-E2AB-0F82-3AE2C38FEED5}"/>
                </a:ext>
              </a:extLst>
            </p:cNvPr>
            <p:cNvSpPr/>
            <p:nvPr/>
          </p:nvSpPr>
          <p:spPr>
            <a:xfrm>
              <a:off x="13261106" y="6564434"/>
              <a:ext cx="328200" cy="336900"/>
            </a:xfrm>
            <a:prstGeom prst="ellipse">
              <a:avLst/>
            </a:prstGeom>
            <a:solidFill>
              <a:schemeClr val="bg2"/>
            </a:solidFill>
            <a:ln w="9525" cap="flat" cmpd="sng">
              <a:solidFill>
                <a:schemeClr val="bg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05" name="Google Shape;164;p1">
              <a:extLst>
                <a:ext uri="{FF2B5EF4-FFF2-40B4-BE49-F238E27FC236}">
                  <a16:creationId xmlns:a16="http://schemas.microsoft.com/office/drawing/2014/main" id="{46E6BCD7-E7E3-FEFE-423C-0F3A492EBCF3}"/>
                </a:ext>
              </a:extLst>
            </p:cNvPr>
            <p:cNvSpPr/>
            <p:nvPr/>
          </p:nvSpPr>
          <p:spPr>
            <a:xfrm>
              <a:off x="12889483" y="6773136"/>
              <a:ext cx="192300" cy="198000"/>
            </a:xfrm>
            <a:prstGeom prst="ellipse">
              <a:avLst/>
            </a:prstGeom>
            <a:solidFill>
              <a:schemeClr val="bg2"/>
            </a:solidFill>
            <a:ln w="9525" cap="flat" cmpd="sng">
              <a:solidFill>
                <a:schemeClr val="bg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06" name="Google Shape;165;p1">
              <a:extLst>
                <a:ext uri="{FF2B5EF4-FFF2-40B4-BE49-F238E27FC236}">
                  <a16:creationId xmlns:a16="http://schemas.microsoft.com/office/drawing/2014/main" id="{1ED3CD4A-0D51-A2C6-6611-1A705541A971}"/>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11" name="Google Shape;166;p1">
              <a:extLst>
                <a:ext uri="{FF2B5EF4-FFF2-40B4-BE49-F238E27FC236}">
                  <a16:creationId xmlns:a16="http://schemas.microsoft.com/office/drawing/2014/main" id="{0A2E2DFA-A34F-6565-C234-8057F1A71D37}"/>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12" name="Google Shape;167;p1">
              <a:extLst>
                <a:ext uri="{FF2B5EF4-FFF2-40B4-BE49-F238E27FC236}">
                  <a16:creationId xmlns:a16="http://schemas.microsoft.com/office/drawing/2014/main" id="{0D344851-4D60-CF0B-43F9-5D16A897E346}"/>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14" name="Google Shape;168;p1">
              <a:extLst>
                <a:ext uri="{FF2B5EF4-FFF2-40B4-BE49-F238E27FC236}">
                  <a16:creationId xmlns:a16="http://schemas.microsoft.com/office/drawing/2014/main" id="{83510711-E9EE-1249-3697-9E6125E7A8AC}"/>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15" name="Google Shape;169;p1">
              <a:extLst>
                <a:ext uri="{FF2B5EF4-FFF2-40B4-BE49-F238E27FC236}">
                  <a16:creationId xmlns:a16="http://schemas.microsoft.com/office/drawing/2014/main" id="{1664A403-5C9F-0331-8280-DAFB413A2EA4}"/>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16" name="Google Shape;170;p1">
              <a:extLst>
                <a:ext uri="{FF2B5EF4-FFF2-40B4-BE49-F238E27FC236}">
                  <a16:creationId xmlns:a16="http://schemas.microsoft.com/office/drawing/2014/main" id="{47624394-0709-970F-9B41-EBDE19CF5AF8}"/>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17" name="Google Shape;171;p1">
              <a:extLst>
                <a:ext uri="{FF2B5EF4-FFF2-40B4-BE49-F238E27FC236}">
                  <a16:creationId xmlns:a16="http://schemas.microsoft.com/office/drawing/2014/main" id="{4C5E2EF6-7E02-A037-F08A-841F6A1C1701}"/>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318" name="Google Shape;172;p1">
              <a:extLst>
                <a:ext uri="{FF2B5EF4-FFF2-40B4-BE49-F238E27FC236}">
                  <a16:creationId xmlns:a16="http://schemas.microsoft.com/office/drawing/2014/main" id="{DC0F0E2C-96AD-EE06-A6EE-ABF482DFBCEE}"/>
                </a:ext>
              </a:extLst>
            </p:cNvPr>
            <p:cNvCxnSpPr>
              <a:stCxn id="298" idx="2"/>
              <a:endCxn id="311"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19" name="Google Shape;173;p1">
              <a:extLst>
                <a:ext uri="{FF2B5EF4-FFF2-40B4-BE49-F238E27FC236}">
                  <a16:creationId xmlns:a16="http://schemas.microsoft.com/office/drawing/2014/main" id="{F11FE3DE-E108-D7DA-A410-F1FAD03523FF}"/>
                </a:ext>
              </a:extLst>
            </p:cNvPr>
            <p:cNvCxnSpPr>
              <a:stCxn id="311" idx="2"/>
              <a:endCxn id="330"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20" name="Google Shape;175;p1">
              <a:extLst>
                <a:ext uri="{FF2B5EF4-FFF2-40B4-BE49-F238E27FC236}">
                  <a16:creationId xmlns:a16="http://schemas.microsoft.com/office/drawing/2014/main" id="{8A383ADA-2049-A89C-39A3-CFAFA6396B5E}"/>
                </a:ext>
              </a:extLst>
            </p:cNvPr>
            <p:cNvCxnSpPr>
              <a:stCxn id="317" idx="1"/>
              <a:endCxn id="327"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21" name="Google Shape;177;p1">
              <a:extLst>
                <a:ext uri="{FF2B5EF4-FFF2-40B4-BE49-F238E27FC236}">
                  <a16:creationId xmlns:a16="http://schemas.microsoft.com/office/drawing/2014/main" id="{CFCCE3EC-0EBB-DE1D-DCF4-2A381ED09517}"/>
                </a:ext>
              </a:extLst>
            </p:cNvPr>
            <p:cNvCxnSpPr>
              <a:stCxn id="317" idx="2"/>
              <a:endCxn id="316"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22" name="Google Shape;178;p1">
              <a:extLst>
                <a:ext uri="{FF2B5EF4-FFF2-40B4-BE49-F238E27FC236}">
                  <a16:creationId xmlns:a16="http://schemas.microsoft.com/office/drawing/2014/main" id="{B7D212F9-3934-EA3B-2284-C0AFE852D9C5}"/>
                </a:ext>
              </a:extLst>
            </p:cNvPr>
            <p:cNvCxnSpPr>
              <a:stCxn id="316" idx="2"/>
              <a:endCxn id="315"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23" name="Google Shape;179;p1">
              <a:extLst>
                <a:ext uri="{FF2B5EF4-FFF2-40B4-BE49-F238E27FC236}">
                  <a16:creationId xmlns:a16="http://schemas.microsoft.com/office/drawing/2014/main" id="{FD7467DD-128F-6DE3-7082-3CF6D21B3AA8}"/>
                </a:ext>
              </a:extLst>
            </p:cNvPr>
            <p:cNvCxnSpPr>
              <a:stCxn id="327" idx="2"/>
              <a:endCxn id="312"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24" name="Google Shape;180;p1">
              <a:extLst>
                <a:ext uri="{FF2B5EF4-FFF2-40B4-BE49-F238E27FC236}">
                  <a16:creationId xmlns:a16="http://schemas.microsoft.com/office/drawing/2014/main" id="{FE322603-B90B-49B4-EEA7-816CFBB5C263}"/>
                </a:ext>
              </a:extLst>
            </p:cNvPr>
            <p:cNvCxnSpPr>
              <a:stCxn id="311" idx="1"/>
              <a:endCxn id="314"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25" name="Google Shape;181;p1">
              <a:extLst>
                <a:ext uri="{FF2B5EF4-FFF2-40B4-BE49-F238E27FC236}">
                  <a16:creationId xmlns:a16="http://schemas.microsoft.com/office/drawing/2014/main" id="{FDFED229-58E2-9332-267C-19ACABFBDEDE}"/>
                </a:ext>
              </a:extLst>
            </p:cNvPr>
            <p:cNvCxnSpPr>
              <a:stCxn id="339" idx="2"/>
              <a:endCxn id="327"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26" name="Google Shape;183;p1">
              <a:extLst>
                <a:ext uri="{FF2B5EF4-FFF2-40B4-BE49-F238E27FC236}">
                  <a16:creationId xmlns:a16="http://schemas.microsoft.com/office/drawing/2014/main" id="{C9DAA909-B437-D3FB-6062-5495E5ACB0CB}"/>
                </a:ext>
              </a:extLst>
            </p:cNvPr>
            <p:cNvCxnSpPr>
              <a:stCxn id="339" idx="2"/>
              <a:endCxn id="312"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27" name="Google Shape;176;p1">
              <a:extLst>
                <a:ext uri="{FF2B5EF4-FFF2-40B4-BE49-F238E27FC236}">
                  <a16:creationId xmlns:a16="http://schemas.microsoft.com/office/drawing/2014/main" id="{92175C2F-2280-3556-8931-D33818ECB64A}"/>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328" name="Google Shape;184;p1">
              <a:extLst>
                <a:ext uri="{FF2B5EF4-FFF2-40B4-BE49-F238E27FC236}">
                  <a16:creationId xmlns:a16="http://schemas.microsoft.com/office/drawing/2014/main" id="{5E9D50FA-9E28-6FA1-24AB-D90CFC3A8E43}"/>
                </a:ext>
              </a:extLst>
            </p:cNvPr>
            <p:cNvCxnSpPr>
              <a:stCxn id="298" idx="2"/>
              <a:endCxn id="316"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29" name="Google Shape;185;p1">
              <a:extLst>
                <a:ext uri="{FF2B5EF4-FFF2-40B4-BE49-F238E27FC236}">
                  <a16:creationId xmlns:a16="http://schemas.microsoft.com/office/drawing/2014/main" id="{B0C9D827-F82D-5ED3-D4E0-8818E4D3E18D}"/>
                </a:ext>
              </a:extLst>
            </p:cNvPr>
            <p:cNvCxnSpPr>
              <a:stCxn id="298" idx="5"/>
              <a:endCxn id="304"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30" name="Google Shape;174;p1">
              <a:extLst>
                <a:ext uri="{FF2B5EF4-FFF2-40B4-BE49-F238E27FC236}">
                  <a16:creationId xmlns:a16="http://schemas.microsoft.com/office/drawing/2014/main" id="{7A5DA375-2F9B-5399-ADBC-6FC3A065BB31}"/>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331" name="Google Shape;186;p1">
              <a:extLst>
                <a:ext uri="{FF2B5EF4-FFF2-40B4-BE49-F238E27FC236}">
                  <a16:creationId xmlns:a16="http://schemas.microsoft.com/office/drawing/2014/main" id="{D86CD43F-98C0-1C90-F699-58EEA8792036}"/>
                </a:ext>
              </a:extLst>
            </p:cNvPr>
            <p:cNvCxnSpPr>
              <a:stCxn id="339" idx="2"/>
              <a:endCxn id="316"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32" name="Google Shape;187;p1">
              <a:extLst>
                <a:ext uri="{FF2B5EF4-FFF2-40B4-BE49-F238E27FC236}">
                  <a16:creationId xmlns:a16="http://schemas.microsoft.com/office/drawing/2014/main" id="{E19858E9-7935-3EF1-03EF-8B84B4D9A666}"/>
                </a:ext>
              </a:extLst>
            </p:cNvPr>
            <p:cNvCxnSpPr>
              <a:stCxn id="337" idx="6"/>
              <a:endCxn id="303"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333" name="Google Shape;189;p1">
              <a:extLst>
                <a:ext uri="{FF2B5EF4-FFF2-40B4-BE49-F238E27FC236}">
                  <a16:creationId xmlns:a16="http://schemas.microsoft.com/office/drawing/2014/main" id="{FAB5B818-1B1C-F30B-8D50-DB9D49923ED9}"/>
                </a:ext>
              </a:extLst>
            </p:cNvPr>
            <p:cNvCxnSpPr>
              <a:stCxn id="303" idx="7"/>
              <a:endCxn id="301"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35" name="Google Shape;190;p1">
              <a:extLst>
                <a:ext uri="{FF2B5EF4-FFF2-40B4-BE49-F238E27FC236}">
                  <a16:creationId xmlns:a16="http://schemas.microsoft.com/office/drawing/2014/main" id="{3D91F465-FAAC-E6A2-707D-196355DBBB9F}"/>
                </a:ext>
              </a:extLst>
            </p:cNvPr>
            <p:cNvCxnSpPr>
              <a:stCxn id="301" idx="6"/>
              <a:endCxn id="302"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36" name="Google Shape;191;p1">
              <a:extLst>
                <a:ext uri="{FF2B5EF4-FFF2-40B4-BE49-F238E27FC236}">
                  <a16:creationId xmlns:a16="http://schemas.microsoft.com/office/drawing/2014/main" id="{5E928E39-2E6F-7CB3-8053-732169066CFF}"/>
                </a:ext>
              </a:extLst>
            </p:cNvPr>
            <p:cNvCxnSpPr>
              <a:stCxn id="298" idx="6"/>
              <a:endCxn id="299"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37" name="Google Shape;188;p1">
              <a:extLst>
                <a:ext uri="{FF2B5EF4-FFF2-40B4-BE49-F238E27FC236}">
                  <a16:creationId xmlns:a16="http://schemas.microsoft.com/office/drawing/2014/main" id="{4F713322-B2E2-1222-5658-FD6F83FF1E3F}"/>
                </a:ext>
              </a:extLst>
            </p:cNvPr>
            <p:cNvSpPr/>
            <p:nvPr/>
          </p:nvSpPr>
          <p:spPr>
            <a:xfrm>
              <a:off x="12361333" y="5843951"/>
              <a:ext cx="192300" cy="198000"/>
            </a:xfrm>
            <a:prstGeom prst="ellipse">
              <a:avLst/>
            </a:prstGeom>
            <a:solidFill>
              <a:schemeClr val="accent3"/>
            </a:solidFill>
            <a:ln w="9525" cap="flat" cmpd="sng">
              <a:solidFill>
                <a:schemeClr val="tx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338" name="Google Shape;192;p1">
              <a:extLst>
                <a:ext uri="{FF2B5EF4-FFF2-40B4-BE49-F238E27FC236}">
                  <a16:creationId xmlns:a16="http://schemas.microsoft.com/office/drawing/2014/main" id="{FE833639-7AED-5B60-0E77-5E737257D588}"/>
                </a:ext>
              </a:extLst>
            </p:cNvPr>
            <p:cNvCxnSpPr>
              <a:stCxn id="299" idx="7"/>
              <a:endCxn id="300"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39" name="Google Shape;182;p1">
              <a:extLst>
                <a:ext uri="{FF2B5EF4-FFF2-40B4-BE49-F238E27FC236}">
                  <a16:creationId xmlns:a16="http://schemas.microsoft.com/office/drawing/2014/main" id="{0C856522-2662-CD08-6FE3-106F931C5D9A}"/>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340" name="Google Shape;193;p1">
              <a:extLst>
                <a:ext uri="{FF2B5EF4-FFF2-40B4-BE49-F238E27FC236}">
                  <a16:creationId xmlns:a16="http://schemas.microsoft.com/office/drawing/2014/main" id="{DC22DB4E-FE95-9A17-DCE7-CFDC9468AB03}"/>
                </a:ext>
              </a:extLst>
            </p:cNvPr>
            <p:cNvCxnSpPr>
              <a:stCxn id="317" idx="6"/>
              <a:endCxn id="304"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41" name="Google Shape;194;p1">
              <a:extLst>
                <a:ext uri="{FF2B5EF4-FFF2-40B4-BE49-F238E27FC236}">
                  <a16:creationId xmlns:a16="http://schemas.microsoft.com/office/drawing/2014/main" id="{CCAB0671-34D5-6814-899C-D958E33FC8B0}"/>
                </a:ext>
              </a:extLst>
            </p:cNvPr>
            <p:cNvCxnSpPr>
              <a:stCxn id="305" idx="1"/>
              <a:endCxn id="311"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42" name="Google Shape;195;p1">
              <a:extLst>
                <a:ext uri="{FF2B5EF4-FFF2-40B4-BE49-F238E27FC236}">
                  <a16:creationId xmlns:a16="http://schemas.microsoft.com/office/drawing/2014/main" id="{24A834E5-7AB1-172D-0712-391F5AB0ECED}"/>
                </a:ext>
              </a:extLst>
            </p:cNvPr>
            <p:cNvCxnSpPr>
              <a:stCxn id="339" idx="3"/>
              <a:endCxn id="317"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43" name="Google Shape;196;p1">
              <a:extLst>
                <a:ext uri="{FF2B5EF4-FFF2-40B4-BE49-F238E27FC236}">
                  <a16:creationId xmlns:a16="http://schemas.microsoft.com/office/drawing/2014/main" id="{1A4BADA4-9A94-A766-6FF1-2B736F5F6FAE}"/>
                </a:ext>
              </a:extLst>
            </p:cNvPr>
            <p:cNvCxnSpPr>
              <a:stCxn id="337" idx="5"/>
              <a:endCxn id="305" idx="1"/>
            </p:cNvCxnSpPr>
            <p:nvPr/>
          </p:nvCxnSpPr>
          <p:spPr>
            <a:xfrm>
              <a:off x="12525471" y="6012955"/>
              <a:ext cx="392100" cy="789300"/>
            </a:xfrm>
            <a:prstGeom prst="straightConnector1">
              <a:avLst/>
            </a:prstGeom>
            <a:noFill/>
            <a:ln w="31750" cap="flat" cmpd="sng">
              <a:solidFill>
                <a:schemeClr val="bg2"/>
              </a:solidFill>
              <a:prstDash val="solid"/>
              <a:round/>
              <a:headEnd type="none" w="sm" len="sm"/>
              <a:tailEnd type="stealth" w="med" len="med"/>
            </a:ln>
          </p:spPr>
        </p:cxnSp>
        <p:cxnSp>
          <p:nvCxnSpPr>
            <p:cNvPr id="344" name="Google Shape;197;p1">
              <a:extLst>
                <a:ext uri="{FF2B5EF4-FFF2-40B4-BE49-F238E27FC236}">
                  <a16:creationId xmlns:a16="http://schemas.microsoft.com/office/drawing/2014/main" id="{08187971-A9C8-7D8C-CFFD-A03B35CF12AF}"/>
                </a:ext>
              </a:extLst>
            </p:cNvPr>
            <p:cNvCxnSpPr>
              <a:stCxn id="298" idx="6"/>
              <a:endCxn id="303"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345" name="Google Shape;198;p1">
              <a:extLst>
                <a:ext uri="{FF2B5EF4-FFF2-40B4-BE49-F238E27FC236}">
                  <a16:creationId xmlns:a16="http://schemas.microsoft.com/office/drawing/2014/main" id="{951F6A51-6F77-CF6B-C55F-A8DB6EB01B94}"/>
                </a:ext>
              </a:extLst>
            </p:cNvPr>
            <p:cNvCxnSpPr>
              <a:stCxn id="337" idx="6"/>
              <a:endCxn id="306"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346" name="Google Shape;199;p1">
              <a:extLst>
                <a:ext uri="{FF2B5EF4-FFF2-40B4-BE49-F238E27FC236}">
                  <a16:creationId xmlns:a16="http://schemas.microsoft.com/office/drawing/2014/main" id="{B9ECEBAF-A32E-2A97-0A75-2709BAD1ED76}"/>
                </a:ext>
              </a:extLst>
            </p:cNvPr>
            <p:cNvCxnSpPr>
              <a:stCxn id="337" idx="3"/>
              <a:endCxn id="317"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347" name="Google Shape;200;p1">
              <a:extLst>
                <a:ext uri="{FF2B5EF4-FFF2-40B4-BE49-F238E27FC236}">
                  <a16:creationId xmlns:a16="http://schemas.microsoft.com/office/drawing/2014/main" id="{184D387E-DC5C-BE22-B331-2309FB4751F4}"/>
                </a:ext>
              </a:extLst>
            </p:cNvPr>
            <p:cNvCxnSpPr>
              <a:stCxn id="337" idx="6"/>
              <a:endCxn id="304" idx="1"/>
            </p:cNvCxnSpPr>
            <p:nvPr/>
          </p:nvCxnSpPr>
          <p:spPr>
            <a:xfrm>
              <a:off x="12553633" y="5942951"/>
              <a:ext cx="755400" cy="670800"/>
            </a:xfrm>
            <a:prstGeom prst="straightConnector1">
              <a:avLst/>
            </a:prstGeom>
            <a:noFill/>
            <a:ln w="34925" cap="flat" cmpd="sng">
              <a:solidFill>
                <a:schemeClr val="bg2"/>
              </a:solidFill>
              <a:prstDash val="solid"/>
              <a:round/>
              <a:headEnd type="none" w="sm" len="sm"/>
              <a:tailEnd type="stealth" w="med" len="med"/>
            </a:ln>
          </p:spPr>
        </p:cxnSp>
      </p:grpSp>
      <p:cxnSp>
        <p:nvCxnSpPr>
          <p:cNvPr id="348" name="Straight Connector 347">
            <a:extLst>
              <a:ext uri="{FF2B5EF4-FFF2-40B4-BE49-F238E27FC236}">
                <a16:creationId xmlns:a16="http://schemas.microsoft.com/office/drawing/2014/main" id="{70F9D74D-77F0-C0D1-503B-81AE95844C7B}"/>
              </a:ext>
            </a:extLst>
          </p:cNvPr>
          <p:cNvCxnSpPr>
            <a:cxnSpLocks/>
          </p:cNvCxnSpPr>
          <p:nvPr/>
        </p:nvCxnSpPr>
        <p:spPr>
          <a:xfrm flipH="1">
            <a:off x="2923187" y="7388479"/>
            <a:ext cx="507479" cy="571318"/>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351" name="Straight Connector 350">
            <a:extLst>
              <a:ext uri="{FF2B5EF4-FFF2-40B4-BE49-F238E27FC236}">
                <a16:creationId xmlns:a16="http://schemas.microsoft.com/office/drawing/2014/main" id="{4EEA87A5-00DA-FF50-09EC-8C89059EAA01}"/>
              </a:ext>
            </a:extLst>
          </p:cNvPr>
          <p:cNvCxnSpPr>
            <a:cxnSpLocks/>
          </p:cNvCxnSpPr>
          <p:nvPr/>
        </p:nvCxnSpPr>
        <p:spPr>
          <a:xfrm flipH="1">
            <a:off x="5152179" y="6321030"/>
            <a:ext cx="904085" cy="1654955"/>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353" name="Straight Connector 352">
            <a:extLst>
              <a:ext uri="{FF2B5EF4-FFF2-40B4-BE49-F238E27FC236}">
                <a16:creationId xmlns:a16="http://schemas.microsoft.com/office/drawing/2014/main" id="{A6A328C6-11B0-C1DE-9941-446B603E250D}"/>
              </a:ext>
            </a:extLst>
          </p:cNvPr>
          <p:cNvCxnSpPr>
            <a:cxnSpLocks/>
          </p:cNvCxnSpPr>
          <p:nvPr/>
        </p:nvCxnSpPr>
        <p:spPr>
          <a:xfrm flipH="1">
            <a:off x="5705358" y="7216755"/>
            <a:ext cx="358899" cy="759230"/>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355" name="Straight Connector 354">
            <a:extLst>
              <a:ext uri="{FF2B5EF4-FFF2-40B4-BE49-F238E27FC236}">
                <a16:creationId xmlns:a16="http://schemas.microsoft.com/office/drawing/2014/main" id="{1E2074D9-F28D-BE8C-5882-C030A6B64045}"/>
              </a:ext>
            </a:extLst>
          </p:cNvPr>
          <p:cNvCxnSpPr>
            <a:cxnSpLocks/>
          </p:cNvCxnSpPr>
          <p:nvPr/>
        </p:nvCxnSpPr>
        <p:spPr>
          <a:xfrm>
            <a:off x="6760194" y="7225145"/>
            <a:ext cx="168722" cy="750840"/>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357" name="Straight Connector 356">
            <a:extLst>
              <a:ext uri="{FF2B5EF4-FFF2-40B4-BE49-F238E27FC236}">
                <a16:creationId xmlns:a16="http://schemas.microsoft.com/office/drawing/2014/main" id="{D8FDBCDA-B3A0-9A62-B41B-CCB53B6103AA}"/>
              </a:ext>
            </a:extLst>
          </p:cNvPr>
          <p:cNvCxnSpPr>
            <a:cxnSpLocks/>
          </p:cNvCxnSpPr>
          <p:nvPr/>
        </p:nvCxnSpPr>
        <p:spPr>
          <a:xfrm>
            <a:off x="6616793" y="7254452"/>
            <a:ext cx="108558" cy="713409"/>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360" name="Straight Connector 359">
            <a:extLst>
              <a:ext uri="{FF2B5EF4-FFF2-40B4-BE49-F238E27FC236}">
                <a16:creationId xmlns:a16="http://schemas.microsoft.com/office/drawing/2014/main" id="{593C4D7E-3D41-3383-A858-3BE2648BCFB3}"/>
              </a:ext>
            </a:extLst>
          </p:cNvPr>
          <p:cNvCxnSpPr>
            <a:cxnSpLocks/>
            <a:stCxn id="677" idx="3"/>
            <a:endCxn id="678" idx="1"/>
          </p:cNvCxnSpPr>
          <p:nvPr/>
        </p:nvCxnSpPr>
        <p:spPr>
          <a:xfrm>
            <a:off x="808946" y="8189104"/>
            <a:ext cx="1124352" cy="13118"/>
          </a:xfrm>
          <a:prstGeom prst="line">
            <a:avLst/>
          </a:prstGeom>
          <a:noFill/>
          <a:ln w="25400" cap="flat">
            <a:solidFill>
              <a:schemeClr val="bg2">
                <a:lumMod val="1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363" name="Straight Arrow Connector 362">
            <a:extLst>
              <a:ext uri="{FF2B5EF4-FFF2-40B4-BE49-F238E27FC236}">
                <a16:creationId xmlns:a16="http://schemas.microsoft.com/office/drawing/2014/main" id="{AFD78FCF-747F-55FB-5EC8-AAA9E55AD774}"/>
              </a:ext>
            </a:extLst>
          </p:cNvPr>
          <p:cNvCxnSpPr>
            <a:cxnSpLocks/>
            <a:endCxn id="657" idx="0"/>
          </p:cNvCxnSpPr>
          <p:nvPr/>
        </p:nvCxnSpPr>
        <p:spPr>
          <a:xfrm flipH="1">
            <a:off x="1384184" y="8204637"/>
            <a:ext cx="24995" cy="229236"/>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65" name="Rectangle 364">
            <a:extLst>
              <a:ext uri="{FF2B5EF4-FFF2-40B4-BE49-F238E27FC236}">
                <a16:creationId xmlns:a16="http://schemas.microsoft.com/office/drawing/2014/main" id="{928B125D-D0F3-F36D-7BE7-DE68E82B78EA}"/>
              </a:ext>
            </a:extLst>
          </p:cNvPr>
          <p:cNvSpPr/>
          <p:nvPr/>
        </p:nvSpPr>
        <p:spPr>
          <a:xfrm>
            <a:off x="4655679" y="3877254"/>
            <a:ext cx="508854" cy="490967"/>
          </a:xfrm>
          <a:prstGeom prst="rect">
            <a:avLst/>
          </a:prstGeom>
          <a:noFill/>
          <a:ln w="12700" cap="flat">
            <a:solidFill>
              <a:srgbClr val="C00000"/>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graphicFrame>
        <p:nvGraphicFramePr>
          <p:cNvPr id="366" name="Table">
            <a:extLst>
              <a:ext uri="{FF2B5EF4-FFF2-40B4-BE49-F238E27FC236}">
                <a16:creationId xmlns:a16="http://schemas.microsoft.com/office/drawing/2014/main" id="{45868363-6D88-3FBF-8238-9E50EF9AD3FB}"/>
              </a:ext>
            </a:extLst>
          </p:cNvPr>
          <p:cNvGraphicFramePr/>
          <p:nvPr/>
        </p:nvGraphicFramePr>
        <p:xfrm>
          <a:off x="4687158" y="3916987"/>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cxnSp>
        <p:nvCxnSpPr>
          <p:cNvPr id="374" name="Straight Connector 373">
            <a:extLst>
              <a:ext uri="{FF2B5EF4-FFF2-40B4-BE49-F238E27FC236}">
                <a16:creationId xmlns:a16="http://schemas.microsoft.com/office/drawing/2014/main" id="{B10792AD-4F99-887F-7AFE-A498F8687E93}"/>
              </a:ext>
            </a:extLst>
          </p:cNvPr>
          <p:cNvCxnSpPr>
            <a:cxnSpLocks/>
          </p:cNvCxnSpPr>
          <p:nvPr/>
        </p:nvCxnSpPr>
        <p:spPr>
          <a:xfrm flipH="1">
            <a:off x="5008783" y="3220590"/>
            <a:ext cx="975164" cy="4330145"/>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375" name="Straight Connector 374">
            <a:extLst>
              <a:ext uri="{FF2B5EF4-FFF2-40B4-BE49-F238E27FC236}">
                <a16:creationId xmlns:a16="http://schemas.microsoft.com/office/drawing/2014/main" id="{E47C7343-B996-445F-43F3-FDF311D1C452}"/>
              </a:ext>
            </a:extLst>
          </p:cNvPr>
          <p:cNvCxnSpPr>
            <a:cxnSpLocks/>
          </p:cNvCxnSpPr>
          <p:nvPr/>
        </p:nvCxnSpPr>
        <p:spPr>
          <a:xfrm flipH="1">
            <a:off x="7590769" y="2431852"/>
            <a:ext cx="1467321" cy="2549607"/>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3" name="Straight Arrow Connector 2">
            <a:extLst>
              <a:ext uri="{FF2B5EF4-FFF2-40B4-BE49-F238E27FC236}">
                <a16:creationId xmlns:a16="http://schemas.microsoft.com/office/drawing/2014/main" id="{ADA89DC7-5C47-D2C9-1DCC-C334483DA7F8}"/>
              </a:ext>
            </a:extLst>
          </p:cNvPr>
          <p:cNvCxnSpPr>
            <a:cxnSpLocks/>
          </p:cNvCxnSpPr>
          <p:nvPr/>
        </p:nvCxnSpPr>
        <p:spPr>
          <a:xfrm>
            <a:off x="5316933" y="4111217"/>
            <a:ext cx="930232" cy="2140637"/>
          </a:xfrm>
          <a:prstGeom prst="straightConnector1">
            <a:avLst/>
          </a:prstGeom>
          <a:noFill/>
          <a:ln w="25400"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 name="Straight Arrow Connector 5">
            <a:extLst>
              <a:ext uri="{FF2B5EF4-FFF2-40B4-BE49-F238E27FC236}">
                <a16:creationId xmlns:a16="http://schemas.microsoft.com/office/drawing/2014/main" id="{B7539BA3-2F97-017E-0662-47519E32354E}"/>
              </a:ext>
            </a:extLst>
          </p:cNvPr>
          <p:cNvCxnSpPr>
            <a:cxnSpLocks/>
            <a:stCxn id="598" idx="1"/>
            <a:endCxn id="35" idx="2"/>
          </p:cNvCxnSpPr>
          <p:nvPr/>
        </p:nvCxnSpPr>
        <p:spPr>
          <a:xfrm flipH="1">
            <a:off x="6389678" y="4210809"/>
            <a:ext cx="1836923" cy="2112382"/>
          </a:xfrm>
          <a:prstGeom prst="straightConnector1">
            <a:avLst/>
          </a:prstGeom>
          <a:noFill/>
          <a:ln w="25400"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6001506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96E02-B860-D5F5-0682-C140C66E8DA5}"/>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99D05CB8-C95C-CF8E-2633-C3093056CCA4}"/>
              </a:ext>
            </a:extLst>
          </p:cNvPr>
          <p:cNvPicPr>
            <a:picLocks noChangeAspect="1"/>
          </p:cNvPicPr>
          <p:nvPr/>
        </p:nvPicPr>
        <p:blipFill>
          <a:blip r:embed="rId4"/>
          <a:stretch>
            <a:fillRect/>
          </a:stretch>
        </p:blipFill>
        <p:spPr>
          <a:xfrm>
            <a:off x="9293201" y="-872888"/>
            <a:ext cx="5121226" cy="2990088"/>
          </a:xfrm>
          <a:prstGeom prst="rect">
            <a:avLst/>
          </a:prstGeom>
          <a:ln w="12700">
            <a:miter lim="400000"/>
          </a:ln>
        </p:spPr>
      </p:pic>
      <p:sp>
        <p:nvSpPr>
          <p:cNvPr id="313" name="YOUR LOGO…">
            <a:extLst>
              <a:ext uri="{FF2B5EF4-FFF2-40B4-BE49-F238E27FC236}">
                <a16:creationId xmlns:a16="http://schemas.microsoft.com/office/drawing/2014/main" id="{3B3F3B96-3CEA-CEF6-E5DB-282A430F4788}"/>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CA595347-B198-F885-C2BC-4CF623926FB1}"/>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Data Schema</a:t>
            </a:r>
            <a:r>
              <a:rPr dirty="0"/>
              <a:t>: : </a:t>
            </a:r>
            <a:r>
              <a:rPr sz="3300" dirty="0">
                <a:latin typeface="Source Sans Pro Semibold"/>
                <a:ea typeface="Source Sans Pro Semibold"/>
                <a:cs typeface="Source Sans Pro Semibold"/>
                <a:sym typeface="Source Sans Pro Semibold"/>
              </a:rPr>
              <a:t>CHEAT SHEET</a:t>
            </a:r>
            <a:r>
              <a:rPr dirty="0"/>
              <a:t> </a:t>
            </a:r>
          </a:p>
        </p:txBody>
      </p:sp>
      <p:pic>
        <p:nvPicPr>
          <p:cNvPr id="8" name="Picture 7" descr="A picture containing text&#10;&#10;Description automatically generated">
            <a:extLst>
              <a:ext uri="{FF2B5EF4-FFF2-40B4-BE49-F238E27FC236}">
                <a16:creationId xmlns:a16="http://schemas.microsoft.com/office/drawing/2014/main" id="{A0ABF47E-E159-2ECA-1DA5-51BDF6173DF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424" name="Layout Suggestions">
            <a:extLst>
              <a:ext uri="{FF2B5EF4-FFF2-40B4-BE49-F238E27FC236}">
                <a16:creationId xmlns:a16="http://schemas.microsoft.com/office/drawing/2014/main" id="{47317E32-9A91-DCE5-72C5-F25912316C9E}"/>
              </a:ext>
            </a:extLst>
          </p:cNvPr>
          <p:cNvSpPr txBox="1"/>
          <p:nvPr/>
        </p:nvSpPr>
        <p:spPr>
          <a:xfrm>
            <a:off x="3481637" y="1556993"/>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sp>
        <p:nvSpPr>
          <p:cNvPr id="5" name="TextBox 4">
            <a:extLst>
              <a:ext uri="{FF2B5EF4-FFF2-40B4-BE49-F238E27FC236}">
                <a16:creationId xmlns:a16="http://schemas.microsoft.com/office/drawing/2014/main" id="{7A4553C5-FD55-4B13-E4A3-35DAB3DA67D5}"/>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6">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12" name="Straight Connector 511">
            <a:extLst>
              <a:ext uri="{FF2B5EF4-FFF2-40B4-BE49-F238E27FC236}">
                <a16:creationId xmlns:a16="http://schemas.microsoft.com/office/drawing/2014/main" id="{5E3FD325-4860-300A-8E24-6282FEE71AB9}"/>
              </a:ext>
            </a:extLst>
          </p:cNvPr>
          <p:cNvCxnSpPr>
            <a:cxnSpLocks/>
          </p:cNvCxnSpPr>
          <p:nvPr/>
        </p:nvCxnSpPr>
        <p:spPr>
          <a:xfrm>
            <a:off x="-295351" y="9020582"/>
            <a:ext cx="875" cy="44389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89" name="Rectangle 488">
            <a:extLst>
              <a:ext uri="{FF2B5EF4-FFF2-40B4-BE49-F238E27FC236}">
                <a16:creationId xmlns:a16="http://schemas.microsoft.com/office/drawing/2014/main" id="{F6FE3B6E-4089-4FBF-D54E-CB5EB0514767}"/>
              </a:ext>
            </a:extLst>
          </p:cNvPr>
          <p:cNvSpPr/>
          <p:nvPr/>
        </p:nvSpPr>
        <p:spPr>
          <a:xfrm>
            <a:off x="5059058" y="3709030"/>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0" name="Rectangle 489">
            <a:extLst>
              <a:ext uri="{FF2B5EF4-FFF2-40B4-BE49-F238E27FC236}">
                <a16:creationId xmlns:a16="http://schemas.microsoft.com/office/drawing/2014/main" id="{62F071E3-DE64-70AA-9026-9DEF32A92E51}"/>
              </a:ext>
            </a:extLst>
          </p:cNvPr>
          <p:cNvSpPr/>
          <p:nvPr/>
        </p:nvSpPr>
        <p:spPr>
          <a:xfrm>
            <a:off x="5781415" y="2488357"/>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507" name="Table">
            <a:extLst>
              <a:ext uri="{FF2B5EF4-FFF2-40B4-BE49-F238E27FC236}">
                <a16:creationId xmlns:a16="http://schemas.microsoft.com/office/drawing/2014/main" id="{43D3E3DB-346C-EC12-6CBE-998090F3A94A}"/>
              </a:ext>
            </a:extLst>
          </p:cNvPr>
          <p:cNvGraphicFramePr/>
          <p:nvPr>
            <p:extLst>
              <p:ext uri="{D42A27DB-BD31-4B8C-83A1-F6EECF244321}">
                <p14:modId xmlns:p14="http://schemas.microsoft.com/office/powerpoint/2010/main" val="2018639321"/>
              </p:ext>
            </p:extLst>
          </p:nvPr>
        </p:nvGraphicFramePr>
        <p:xfrm>
          <a:off x="5342614" y="4069041"/>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438" name="Rectangle 437">
            <a:extLst>
              <a:ext uri="{FF2B5EF4-FFF2-40B4-BE49-F238E27FC236}">
                <a16:creationId xmlns:a16="http://schemas.microsoft.com/office/drawing/2014/main" id="{9E2C33AA-B788-9D2C-B1C1-F151BAEF9FD1}"/>
              </a:ext>
            </a:extLst>
          </p:cNvPr>
          <p:cNvSpPr/>
          <p:nvPr/>
        </p:nvSpPr>
        <p:spPr>
          <a:xfrm>
            <a:off x="8205962" y="7039958"/>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9" name="TextBox 438">
            <a:extLst>
              <a:ext uri="{FF2B5EF4-FFF2-40B4-BE49-F238E27FC236}">
                <a16:creationId xmlns:a16="http://schemas.microsoft.com/office/drawing/2014/main" id="{BDEAEF94-C7B6-D5BF-244F-12EBD24ADFA4}"/>
              </a:ext>
            </a:extLst>
          </p:cNvPr>
          <p:cNvSpPr txBox="1"/>
          <p:nvPr/>
        </p:nvSpPr>
        <p:spPr>
          <a:xfrm>
            <a:off x="8190693" y="7014281"/>
            <a:ext cx="95469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t>Github</a:t>
            </a:r>
            <a:r>
              <a:rPr lang="en-US" sz="1000" b="0" dirty="0"/>
              <a:t> Module</a:t>
            </a:r>
            <a:endParaRPr kumimoji="0" lang="en-US" sz="1000" b="0" i="0" u="none" strike="noStrike" cap="none" spc="0" normalizeH="0" baseline="0" dirty="0">
              <a:ln>
                <a:noFill/>
              </a:ln>
              <a:solidFill>
                <a:srgbClr val="4C4C4C"/>
              </a:solidFill>
              <a:effectLst/>
              <a:uFillTx/>
              <a:sym typeface="Source Sans Pro"/>
            </a:endParaRPr>
          </a:p>
        </p:txBody>
      </p:sp>
      <p:sp>
        <p:nvSpPr>
          <p:cNvPr id="440" name="Rectangle 439">
            <a:extLst>
              <a:ext uri="{FF2B5EF4-FFF2-40B4-BE49-F238E27FC236}">
                <a16:creationId xmlns:a16="http://schemas.microsoft.com/office/drawing/2014/main" id="{D8185220-11F1-764A-3637-1A5319D0B8C9}"/>
              </a:ext>
            </a:extLst>
          </p:cNvPr>
          <p:cNvSpPr/>
          <p:nvPr/>
        </p:nvSpPr>
        <p:spPr>
          <a:xfrm>
            <a:off x="8205962" y="7037321"/>
            <a:ext cx="956215"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42" name="TextBox 441">
            <a:extLst>
              <a:ext uri="{FF2B5EF4-FFF2-40B4-BE49-F238E27FC236}">
                <a16:creationId xmlns:a16="http://schemas.microsoft.com/office/drawing/2014/main" id="{DDCFCD5D-CD7D-4A36-B4FD-59E1EE6B993F}"/>
              </a:ext>
            </a:extLst>
          </p:cNvPr>
          <p:cNvSpPr txBox="1"/>
          <p:nvPr/>
        </p:nvSpPr>
        <p:spPr>
          <a:xfrm>
            <a:off x="8519882" y="7366917"/>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sp>
        <p:nvSpPr>
          <p:cNvPr id="833" name="TextBox 832">
            <a:extLst>
              <a:ext uri="{FF2B5EF4-FFF2-40B4-BE49-F238E27FC236}">
                <a16:creationId xmlns:a16="http://schemas.microsoft.com/office/drawing/2014/main" id="{3A0E4740-1CF7-8450-AC16-B21A1F910542}"/>
              </a:ext>
            </a:extLst>
          </p:cNvPr>
          <p:cNvSpPr txBox="1"/>
          <p:nvPr/>
        </p:nvSpPr>
        <p:spPr>
          <a:xfrm>
            <a:off x="8107314" y="5981601"/>
            <a:ext cx="95469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t>Src</a:t>
            </a:r>
            <a:r>
              <a:rPr lang="en-US" sz="1000" b="0" dirty="0"/>
              <a:t> Module</a:t>
            </a:r>
            <a:endParaRPr kumimoji="0" lang="en-US" sz="1000" b="0" i="0" u="none" strike="noStrike" cap="none" spc="0" normalizeH="0" baseline="0" dirty="0">
              <a:ln>
                <a:noFill/>
              </a:ln>
              <a:solidFill>
                <a:srgbClr val="4C4C4C"/>
              </a:solidFill>
              <a:effectLst/>
              <a:uFillTx/>
              <a:sym typeface="Source Sans Pro"/>
            </a:endParaRPr>
          </a:p>
        </p:txBody>
      </p:sp>
      <p:sp>
        <p:nvSpPr>
          <p:cNvPr id="834" name="Rectangle 833">
            <a:extLst>
              <a:ext uri="{FF2B5EF4-FFF2-40B4-BE49-F238E27FC236}">
                <a16:creationId xmlns:a16="http://schemas.microsoft.com/office/drawing/2014/main" id="{CC94923F-A9C5-66F9-5A93-4937C089F815}"/>
              </a:ext>
            </a:extLst>
          </p:cNvPr>
          <p:cNvSpPr/>
          <p:nvPr/>
        </p:nvSpPr>
        <p:spPr>
          <a:xfrm>
            <a:off x="8198520" y="6004954"/>
            <a:ext cx="956215"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855" name="Layout Suggestions">
            <a:extLst>
              <a:ext uri="{FF2B5EF4-FFF2-40B4-BE49-F238E27FC236}">
                <a16:creationId xmlns:a16="http://schemas.microsoft.com/office/drawing/2014/main" id="{06C91E85-BBE1-AB89-D7F1-E08498250D4D}"/>
              </a:ext>
            </a:extLst>
          </p:cNvPr>
          <p:cNvSpPr txBox="1"/>
          <p:nvPr/>
        </p:nvSpPr>
        <p:spPr>
          <a:xfrm>
            <a:off x="209573" y="1554186"/>
            <a:ext cx="13497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sp>
        <p:nvSpPr>
          <p:cNvPr id="856" name="TextBox 855">
            <a:extLst>
              <a:ext uri="{FF2B5EF4-FFF2-40B4-BE49-F238E27FC236}">
                <a16:creationId xmlns:a16="http://schemas.microsoft.com/office/drawing/2014/main" id="{5216628D-D2E1-37B9-96B1-CB4E769B1571}"/>
              </a:ext>
            </a:extLst>
          </p:cNvPr>
          <p:cNvSpPr txBox="1"/>
          <p:nvPr/>
        </p:nvSpPr>
        <p:spPr>
          <a:xfrm>
            <a:off x="191821" y="1798505"/>
            <a:ext cx="2786031" cy="689852"/>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combining of multiple sources, such as Git, Jira, and GitHub for analysis. </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pic>
        <p:nvPicPr>
          <p:cNvPr id="886" name="Graphic 885" descr="Folder outline">
            <a:extLst>
              <a:ext uri="{FF2B5EF4-FFF2-40B4-BE49-F238E27FC236}">
                <a16:creationId xmlns:a16="http://schemas.microsoft.com/office/drawing/2014/main" id="{4A42C35F-B87D-07C2-252E-C8A52FE3D2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85924" y="2715476"/>
            <a:ext cx="657406" cy="657406"/>
          </a:xfrm>
          <a:prstGeom prst="rect">
            <a:avLst/>
          </a:prstGeom>
        </p:spPr>
      </p:pic>
      <p:sp>
        <p:nvSpPr>
          <p:cNvPr id="887" name="TextBox 886">
            <a:extLst>
              <a:ext uri="{FF2B5EF4-FFF2-40B4-BE49-F238E27FC236}">
                <a16:creationId xmlns:a16="http://schemas.microsoft.com/office/drawing/2014/main" id="{7C80F853-2206-90E7-3CE6-FA35B624ECD2}"/>
              </a:ext>
            </a:extLst>
          </p:cNvPr>
          <p:cNvSpPr txBox="1"/>
          <p:nvPr/>
        </p:nvSpPr>
        <p:spPr>
          <a:xfrm>
            <a:off x="5991069" y="3146765"/>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sp>
        <p:nvSpPr>
          <p:cNvPr id="898" name="Line">
            <a:extLst>
              <a:ext uri="{FF2B5EF4-FFF2-40B4-BE49-F238E27FC236}">
                <a16:creationId xmlns:a16="http://schemas.microsoft.com/office/drawing/2014/main" id="{ADF38E9B-1348-AF80-6D4B-1F00B211494A}"/>
              </a:ext>
            </a:extLst>
          </p:cNvPr>
          <p:cNvSpPr/>
          <p:nvPr/>
        </p:nvSpPr>
        <p:spPr>
          <a:xfrm flipV="1">
            <a:off x="10653316" y="2355760"/>
            <a:ext cx="2083" cy="110957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900" name="Line">
            <a:extLst>
              <a:ext uri="{FF2B5EF4-FFF2-40B4-BE49-F238E27FC236}">
                <a16:creationId xmlns:a16="http://schemas.microsoft.com/office/drawing/2014/main" id="{8F88ECBF-43BD-4134-5364-32D448A8329D}"/>
              </a:ext>
            </a:extLst>
          </p:cNvPr>
          <p:cNvSpPr/>
          <p:nvPr/>
        </p:nvSpPr>
        <p:spPr>
          <a:xfrm flipH="1" flipV="1">
            <a:off x="9854827" y="5070111"/>
            <a:ext cx="6748" cy="301133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902" name="TextBox 901">
            <a:extLst>
              <a:ext uri="{FF2B5EF4-FFF2-40B4-BE49-F238E27FC236}">
                <a16:creationId xmlns:a16="http://schemas.microsoft.com/office/drawing/2014/main" id="{CECB3D62-601D-A338-92B8-0E63C7B1BDB9}"/>
              </a:ext>
            </a:extLst>
          </p:cNvPr>
          <p:cNvSpPr txBox="1"/>
          <p:nvPr/>
        </p:nvSpPr>
        <p:spPr>
          <a:xfrm>
            <a:off x="10675589" y="2745406"/>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903" name="TextBox 902">
            <a:extLst>
              <a:ext uri="{FF2B5EF4-FFF2-40B4-BE49-F238E27FC236}">
                <a16:creationId xmlns:a16="http://schemas.microsoft.com/office/drawing/2014/main" id="{3170A0F2-2898-4822-9B4E-2ADB3080597D}"/>
              </a:ext>
            </a:extLst>
          </p:cNvPr>
          <p:cNvSpPr txBox="1"/>
          <p:nvPr/>
        </p:nvSpPr>
        <p:spPr>
          <a:xfrm>
            <a:off x="10494407" y="4044506"/>
            <a:ext cx="483345"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Table layer</a:t>
            </a:r>
            <a:endParaRPr kumimoji="0" lang="en-US" sz="1000" b="0" i="0" u="none" strike="noStrike" cap="none" spc="0" normalizeH="0" baseline="0" dirty="0">
              <a:ln>
                <a:noFill/>
              </a:ln>
              <a:solidFill>
                <a:srgbClr val="4C4C4C"/>
              </a:solidFill>
              <a:effectLst/>
              <a:uFillTx/>
              <a:sym typeface="Source Sans Pro"/>
            </a:endParaRPr>
          </a:p>
        </p:txBody>
      </p:sp>
      <p:sp>
        <p:nvSpPr>
          <p:cNvPr id="904" name="TextBox 903">
            <a:extLst>
              <a:ext uri="{FF2B5EF4-FFF2-40B4-BE49-F238E27FC236}">
                <a16:creationId xmlns:a16="http://schemas.microsoft.com/office/drawing/2014/main" id="{B59B813D-E15C-FB2F-9930-59BE00961AFF}"/>
              </a:ext>
            </a:extLst>
          </p:cNvPr>
          <p:cNvSpPr txBox="1"/>
          <p:nvPr/>
        </p:nvSpPr>
        <p:spPr>
          <a:xfrm>
            <a:off x="9861575" y="6219430"/>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923" name="Rectangle 922">
            <a:extLst>
              <a:ext uri="{FF2B5EF4-FFF2-40B4-BE49-F238E27FC236}">
                <a16:creationId xmlns:a16="http://schemas.microsoft.com/office/drawing/2014/main" id="{42D7E3AD-0A91-020C-C61C-638C6B2723AD}"/>
              </a:ext>
            </a:extLst>
          </p:cNvPr>
          <p:cNvSpPr/>
          <p:nvPr/>
        </p:nvSpPr>
        <p:spPr>
          <a:xfrm>
            <a:off x="4312933" y="5024554"/>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924" name="TextBox 923">
            <a:extLst>
              <a:ext uri="{FF2B5EF4-FFF2-40B4-BE49-F238E27FC236}">
                <a16:creationId xmlns:a16="http://schemas.microsoft.com/office/drawing/2014/main" id="{F4AC12B1-707B-7D3C-939D-68AACC0C85CF}"/>
              </a:ext>
            </a:extLst>
          </p:cNvPr>
          <p:cNvSpPr txBox="1"/>
          <p:nvPr/>
        </p:nvSpPr>
        <p:spPr>
          <a:xfrm>
            <a:off x="4353761" y="5006812"/>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Module</a:t>
            </a:r>
            <a:endParaRPr kumimoji="0" lang="en-US" sz="1000" b="0" i="0" u="none" strike="noStrike" cap="none" spc="0" normalizeH="0" baseline="0" dirty="0">
              <a:ln>
                <a:noFill/>
              </a:ln>
              <a:solidFill>
                <a:srgbClr val="4C4C4C"/>
              </a:solidFill>
              <a:effectLst/>
              <a:uFillTx/>
              <a:sym typeface="Source Sans Pro"/>
            </a:endParaRPr>
          </a:p>
        </p:txBody>
      </p:sp>
      <p:sp>
        <p:nvSpPr>
          <p:cNvPr id="925" name="Rectangle 924">
            <a:extLst>
              <a:ext uri="{FF2B5EF4-FFF2-40B4-BE49-F238E27FC236}">
                <a16:creationId xmlns:a16="http://schemas.microsoft.com/office/drawing/2014/main" id="{D35946C1-261A-EE9D-5D6B-59892F77CF5F}"/>
              </a:ext>
            </a:extLst>
          </p:cNvPr>
          <p:cNvSpPr/>
          <p:nvPr/>
        </p:nvSpPr>
        <p:spPr>
          <a:xfrm>
            <a:off x="4317854" y="5023283"/>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926" name="Graphic 925" descr="Paper outline">
            <a:extLst>
              <a:ext uri="{FF2B5EF4-FFF2-40B4-BE49-F238E27FC236}">
                <a16:creationId xmlns:a16="http://schemas.microsoft.com/office/drawing/2014/main" id="{5C44BFD4-C94C-A0BD-9C99-538CAF65D87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271040" y="6683323"/>
            <a:ext cx="932491" cy="879316"/>
          </a:xfrm>
          <a:prstGeom prst="rect">
            <a:avLst/>
          </a:prstGeom>
        </p:spPr>
      </p:pic>
      <p:pic>
        <p:nvPicPr>
          <p:cNvPr id="928" name="Graphic 927" descr="Paper outline">
            <a:extLst>
              <a:ext uri="{FF2B5EF4-FFF2-40B4-BE49-F238E27FC236}">
                <a16:creationId xmlns:a16="http://schemas.microsoft.com/office/drawing/2014/main" id="{D8BE4A50-4D9A-A133-39F9-B151161313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85438" y="6663060"/>
            <a:ext cx="945167" cy="891269"/>
          </a:xfrm>
          <a:prstGeom prst="rect">
            <a:avLst/>
          </a:prstGeom>
        </p:spPr>
      </p:pic>
      <p:sp>
        <p:nvSpPr>
          <p:cNvPr id="929" name="TextBox 928">
            <a:extLst>
              <a:ext uri="{FF2B5EF4-FFF2-40B4-BE49-F238E27FC236}">
                <a16:creationId xmlns:a16="http://schemas.microsoft.com/office/drawing/2014/main" id="{A2A44F2B-E368-7ED5-030A-F336F0683B37}"/>
              </a:ext>
            </a:extLst>
          </p:cNvPr>
          <p:cNvSpPr txBox="1"/>
          <p:nvPr/>
        </p:nvSpPr>
        <p:spPr>
          <a:xfrm>
            <a:off x="5231711" y="6966040"/>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r>
              <a:rPr kumimoji="0" lang="en-US" sz="1000" b="0" i="0" u="none" strike="noStrike" cap="none" spc="0" normalizeH="0" baseline="0" dirty="0" err="1">
                <a:ln>
                  <a:noFill/>
                </a:ln>
                <a:solidFill>
                  <a:srgbClr val="4C4C4C"/>
                </a:solidFill>
                <a:effectLst/>
                <a:uFillTx/>
                <a:sym typeface="Source Sans Pro"/>
              </a:rPr>
              <a:t>Rmd</a:t>
            </a:r>
            <a:endParaRPr kumimoji="0" lang="en-US" sz="1000" b="0" i="0" u="none" strike="noStrike" cap="none" spc="0" normalizeH="0" baseline="0" dirty="0">
              <a:ln>
                <a:noFill/>
              </a:ln>
              <a:solidFill>
                <a:srgbClr val="4C4C4C"/>
              </a:solidFill>
              <a:effectLst/>
              <a:uFillTx/>
              <a:sym typeface="Source Sans Pro"/>
            </a:endParaRPr>
          </a:p>
        </p:txBody>
      </p:sp>
      <p:sp>
        <p:nvSpPr>
          <p:cNvPr id="583" name="Rectangle 582">
            <a:extLst>
              <a:ext uri="{FF2B5EF4-FFF2-40B4-BE49-F238E27FC236}">
                <a16:creationId xmlns:a16="http://schemas.microsoft.com/office/drawing/2014/main" id="{76AA4948-DE20-29A0-68AA-69E385B73BBE}"/>
              </a:ext>
            </a:extLst>
          </p:cNvPr>
          <p:cNvSpPr/>
          <p:nvPr/>
        </p:nvSpPr>
        <p:spPr>
          <a:xfrm>
            <a:off x="6050072" y="4164951"/>
            <a:ext cx="666796" cy="541227"/>
          </a:xfrm>
          <a:prstGeom prst="rect">
            <a:avLst/>
          </a:prstGeom>
          <a:noFill/>
          <a:ln w="12700" cap="flat">
            <a:solidFill>
              <a:schemeClr val="accent3">
                <a:lumMod val="9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612" name="Layout Suggestions">
            <a:extLst>
              <a:ext uri="{FF2B5EF4-FFF2-40B4-BE49-F238E27FC236}">
                <a16:creationId xmlns:a16="http://schemas.microsoft.com/office/drawing/2014/main" id="{A56643E7-0256-228F-AFD7-E015008D5EDA}"/>
              </a:ext>
            </a:extLst>
          </p:cNvPr>
          <p:cNvSpPr txBox="1"/>
          <p:nvPr/>
        </p:nvSpPr>
        <p:spPr>
          <a:xfrm>
            <a:off x="11426674" y="1642711"/>
            <a:ext cx="2238504"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Raw Data</a:t>
            </a:r>
          </a:p>
        </p:txBody>
      </p:sp>
      <p:cxnSp>
        <p:nvCxnSpPr>
          <p:cNvPr id="616" name="Connector: Elbow 615">
            <a:extLst>
              <a:ext uri="{FF2B5EF4-FFF2-40B4-BE49-F238E27FC236}">
                <a16:creationId xmlns:a16="http://schemas.microsoft.com/office/drawing/2014/main" id="{485E5934-2393-75D9-AC1D-FA192D27A894}"/>
              </a:ext>
            </a:extLst>
          </p:cNvPr>
          <p:cNvCxnSpPr>
            <a:cxnSpLocks/>
            <a:stCxn id="903" idx="3"/>
          </p:cNvCxnSpPr>
          <p:nvPr/>
        </p:nvCxnSpPr>
        <p:spPr>
          <a:xfrm>
            <a:off x="10977752" y="4266321"/>
            <a:ext cx="463141" cy="162283"/>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19" name="Connector: Elbow 618">
            <a:extLst>
              <a:ext uri="{FF2B5EF4-FFF2-40B4-BE49-F238E27FC236}">
                <a16:creationId xmlns:a16="http://schemas.microsoft.com/office/drawing/2014/main" id="{E180DBDA-9650-ABBE-755E-B606BFB87F2D}"/>
              </a:ext>
            </a:extLst>
          </p:cNvPr>
          <p:cNvCxnSpPr>
            <a:cxnSpLocks/>
            <a:stCxn id="902" idx="3"/>
          </p:cNvCxnSpPr>
          <p:nvPr/>
        </p:nvCxnSpPr>
        <p:spPr>
          <a:xfrm flipV="1">
            <a:off x="11198315" y="1812726"/>
            <a:ext cx="228359" cy="1154495"/>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22" name="Connector: Elbow 621">
            <a:extLst>
              <a:ext uri="{FF2B5EF4-FFF2-40B4-BE49-F238E27FC236}">
                <a16:creationId xmlns:a16="http://schemas.microsoft.com/office/drawing/2014/main" id="{DE6DD2DF-647F-522D-7A54-0D923BB83452}"/>
              </a:ext>
            </a:extLst>
          </p:cNvPr>
          <p:cNvCxnSpPr>
            <a:cxnSpLocks/>
            <a:stCxn id="904" idx="3"/>
          </p:cNvCxnSpPr>
          <p:nvPr/>
        </p:nvCxnSpPr>
        <p:spPr>
          <a:xfrm flipV="1">
            <a:off x="10428459" y="6117368"/>
            <a:ext cx="1031871" cy="323877"/>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88" name="TextBox 687">
            <a:extLst>
              <a:ext uri="{FF2B5EF4-FFF2-40B4-BE49-F238E27FC236}">
                <a16:creationId xmlns:a16="http://schemas.microsoft.com/office/drawing/2014/main" id="{DEB000AE-38CC-26D6-C07A-D405741E7DE2}"/>
              </a:ext>
            </a:extLst>
          </p:cNvPr>
          <p:cNvSpPr txBox="1"/>
          <p:nvPr/>
        </p:nvSpPr>
        <p:spPr>
          <a:xfrm>
            <a:off x="12347099" y="3696150"/>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.json</a:t>
            </a:r>
            <a:endParaRPr kumimoji="0" lang="en-US" sz="1000" b="0" i="0" u="none" strike="noStrike" cap="none" spc="0" normalizeH="0" baseline="0" dirty="0">
              <a:ln>
                <a:noFill/>
              </a:ln>
              <a:solidFill>
                <a:srgbClr val="4C4C4C"/>
              </a:solidFill>
              <a:effectLst/>
              <a:uFillTx/>
              <a:sym typeface="Source Sans Pro"/>
            </a:endParaRPr>
          </a:p>
        </p:txBody>
      </p:sp>
      <p:pic>
        <p:nvPicPr>
          <p:cNvPr id="689" name="Graphic 688" descr="Paper outline">
            <a:extLst>
              <a:ext uri="{FF2B5EF4-FFF2-40B4-BE49-F238E27FC236}">
                <a16:creationId xmlns:a16="http://schemas.microsoft.com/office/drawing/2014/main" id="{40456287-3086-5854-6BB6-E007E3594B3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388144" y="3306775"/>
            <a:ext cx="430268" cy="430268"/>
          </a:xfrm>
          <a:prstGeom prst="rect">
            <a:avLst/>
          </a:prstGeom>
        </p:spPr>
      </p:pic>
      <p:sp>
        <p:nvSpPr>
          <p:cNvPr id="690" name="TextBox 689">
            <a:extLst>
              <a:ext uri="{FF2B5EF4-FFF2-40B4-BE49-F238E27FC236}">
                <a16:creationId xmlns:a16="http://schemas.microsoft.com/office/drawing/2014/main" id="{5A8B3B7A-5A44-AF6F-B2CA-ED423D844938}"/>
              </a:ext>
            </a:extLst>
          </p:cNvPr>
          <p:cNvSpPr txBox="1"/>
          <p:nvPr/>
        </p:nvSpPr>
        <p:spPr>
          <a:xfrm>
            <a:off x="13126476" y="3706489"/>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691" name="Graphic 690" descr="Paper outline">
            <a:extLst>
              <a:ext uri="{FF2B5EF4-FFF2-40B4-BE49-F238E27FC236}">
                <a16:creationId xmlns:a16="http://schemas.microsoft.com/office/drawing/2014/main" id="{13B04C65-A7CB-C91C-30FC-5A2541511A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167522" y="3332000"/>
            <a:ext cx="430268" cy="430268"/>
          </a:xfrm>
          <a:prstGeom prst="rect">
            <a:avLst/>
          </a:prstGeom>
        </p:spPr>
      </p:pic>
      <p:pic>
        <p:nvPicPr>
          <p:cNvPr id="692" name="Graphic 691" descr="Folder outline">
            <a:extLst>
              <a:ext uri="{FF2B5EF4-FFF2-40B4-BE49-F238E27FC236}">
                <a16:creationId xmlns:a16="http://schemas.microsoft.com/office/drawing/2014/main" id="{BF9FE5F6-31EF-6DB4-C467-F0F08811769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82305" y="3265732"/>
            <a:ext cx="550611" cy="550611"/>
          </a:xfrm>
          <a:prstGeom prst="rect">
            <a:avLst/>
          </a:prstGeom>
        </p:spPr>
      </p:pic>
      <p:sp>
        <p:nvSpPr>
          <p:cNvPr id="693" name="TextBox 692">
            <a:extLst>
              <a:ext uri="{FF2B5EF4-FFF2-40B4-BE49-F238E27FC236}">
                <a16:creationId xmlns:a16="http://schemas.microsoft.com/office/drawing/2014/main" id="{8FF9CB30-C215-7409-DE19-916211D56D8B}"/>
              </a:ext>
            </a:extLst>
          </p:cNvPr>
          <p:cNvSpPr txBox="1"/>
          <p:nvPr/>
        </p:nvSpPr>
        <p:spPr>
          <a:xfrm>
            <a:off x="11520557" y="3696150"/>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sp>
        <p:nvSpPr>
          <p:cNvPr id="812" name="TextBox 811">
            <a:extLst>
              <a:ext uri="{FF2B5EF4-FFF2-40B4-BE49-F238E27FC236}">
                <a16:creationId xmlns:a16="http://schemas.microsoft.com/office/drawing/2014/main" id="{40CFDAA0-55C4-6E09-251E-0431C3B2AE8F}"/>
              </a:ext>
            </a:extLst>
          </p:cNvPr>
          <p:cNvSpPr txBox="1"/>
          <p:nvPr/>
        </p:nvSpPr>
        <p:spPr>
          <a:xfrm>
            <a:off x="4486780" y="7023033"/>
            <a:ext cx="41891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exec</a:t>
            </a:r>
          </a:p>
        </p:txBody>
      </p:sp>
      <p:sp>
        <p:nvSpPr>
          <p:cNvPr id="19" name="Rectangle 18">
            <a:extLst>
              <a:ext uri="{FF2B5EF4-FFF2-40B4-BE49-F238E27FC236}">
                <a16:creationId xmlns:a16="http://schemas.microsoft.com/office/drawing/2014/main" id="{02544589-0A9E-9ECD-50C4-DDA7DCF1AD04}"/>
              </a:ext>
            </a:extLst>
          </p:cNvPr>
          <p:cNvSpPr/>
          <p:nvPr/>
        </p:nvSpPr>
        <p:spPr>
          <a:xfrm>
            <a:off x="5059057" y="370753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69" name="TextBox 668">
            <a:extLst>
              <a:ext uri="{FF2B5EF4-FFF2-40B4-BE49-F238E27FC236}">
                <a16:creationId xmlns:a16="http://schemas.microsoft.com/office/drawing/2014/main" id="{C6D48D7B-42C9-0A1B-D552-44684219B99E}"/>
              </a:ext>
            </a:extLst>
          </p:cNvPr>
          <p:cNvSpPr txBox="1"/>
          <p:nvPr/>
        </p:nvSpPr>
        <p:spPr>
          <a:xfrm>
            <a:off x="4996443" y="3694902"/>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Tables</a:t>
            </a:r>
            <a:endParaRPr kumimoji="0" lang="en-US" sz="1000" b="0" i="0" u="none" strike="noStrike" cap="none" spc="0" normalizeH="0" baseline="0" dirty="0">
              <a:ln>
                <a:noFill/>
              </a:ln>
              <a:solidFill>
                <a:srgbClr val="4C4C4C"/>
              </a:solidFill>
              <a:effectLst/>
              <a:uFillTx/>
              <a:sym typeface="Source Sans Pro"/>
            </a:endParaRPr>
          </a:p>
        </p:txBody>
      </p:sp>
      <p:sp>
        <p:nvSpPr>
          <p:cNvPr id="670" name="TextBox 669">
            <a:extLst>
              <a:ext uri="{FF2B5EF4-FFF2-40B4-BE49-F238E27FC236}">
                <a16:creationId xmlns:a16="http://schemas.microsoft.com/office/drawing/2014/main" id="{C074A303-6689-313D-7EEB-491F28A42B7E}"/>
              </a:ext>
            </a:extLst>
          </p:cNvPr>
          <p:cNvSpPr txBox="1"/>
          <p:nvPr/>
        </p:nvSpPr>
        <p:spPr>
          <a:xfrm>
            <a:off x="5778843" y="2489305"/>
            <a:ext cx="910777" cy="289742"/>
          </a:xfrm>
          <a:prstGeom prst="rect">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Data</a:t>
            </a:r>
            <a:endParaRPr kumimoji="0" lang="en-US" sz="1000" b="0" i="0" u="none" strike="noStrike" cap="none" spc="0" normalizeH="0" baseline="0" dirty="0">
              <a:ln>
                <a:noFill/>
              </a:ln>
              <a:solidFill>
                <a:srgbClr val="4C4C4C"/>
              </a:solidFill>
              <a:effectLst/>
              <a:uFillTx/>
              <a:sym typeface="Source Sans Pro"/>
            </a:endParaRPr>
          </a:p>
        </p:txBody>
      </p:sp>
      <p:sp>
        <p:nvSpPr>
          <p:cNvPr id="35" name="TextBox 34">
            <a:extLst>
              <a:ext uri="{FF2B5EF4-FFF2-40B4-BE49-F238E27FC236}">
                <a16:creationId xmlns:a16="http://schemas.microsoft.com/office/drawing/2014/main" id="{4A07EB4D-FD67-07CD-BDC5-89A4E049BFDD}"/>
              </a:ext>
            </a:extLst>
          </p:cNvPr>
          <p:cNvSpPr txBox="1"/>
          <p:nvPr/>
        </p:nvSpPr>
        <p:spPr>
          <a:xfrm>
            <a:off x="6779237" y="6933870"/>
            <a:ext cx="99930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solidFill>
                  <a:schemeClr val="accent1"/>
                </a:solidFill>
              </a:rPr>
              <a:t>b</a:t>
            </a:r>
            <a:r>
              <a:rPr kumimoji="0" lang="en-US" sz="1000" b="0" i="0" u="none" strike="noStrike" cap="none" spc="0" normalizeH="0" baseline="0" dirty="0" err="1">
                <a:ln>
                  <a:noFill/>
                </a:ln>
                <a:solidFill>
                  <a:schemeClr val="accent1"/>
                </a:solidFill>
                <a:effectLst/>
                <a:uFillTx/>
                <a:sym typeface="Source Sans Pro"/>
              </a:rPr>
              <a:t>ug_count.Rmd</a:t>
            </a:r>
            <a:endParaRPr kumimoji="0" lang="en-US" sz="1000" b="0" i="0" u="none" strike="noStrike" cap="none" spc="0" normalizeH="0" baseline="0" dirty="0">
              <a:ln>
                <a:noFill/>
              </a:ln>
              <a:solidFill>
                <a:schemeClr val="accent1"/>
              </a:solidFill>
              <a:effectLst/>
              <a:uFillTx/>
              <a:sym typeface="Source Sans Pro"/>
            </a:endParaRPr>
          </a:p>
        </p:txBody>
      </p:sp>
      <p:pic>
        <p:nvPicPr>
          <p:cNvPr id="39" name="Graphic 38" descr="Paper outline">
            <a:extLst>
              <a:ext uri="{FF2B5EF4-FFF2-40B4-BE49-F238E27FC236}">
                <a16:creationId xmlns:a16="http://schemas.microsoft.com/office/drawing/2014/main" id="{C3C52219-4F77-2731-FE9B-C4F334CE6E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706883" y="5953653"/>
            <a:ext cx="1146019" cy="1080668"/>
          </a:xfrm>
          <a:prstGeom prst="rect">
            <a:avLst/>
          </a:prstGeom>
        </p:spPr>
      </p:pic>
      <p:sp>
        <p:nvSpPr>
          <p:cNvPr id="12" name="TextBox 11">
            <a:extLst>
              <a:ext uri="{FF2B5EF4-FFF2-40B4-BE49-F238E27FC236}">
                <a16:creationId xmlns:a16="http://schemas.microsoft.com/office/drawing/2014/main" id="{A9F3867E-0537-506D-5E14-2AC5F4ABC11A}"/>
              </a:ext>
            </a:extLst>
          </p:cNvPr>
          <p:cNvSpPr txBox="1"/>
          <p:nvPr/>
        </p:nvSpPr>
        <p:spPr>
          <a:xfrm>
            <a:off x="8519883" y="6356910"/>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sp>
        <p:nvSpPr>
          <p:cNvPr id="941" name="Rectangle 940">
            <a:extLst>
              <a:ext uri="{FF2B5EF4-FFF2-40B4-BE49-F238E27FC236}">
                <a16:creationId xmlns:a16="http://schemas.microsoft.com/office/drawing/2014/main" id="{1D2A4786-42C9-5EA3-98A9-ED13CB1B44D2}"/>
              </a:ext>
            </a:extLst>
          </p:cNvPr>
          <p:cNvSpPr/>
          <p:nvPr/>
        </p:nvSpPr>
        <p:spPr>
          <a:xfrm>
            <a:off x="8678029" y="3620104"/>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0" name="Rectangle 459">
            <a:extLst>
              <a:ext uri="{FF2B5EF4-FFF2-40B4-BE49-F238E27FC236}">
                <a16:creationId xmlns:a16="http://schemas.microsoft.com/office/drawing/2014/main" id="{92E3A2C4-F727-2BB3-E350-AF681C879401}"/>
              </a:ext>
            </a:extLst>
          </p:cNvPr>
          <p:cNvSpPr/>
          <p:nvPr/>
        </p:nvSpPr>
        <p:spPr>
          <a:xfrm>
            <a:off x="9097241" y="2416177"/>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1" name="Straight Connector 460">
            <a:extLst>
              <a:ext uri="{FF2B5EF4-FFF2-40B4-BE49-F238E27FC236}">
                <a16:creationId xmlns:a16="http://schemas.microsoft.com/office/drawing/2014/main" id="{EBC10A24-67F4-02F4-608E-A7AB1574D2A2}"/>
              </a:ext>
            </a:extLst>
          </p:cNvPr>
          <p:cNvCxnSpPr>
            <a:cxnSpLocks/>
          </p:cNvCxnSpPr>
          <p:nvPr/>
        </p:nvCxnSpPr>
        <p:spPr>
          <a:xfrm flipH="1">
            <a:off x="8194533" y="2416177"/>
            <a:ext cx="921648" cy="263913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64" name="Straight Connector 463">
            <a:extLst>
              <a:ext uri="{FF2B5EF4-FFF2-40B4-BE49-F238E27FC236}">
                <a16:creationId xmlns:a16="http://schemas.microsoft.com/office/drawing/2014/main" id="{14F3EF32-7119-343C-2983-C091E725B14E}"/>
              </a:ext>
            </a:extLst>
          </p:cNvPr>
          <p:cNvCxnSpPr>
            <a:cxnSpLocks/>
          </p:cNvCxnSpPr>
          <p:nvPr/>
        </p:nvCxnSpPr>
        <p:spPr>
          <a:xfrm flipH="1">
            <a:off x="8195805" y="3448951"/>
            <a:ext cx="907452" cy="236208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67" name="Straight Connector 466">
            <a:extLst>
              <a:ext uri="{FF2B5EF4-FFF2-40B4-BE49-F238E27FC236}">
                <a16:creationId xmlns:a16="http://schemas.microsoft.com/office/drawing/2014/main" id="{F9EE222E-47C0-DC0D-6162-571B12F766ED}"/>
              </a:ext>
            </a:extLst>
          </p:cNvPr>
          <p:cNvCxnSpPr>
            <a:cxnSpLocks/>
          </p:cNvCxnSpPr>
          <p:nvPr/>
        </p:nvCxnSpPr>
        <p:spPr>
          <a:xfrm flipH="1">
            <a:off x="9464561" y="2416177"/>
            <a:ext cx="907202" cy="263341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71" name="Straight Connector 470">
            <a:extLst>
              <a:ext uri="{FF2B5EF4-FFF2-40B4-BE49-F238E27FC236}">
                <a16:creationId xmlns:a16="http://schemas.microsoft.com/office/drawing/2014/main" id="{802F9EC4-A7B7-C6B3-FF52-6FFFD91D1E46}"/>
              </a:ext>
            </a:extLst>
          </p:cNvPr>
          <p:cNvCxnSpPr>
            <a:cxnSpLocks/>
          </p:cNvCxnSpPr>
          <p:nvPr/>
        </p:nvCxnSpPr>
        <p:spPr>
          <a:xfrm flipH="1">
            <a:off x="9451197" y="3465339"/>
            <a:ext cx="927201" cy="236438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96" name="TextBox 595">
            <a:extLst>
              <a:ext uri="{FF2B5EF4-FFF2-40B4-BE49-F238E27FC236}">
                <a16:creationId xmlns:a16="http://schemas.microsoft.com/office/drawing/2014/main" id="{CC9AAEB2-4D73-61BB-7F49-2911EB2002DE}"/>
              </a:ext>
            </a:extLst>
          </p:cNvPr>
          <p:cNvSpPr txBox="1"/>
          <p:nvPr/>
        </p:nvSpPr>
        <p:spPr>
          <a:xfrm>
            <a:off x="8584660" y="5395749"/>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sp>
        <p:nvSpPr>
          <p:cNvPr id="597" name="TextBox 596">
            <a:extLst>
              <a:ext uri="{FF2B5EF4-FFF2-40B4-BE49-F238E27FC236}">
                <a16:creationId xmlns:a16="http://schemas.microsoft.com/office/drawing/2014/main" id="{9D06A7F8-D6D1-01A8-9D96-7D7F23C301E0}"/>
              </a:ext>
            </a:extLst>
          </p:cNvPr>
          <p:cNvSpPr txBox="1"/>
          <p:nvPr/>
        </p:nvSpPr>
        <p:spPr>
          <a:xfrm>
            <a:off x="9294972" y="2897578"/>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p>
        </p:txBody>
      </p:sp>
      <p:sp>
        <p:nvSpPr>
          <p:cNvPr id="598" name="Rectangle 597">
            <a:extLst>
              <a:ext uri="{FF2B5EF4-FFF2-40B4-BE49-F238E27FC236}">
                <a16:creationId xmlns:a16="http://schemas.microsoft.com/office/drawing/2014/main" id="{C9F56594-2834-2F63-BB12-2843719DF206}"/>
              </a:ext>
            </a:extLst>
          </p:cNvPr>
          <p:cNvSpPr/>
          <p:nvPr/>
        </p:nvSpPr>
        <p:spPr>
          <a:xfrm>
            <a:off x="9103257" y="2414766"/>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99" name="TextBox 598">
            <a:extLst>
              <a:ext uri="{FF2B5EF4-FFF2-40B4-BE49-F238E27FC236}">
                <a16:creationId xmlns:a16="http://schemas.microsoft.com/office/drawing/2014/main" id="{68FB6E71-DCAA-54BA-BBAF-E5E5081DBC2B}"/>
              </a:ext>
            </a:extLst>
          </p:cNvPr>
          <p:cNvSpPr txBox="1"/>
          <p:nvPr/>
        </p:nvSpPr>
        <p:spPr>
          <a:xfrm>
            <a:off x="8995808" y="2386272"/>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Data</a:t>
            </a:r>
            <a:endParaRPr kumimoji="0" lang="en-US" sz="1000" b="0" i="0" u="none" strike="noStrike" cap="none" spc="0" normalizeH="0" baseline="0" dirty="0">
              <a:ln>
                <a:noFill/>
              </a:ln>
              <a:solidFill>
                <a:srgbClr val="4C4C4C"/>
              </a:solidFill>
              <a:effectLst/>
              <a:uFillTx/>
              <a:sym typeface="Source Sans Pro"/>
            </a:endParaRPr>
          </a:p>
        </p:txBody>
      </p:sp>
      <p:sp>
        <p:nvSpPr>
          <p:cNvPr id="600" name="Rectangle 599">
            <a:extLst>
              <a:ext uri="{FF2B5EF4-FFF2-40B4-BE49-F238E27FC236}">
                <a16:creationId xmlns:a16="http://schemas.microsoft.com/office/drawing/2014/main" id="{528BCEDD-96DB-A290-8891-CBE374C654D7}"/>
              </a:ext>
            </a:extLst>
          </p:cNvPr>
          <p:cNvSpPr/>
          <p:nvPr/>
        </p:nvSpPr>
        <p:spPr>
          <a:xfrm>
            <a:off x="8678029" y="3617318"/>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01" name="TextBox 600">
            <a:extLst>
              <a:ext uri="{FF2B5EF4-FFF2-40B4-BE49-F238E27FC236}">
                <a16:creationId xmlns:a16="http://schemas.microsoft.com/office/drawing/2014/main" id="{58870433-FDAC-CE61-2DB0-55E137142232}"/>
              </a:ext>
            </a:extLst>
          </p:cNvPr>
          <p:cNvSpPr txBox="1"/>
          <p:nvPr/>
        </p:nvSpPr>
        <p:spPr>
          <a:xfrm>
            <a:off x="8576546" y="3605020"/>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 Jira table</a:t>
            </a:r>
            <a:endParaRPr kumimoji="0" lang="en-US" sz="1000" b="0" i="0" u="none" strike="noStrike" cap="none" spc="0" normalizeH="0" baseline="0" dirty="0">
              <a:ln>
                <a:noFill/>
              </a:ln>
              <a:solidFill>
                <a:srgbClr val="4C4C4C"/>
              </a:solidFill>
              <a:effectLst/>
              <a:uFillTx/>
              <a:sym typeface="Source Sans Pro"/>
            </a:endParaRPr>
          </a:p>
        </p:txBody>
      </p:sp>
      <p:sp>
        <p:nvSpPr>
          <p:cNvPr id="602" name="Rectangle 601">
            <a:extLst>
              <a:ext uri="{FF2B5EF4-FFF2-40B4-BE49-F238E27FC236}">
                <a16:creationId xmlns:a16="http://schemas.microsoft.com/office/drawing/2014/main" id="{16A7948E-D450-BD1D-9354-A8F90FDF0796}"/>
              </a:ext>
            </a:extLst>
          </p:cNvPr>
          <p:cNvSpPr/>
          <p:nvPr/>
        </p:nvSpPr>
        <p:spPr>
          <a:xfrm>
            <a:off x="8190693" y="5055314"/>
            <a:ext cx="1073191"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03" name="TextBox 602">
            <a:extLst>
              <a:ext uri="{FF2B5EF4-FFF2-40B4-BE49-F238E27FC236}">
                <a16:creationId xmlns:a16="http://schemas.microsoft.com/office/drawing/2014/main" id="{D4F6C96B-34DF-0752-CF77-2510E3137C1D}"/>
              </a:ext>
            </a:extLst>
          </p:cNvPr>
          <p:cNvSpPr txBox="1"/>
          <p:nvPr/>
        </p:nvSpPr>
        <p:spPr>
          <a:xfrm>
            <a:off x="8145513" y="5033013"/>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621" name="TextBox 620">
            <a:extLst>
              <a:ext uri="{FF2B5EF4-FFF2-40B4-BE49-F238E27FC236}">
                <a16:creationId xmlns:a16="http://schemas.microsoft.com/office/drawing/2014/main" id="{A4D982E5-3A60-30E4-14BA-B89BB0232A04}"/>
              </a:ext>
            </a:extLst>
          </p:cNvPr>
          <p:cNvSpPr txBox="1"/>
          <p:nvPr/>
        </p:nvSpPr>
        <p:spPr>
          <a:xfrm>
            <a:off x="174120" y="5182448"/>
            <a:ext cx="2803731" cy="64727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Modules cannot directly be joined they have to traverse the data layer where tables are directly connected.</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627" name="Rectangle 626">
            <a:extLst>
              <a:ext uri="{FF2B5EF4-FFF2-40B4-BE49-F238E27FC236}">
                <a16:creationId xmlns:a16="http://schemas.microsoft.com/office/drawing/2014/main" id="{C72C28D1-D56A-63F1-F9DC-EE5076742821}"/>
              </a:ext>
            </a:extLst>
          </p:cNvPr>
          <p:cNvSpPr/>
          <p:nvPr/>
        </p:nvSpPr>
        <p:spPr>
          <a:xfrm>
            <a:off x="439485" y="6805828"/>
            <a:ext cx="508854" cy="292110"/>
          </a:xfrm>
          <a:prstGeom prst="rect">
            <a:avLst/>
          </a:prstGeom>
          <a:noFill/>
          <a:ln w="12700" cap="flat">
            <a:solidFill>
              <a:schemeClr val="accent3">
                <a:lumMod val="90000"/>
              </a:schemeClr>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628" name="Rectangle 627">
            <a:extLst>
              <a:ext uri="{FF2B5EF4-FFF2-40B4-BE49-F238E27FC236}">
                <a16:creationId xmlns:a16="http://schemas.microsoft.com/office/drawing/2014/main" id="{5A59D3CE-8413-0B56-185F-63C5349A7D0A}"/>
              </a:ext>
            </a:extLst>
          </p:cNvPr>
          <p:cNvSpPr/>
          <p:nvPr/>
        </p:nvSpPr>
        <p:spPr>
          <a:xfrm>
            <a:off x="2529853" y="6598843"/>
            <a:ext cx="368633" cy="497292"/>
          </a:xfrm>
          <a:prstGeom prst="rect">
            <a:avLst/>
          </a:prstGeom>
          <a:noFill/>
          <a:ln w="12700" cap="flat">
            <a:solidFill>
              <a:schemeClr val="accent3">
                <a:lumMod val="90000"/>
              </a:schemeClr>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629" name="TextBox 628">
            <a:extLst>
              <a:ext uri="{FF2B5EF4-FFF2-40B4-BE49-F238E27FC236}">
                <a16:creationId xmlns:a16="http://schemas.microsoft.com/office/drawing/2014/main" id="{716E28E8-EAAE-AB0F-E51A-DC097221D849}"/>
              </a:ext>
            </a:extLst>
          </p:cNvPr>
          <p:cNvSpPr txBox="1"/>
          <p:nvPr/>
        </p:nvSpPr>
        <p:spPr>
          <a:xfrm>
            <a:off x="1239642" y="6362654"/>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solidFill>
                  <a:schemeClr val="accent3">
                    <a:lumMod val="75000"/>
                  </a:schemeClr>
                </a:solidFill>
              </a:rPr>
              <a:t>Connection</a:t>
            </a:r>
            <a:endParaRPr kumimoji="0" lang="en-US" sz="1000" b="0" i="0" u="none" strike="noStrike" cap="none" spc="0" normalizeH="0" baseline="0" dirty="0">
              <a:ln>
                <a:noFill/>
              </a:ln>
              <a:solidFill>
                <a:schemeClr val="accent3">
                  <a:lumMod val="75000"/>
                </a:schemeClr>
              </a:solidFill>
              <a:effectLst/>
              <a:uFillTx/>
              <a:sym typeface="Source Sans Pro"/>
            </a:endParaRPr>
          </a:p>
        </p:txBody>
      </p:sp>
      <p:graphicFrame>
        <p:nvGraphicFramePr>
          <p:cNvPr id="635" name="Table">
            <a:extLst>
              <a:ext uri="{FF2B5EF4-FFF2-40B4-BE49-F238E27FC236}">
                <a16:creationId xmlns:a16="http://schemas.microsoft.com/office/drawing/2014/main" id="{5AB819E8-7638-AF73-CCFB-FE4D94C6626F}"/>
              </a:ext>
            </a:extLst>
          </p:cNvPr>
          <p:cNvGraphicFramePr/>
          <p:nvPr>
            <p:extLst>
              <p:ext uri="{D42A27DB-BD31-4B8C-83A1-F6EECF244321}">
                <p14:modId xmlns:p14="http://schemas.microsoft.com/office/powerpoint/2010/main" val="2656052895"/>
              </p:ext>
            </p:extLst>
          </p:nvPr>
        </p:nvGraphicFramePr>
        <p:xfrm>
          <a:off x="2568136" y="6629332"/>
          <a:ext cx="306944" cy="445716"/>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32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640" name="Table">
            <a:extLst>
              <a:ext uri="{FF2B5EF4-FFF2-40B4-BE49-F238E27FC236}">
                <a16:creationId xmlns:a16="http://schemas.microsoft.com/office/drawing/2014/main" id="{D9617957-6B66-0FAF-E836-0C5941B5791D}"/>
              </a:ext>
            </a:extLst>
          </p:cNvPr>
          <p:cNvGraphicFramePr/>
          <p:nvPr>
            <p:extLst>
              <p:ext uri="{D42A27DB-BD31-4B8C-83A1-F6EECF244321}">
                <p14:modId xmlns:p14="http://schemas.microsoft.com/office/powerpoint/2010/main" val="3055492380"/>
              </p:ext>
            </p:extLst>
          </p:nvPr>
        </p:nvGraphicFramePr>
        <p:xfrm>
          <a:off x="470964" y="6845560"/>
          <a:ext cx="449721" cy="21336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bl>
          </a:graphicData>
        </a:graphic>
      </p:graphicFrame>
      <p:sp>
        <p:nvSpPr>
          <p:cNvPr id="679" name="TextBox 678">
            <a:extLst>
              <a:ext uri="{FF2B5EF4-FFF2-40B4-BE49-F238E27FC236}">
                <a16:creationId xmlns:a16="http://schemas.microsoft.com/office/drawing/2014/main" id="{06B85371-9054-CB14-9433-D2BADEE4D79A}"/>
              </a:ext>
            </a:extLst>
          </p:cNvPr>
          <p:cNvSpPr txBox="1"/>
          <p:nvPr/>
        </p:nvSpPr>
        <p:spPr>
          <a:xfrm>
            <a:off x="209573" y="2785810"/>
            <a:ext cx="2770362" cy="689852"/>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Each module generates a set of tables. All tables are not created equal; some tables are used to join separate modules.</a:t>
            </a:r>
          </a:p>
        </p:txBody>
      </p:sp>
      <p:sp>
        <p:nvSpPr>
          <p:cNvPr id="682" name="Layout Suggestions">
            <a:extLst>
              <a:ext uri="{FF2B5EF4-FFF2-40B4-BE49-F238E27FC236}">
                <a16:creationId xmlns:a16="http://schemas.microsoft.com/office/drawing/2014/main" id="{C79FD85E-B86D-700F-CB8D-1DE80C32D0CE}"/>
              </a:ext>
            </a:extLst>
          </p:cNvPr>
          <p:cNvSpPr txBox="1"/>
          <p:nvPr/>
        </p:nvSpPr>
        <p:spPr>
          <a:xfrm>
            <a:off x="183308" y="2488357"/>
            <a:ext cx="230387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Table Creation</a:t>
            </a:r>
          </a:p>
        </p:txBody>
      </p:sp>
      <p:sp>
        <p:nvSpPr>
          <p:cNvPr id="683" name="Layout Suggestions">
            <a:extLst>
              <a:ext uri="{FF2B5EF4-FFF2-40B4-BE49-F238E27FC236}">
                <a16:creationId xmlns:a16="http://schemas.microsoft.com/office/drawing/2014/main" id="{3D60496A-DCD6-3148-6AA0-7A3D5FF791C5}"/>
              </a:ext>
            </a:extLst>
          </p:cNvPr>
          <p:cNvSpPr txBox="1"/>
          <p:nvPr/>
        </p:nvSpPr>
        <p:spPr>
          <a:xfrm>
            <a:off x="11460330" y="5947353"/>
            <a:ext cx="1837117"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Modules</a:t>
            </a:r>
          </a:p>
        </p:txBody>
      </p:sp>
      <p:sp>
        <p:nvSpPr>
          <p:cNvPr id="684" name="Create a visual hierarchy. Help users navigate the page with titles, subtitles, and subsubtitles">
            <a:extLst>
              <a:ext uri="{FF2B5EF4-FFF2-40B4-BE49-F238E27FC236}">
                <a16:creationId xmlns:a16="http://schemas.microsoft.com/office/drawing/2014/main" id="{F0482B3D-B9A2-1CBE-50BF-E19ACE2B0D80}"/>
              </a:ext>
            </a:extLst>
          </p:cNvPr>
          <p:cNvSpPr txBox="1"/>
          <p:nvPr/>
        </p:nvSpPr>
        <p:spPr>
          <a:xfrm>
            <a:off x="11434995" y="4640136"/>
            <a:ext cx="2276900" cy="110740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rgbClr val="000000"/>
                </a:solidFill>
                <a:latin typeface="Source Sans Pro" panose="020B0503030403020204" pitchFamily="34" charset="0"/>
                <a:ea typeface="Source Sans Pro" panose="020B0503030403020204" pitchFamily="34" charset="0"/>
                <a:sym typeface="Source Sans Pro Light"/>
              </a:rPr>
              <a:t>Processed R tables that can </a:t>
            </a:r>
            <a:r>
              <a:rPr lang="en-US">
                <a:latin typeface="Source Sans Pro" panose="020B0503030403020204" pitchFamily="34" charset="0"/>
                <a:ea typeface="Source Sans Pro" panose="020B0503030403020204" pitchFamily="34" charset="0"/>
              </a:rPr>
              <a:t>be </a:t>
            </a:r>
            <a:r>
              <a:rPr lang="en-US">
                <a:solidFill>
                  <a:schemeClr val="bg2">
                    <a:lumMod val="10000"/>
                  </a:schemeClr>
                </a:solidFill>
                <a:latin typeface="Source Sans Pro" panose="020B0503030403020204" pitchFamily="34" charset="0"/>
                <a:ea typeface="Source Sans Pro" panose="020B0503030403020204" pitchFamily="34" charset="0"/>
              </a:rPr>
              <a:t>called</a:t>
            </a:r>
            <a:r>
              <a:rPr lang="en-US">
                <a:latin typeface="Source Sans Pro" panose="020B0503030403020204" pitchFamily="34" charset="0"/>
                <a:ea typeface="Source Sans Pro" panose="020B0503030403020204" pitchFamily="34" charset="0"/>
              </a:rPr>
              <a:t> by files (.R and .</a:t>
            </a:r>
            <a:r>
              <a:rPr lang="en-US" err="1">
                <a:latin typeface="Source Sans Pro" panose="020B0503030403020204" pitchFamily="34" charset="0"/>
                <a:ea typeface="Source Sans Pro" panose="020B0503030403020204" pitchFamily="34" charset="0"/>
              </a:rPr>
              <a:t>Rmd</a:t>
            </a:r>
            <a:r>
              <a:rPr lang="en-US">
                <a:latin typeface="Source Sans Pro" panose="020B0503030403020204" pitchFamily="34" charset="0"/>
                <a:ea typeface="Source Sans Pro" panose="020B0503030403020204" pitchFamily="34" charset="0"/>
              </a:rPr>
              <a:t>) inside a specific module. Or outside of a specific module’s scope when two modules with different sources intersect.</a:t>
            </a:r>
            <a:endPar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endParaRPr>
          </a:p>
        </p:txBody>
      </p:sp>
      <p:sp>
        <p:nvSpPr>
          <p:cNvPr id="685" name="Manipulate Variables">
            <a:extLst>
              <a:ext uri="{FF2B5EF4-FFF2-40B4-BE49-F238E27FC236}">
                <a16:creationId xmlns:a16="http://schemas.microsoft.com/office/drawing/2014/main" id="{04784277-D0A7-D51B-B954-A14BB5378F6F}"/>
              </a:ext>
            </a:extLst>
          </p:cNvPr>
          <p:cNvSpPr txBox="1"/>
          <p:nvPr/>
        </p:nvSpPr>
        <p:spPr>
          <a:xfrm>
            <a:off x="11440893" y="4258589"/>
            <a:ext cx="241692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Tables</a:t>
            </a:r>
            <a:endParaRPr lang="en-US" sz="2500">
              <a:solidFill>
                <a:schemeClr val="tx2"/>
              </a:solidFill>
            </a:endParaRPr>
          </a:p>
        </p:txBody>
      </p:sp>
      <p:sp>
        <p:nvSpPr>
          <p:cNvPr id="701" name="Rectangle 700">
            <a:extLst>
              <a:ext uri="{FF2B5EF4-FFF2-40B4-BE49-F238E27FC236}">
                <a16:creationId xmlns:a16="http://schemas.microsoft.com/office/drawing/2014/main" id="{0EAA886D-3053-3313-65D2-BBC06821BDBD}"/>
              </a:ext>
            </a:extLst>
          </p:cNvPr>
          <p:cNvSpPr/>
          <p:nvPr/>
        </p:nvSpPr>
        <p:spPr>
          <a:xfrm>
            <a:off x="3827949" y="8305065"/>
            <a:ext cx="1691765"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02" name="Rectangle 701">
            <a:extLst>
              <a:ext uri="{FF2B5EF4-FFF2-40B4-BE49-F238E27FC236}">
                <a16:creationId xmlns:a16="http://schemas.microsoft.com/office/drawing/2014/main" id="{2987D6D8-2FD4-6CF0-5A1A-97B9FCA2A1FA}"/>
              </a:ext>
            </a:extLst>
          </p:cNvPr>
          <p:cNvSpPr/>
          <p:nvPr/>
        </p:nvSpPr>
        <p:spPr>
          <a:xfrm>
            <a:off x="5990771" y="8274127"/>
            <a:ext cx="1691765"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025" name="Picture 1024">
            <a:extLst>
              <a:ext uri="{FF2B5EF4-FFF2-40B4-BE49-F238E27FC236}">
                <a16:creationId xmlns:a16="http://schemas.microsoft.com/office/drawing/2014/main" id="{70EF5E74-2A24-0D65-305D-E9865CF54CE7}"/>
              </a:ext>
            </a:extLst>
          </p:cNvPr>
          <p:cNvPicPr>
            <a:picLocks noChangeAspect="1"/>
          </p:cNvPicPr>
          <p:nvPr/>
        </p:nvPicPr>
        <p:blipFill>
          <a:blip r:embed="rId11"/>
          <a:stretch>
            <a:fillRect/>
          </a:stretch>
        </p:blipFill>
        <p:spPr>
          <a:xfrm>
            <a:off x="4935169" y="8610666"/>
            <a:ext cx="538060" cy="507646"/>
          </a:xfrm>
          <a:prstGeom prst="rect">
            <a:avLst/>
          </a:prstGeom>
        </p:spPr>
      </p:pic>
      <p:cxnSp>
        <p:nvCxnSpPr>
          <p:cNvPr id="1027" name="Straight Arrow Connector 1026">
            <a:extLst>
              <a:ext uri="{FF2B5EF4-FFF2-40B4-BE49-F238E27FC236}">
                <a16:creationId xmlns:a16="http://schemas.microsoft.com/office/drawing/2014/main" id="{B668B734-C528-980C-9519-AACDFFACF97A}"/>
              </a:ext>
            </a:extLst>
          </p:cNvPr>
          <p:cNvCxnSpPr>
            <a:cxnSpLocks/>
          </p:cNvCxnSpPr>
          <p:nvPr/>
        </p:nvCxnSpPr>
        <p:spPr>
          <a:xfrm>
            <a:off x="4543907" y="8850033"/>
            <a:ext cx="336605"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028" name="Picture 1027">
            <a:extLst>
              <a:ext uri="{FF2B5EF4-FFF2-40B4-BE49-F238E27FC236}">
                <a16:creationId xmlns:a16="http://schemas.microsoft.com/office/drawing/2014/main" id="{1DCA7491-081A-8CC6-D0F9-6963D22AA746}"/>
              </a:ext>
            </a:extLst>
          </p:cNvPr>
          <p:cNvPicPr>
            <a:picLocks noChangeAspect="1"/>
          </p:cNvPicPr>
          <p:nvPr/>
        </p:nvPicPr>
        <p:blipFill>
          <a:blip r:embed="rId12"/>
          <a:stretch>
            <a:fillRect/>
          </a:stretch>
        </p:blipFill>
        <p:spPr>
          <a:xfrm>
            <a:off x="3892357" y="8681326"/>
            <a:ext cx="544372" cy="486505"/>
          </a:xfrm>
          <a:prstGeom prst="rect">
            <a:avLst/>
          </a:prstGeom>
        </p:spPr>
      </p:pic>
      <p:cxnSp>
        <p:nvCxnSpPr>
          <p:cNvPr id="1030" name="Straight Arrow Connector 1029">
            <a:extLst>
              <a:ext uri="{FF2B5EF4-FFF2-40B4-BE49-F238E27FC236}">
                <a16:creationId xmlns:a16="http://schemas.microsoft.com/office/drawing/2014/main" id="{5053E355-ED58-A6C8-62B7-80B69E2383E3}"/>
              </a:ext>
            </a:extLst>
          </p:cNvPr>
          <p:cNvCxnSpPr>
            <a:cxnSpLocks/>
          </p:cNvCxnSpPr>
          <p:nvPr/>
        </p:nvCxnSpPr>
        <p:spPr>
          <a:xfrm>
            <a:off x="6655341" y="8801116"/>
            <a:ext cx="336605"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031" name="Picture 1030">
            <a:extLst>
              <a:ext uri="{FF2B5EF4-FFF2-40B4-BE49-F238E27FC236}">
                <a16:creationId xmlns:a16="http://schemas.microsoft.com/office/drawing/2014/main" id="{E5EC1932-AA40-C4B2-9184-6A4D7FBA9ABF}"/>
              </a:ext>
            </a:extLst>
          </p:cNvPr>
          <p:cNvPicPr>
            <a:picLocks noChangeAspect="1"/>
          </p:cNvPicPr>
          <p:nvPr/>
        </p:nvPicPr>
        <p:blipFill>
          <a:blip r:embed="rId12"/>
          <a:stretch>
            <a:fillRect/>
          </a:stretch>
        </p:blipFill>
        <p:spPr>
          <a:xfrm>
            <a:off x="6090715" y="8631977"/>
            <a:ext cx="544372" cy="486505"/>
          </a:xfrm>
          <a:prstGeom prst="rect">
            <a:avLst/>
          </a:prstGeom>
        </p:spPr>
      </p:pic>
      <p:pic>
        <p:nvPicPr>
          <p:cNvPr id="1032" name="Graphic 1031" descr="Paper outline">
            <a:extLst>
              <a:ext uri="{FF2B5EF4-FFF2-40B4-BE49-F238E27FC236}">
                <a16:creationId xmlns:a16="http://schemas.microsoft.com/office/drawing/2014/main" id="{429C247D-FBC7-B90E-FC74-B18B5FA4407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12650" y="8378631"/>
            <a:ext cx="742629" cy="700281"/>
          </a:xfrm>
          <a:prstGeom prst="rect">
            <a:avLst/>
          </a:prstGeom>
        </p:spPr>
      </p:pic>
      <p:sp>
        <p:nvSpPr>
          <p:cNvPr id="1033" name="TextBox 1032">
            <a:extLst>
              <a:ext uri="{FF2B5EF4-FFF2-40B4-BE49-F238E27FC236}">
                <a16:creationId xmlns:a16="http://schemas.microsoft.com/office/drawing/2014/main" id="{FB13F5B8-6923-2442-78FF-1B92A9054CC6}"/>
              </a:ext>
            </a:extLst>
          </p:cNvPr>
          <p:cNvSpPr txBox="1"/>
          <p:nvPr/>
        </p:nvSpPr>
        <p:spPr>
          <a:xfrm>
            <a:off x="6866803" y="8992605"/>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notebook</a:t>
            </a:r>
          </a:p>
        </p:txBody>
      </p:sp>
      <p:sp>
        <p:nvSpPr>
          <p:cNvPr id="1055" name="TextBox 1054">
            <a:extLst>
              <a:ext uri="{FF2B5EF4-FFF2-40B4-BE49-F238E27FC236}">
                <a16:creationId xmlns:a16="http://schemas.microsoft.com/office/drawing/2014/main" id="{A5CB9EA3-56E7-C5D9-005C-82AAFB70366B}"/>
              </a:ext>
            </a:extLst>
          </p:cNvPr>
          <p:cNvSpPr txBox="1"/>
          <p:nvPr/>
        </p:nvSpPr>
        <p:spPr>
          <a:xfrm>
            <a:off x="4471605" y="5719105"/>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t>
            </a:r>
          </a:p>
        </p:txBody>
      </p:sp>
      <p:cxnSp>
        <p:nvCxnSpPr>
          <p:cNvPr id="1057" name="Straight Arrow Connector 1056">
            <a:extLst>
              <a:ext uri="{FF2B5EF4-FFF2-40B4-BE49-F238E27FC236}">
                <a16:creationId xmlns:a16="http://schemas.microsoft.com/office/drawing/2014/main" id="{C638703A-2934-EEEB-DDC2-BE78C4CE3AE7}"/>
              </a:ext>
            </a:extLst>
          </p:cNvPr>
          <p:cNvCxnSpPr>
            <a:cxnSpLocks/>
            <a:endCxn id="926" idx="0"/>
          </p:cNvCxnSpPr>
          <p:nvPr/>
        </p:nvCxnSpPr>
        <p:spPr>
          <a:xfrm>
            <a:off x="4737285" y="6275051"/>
            <a:ext cx="1" cy="408272"/>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60" name="Straight Arrow Connector 1059">
            <a:extLst>
              <a:ext uri="{FF2B5EF4-FFF2-40B4-BE49-F238E27FC236}">
                <a16:creationId xmlns:a16="http://schemas.microsoft.com/office/drawing/2014/main" id="{F8A40D5D-2082-D092-DC17-9E5E38F2DF48}"/>
              </a:ext>
            </a:extLst>
          </p:cNvPr>
          <p:cNvCxnSpPr>
            <a:cxnSpLocks/>
            <a:endCxn id="928" idx="0"/>
          </p:cNvCxnSpPr>
          <p:nvPr/>
        </p:nvCxnSpPr>
        <p:spPr>
          <a:xfrm>
            <a:off x="5125561" y="5880129"/>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063" name="Graphic 1062" descr="Paper outline">
            <a:extLst>
              <a:ext uri="{FF2B5EF4-FFF2-40B4-BE49-F238E27FC236}">
                <a16:creationId xmlns:a16="http://schemas.microsoft.com/office/drawing/2014/main" id="{7A556944-D6E6-83BC-EF95-AD951A085D4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286544" y="5384089"/>
            <a:ext cx="945167" cy="891269"/>
          </a:xfrm>
          <a:prstGeom prst="rect">
            <a:avLst/>
          </a:prstGeom>
        </p:spPr>
      </p:pic>
      <p:sp>
        <p:nvSpPr>
          <p:cNvPr id="1069" name="Layout Suggestions">
            <a:extLst>
              <a:ext uri="{FF2B5EF4-FFF2-40B4-BE49-F238E27FC236}">
                <a16:creationId xmlns:a16="http://schemas.microsoft.com/office/drawing/2014/main" id="{B777EAC5-9860-08B8-C119-308743DA4720}"/>
              </a:ext>
            </a:extLst>
          </p:cNvPr>
          <p:cNvSpPr txBox="1"/>
          <p:nvPr/>
        </p:nvSpPr>
        <p:spPr>
          <a:xfrm>
            <a:off x="11491125" y="7762999"/>
            <a:ext cx="1837117"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Exec Files</a:t>
            </a:r>
          </a:p>
        </p:txBody>
      </p:sp>
      <p:cxnSp>
        <p:nvCxnSpPr>
          <p:cNvPr id="267" name="Straight Connector 266">
            <a:extLst>
              <a:ext uri="{FF2B5EF4-FFF2-40B4-BE49-F238E27FC236}">
                <a16:creationId xmlns:a16="http://schemas.microsoft.com/office/drawing/2014/main" id="{1923C1C2-B0A3-2A0E-F8AF-1FB26F47605B}"/>
              </a:ext>
            </a:extLst>
          </p:cNvPr>
          <p:cNvCxnSpPr>
            <a:cxnSpLocks/>
          </p:cNvCxnSpPr>
          <p:nvPr/>
        </p:nvCxnSpPr>
        <p:spPr>
          <a:xfrm flipH="1">
            <a:off x="7167401" y="4276515"/>
            <a:ext cx="473456" cy="1640330"/>
          </a:xfrm>
          <a:prstGeom prst="line">
            <a:avLst/>
          </a:prstGeom>
          <a:noFill/>
          <a:ln w="25400" cap="flat">
            <a:solidFill>
              <a:schemeClr val="accent1"/>
            </a:solidFill>
            <a:prstDash val="solid"/>
            <a:miter lim="400000"/>
          </a:ln>
          <a:effectLst/>
          <a:sp3d/>
        </p:spPr>
        <p:style>
          <a:lnRef idx="0">
            <a:scrgbClr r="0" g="0" b="0"/>
          </a:lnRef>
          <a:fillRef idx="0">
            <a:scrgbClr r="0" g="0" b="0"/>
          </a:fillRef>
          <a:effectRef idx="0">
            <a:scrgbClr r="0" g="0" b="0"/>
          </a:effectRef>
          <a:fontRef idx="none"/>
        </p:style>
      </p:cxnSp>
      <p:cxnSp>
        <p:nvCxnSpPr>
          <p:cNvPr id="270" name="Straight Connector 269">
            <a:extLst>
              <a:ext uri="{FF2B5EF4-FFF2-40B4-BE49-F238E27FC236}">
                <a16:creationId xmlns:a16="http://schemas.microsoft.com/office/drawing/2014/main" id="{5D19C061-BEAC-5AC7-38B3-43669DA3E62A}"/>
              </a:ext>
            </a:extLst>
          </p:cNvPr>
          <p:cNvCxnSpPr>
            <a:cxnSpLocks/>
          </p:cNvCxnSpPr>
          <p:nvPr/>
        </p:nvCxnSpPr>
        <p:spPr>
          <a:xfrm flipH="1">
            <a:off x="7448446" y="4282175"/>
            <a:ext cx="496355" cy="1649887"/>
          </a:xfrm>
          <a:prstGeom prst="line">
            <a:avLst/>
          </a:prstGeom>
          <a:noFill/>
          <a:ln w="25400" cap="flat">
            <a:solidFill>
              <a:schemeClr val="accent1"/>
            </a:solidFill>
            <a:prstDash val="solid"/>
            <a:miter lim="400000"/>
          </a:ln>
          <a:effectLst/>
          <a:sp3d/>
        </p:spPr>
        <p:style>
          <a:lnRef idx="0">
            <a:scrgbClr r="0" g="0" b="0"/>
          </a:lnRef>
          <a:fillRef idx="0">
            <a:scrgbClr r="0" g="0" b="0"/>
          </a:fillRef>
          <a:effectRef idx="0">
            <a:scrgbClr r="0" g="0" b="0"/>
          </a:effectRef>
          <a:fontRef idx="none"/>
        </p:style>
      </p:cxnSp>
      <p:cxnSp>
        <p:nvCxnSpPr>
          <p:cNvPr id="271" name="Straight Connector 270">
            <a:extLst>
              <a:ext uri="{FF2B5EF4-FFF2-40B4-BE49-F238E27FC236}">
                <a16:creationId xmlns:a16="http://schemas.microsoft.com/office/drawing/2014/main" id="{6CBD8743-FAE8-D306-A474-C8DBE76FC10F}"/>
              </a:ext>
            </a:extLst>
          </p:cNvPr>
          <p:cNvCxnSpPr>
            <a:cxnSpLocks/>
          </p:cNvCxnSpPr>
          <p:nvPr/>
        </p:nvCxnSpPr>
        <p:spPr>
          <a:xfrm flipH="1">
            <a:off x="7937907" y="4282175"/>
            <a:ext cx="902780" cy="0"/>
          </a:xfrm>
          <a:prstGeom prst="line">
            <a:avLst/>
          </a:prstGeom>
          <a:noFill/>
          <a:ln w="25400" cap="flat">
            <a:solidFill>
              <a:schemeClr val="accent1"/>
            </a:solidFill>
            <a:prstDash val="solid"/>
            <a:miter lim="400000"/>
          </a:ln>
          <a:effectLst/>
          <a:sp3d/>
        </p:spPr>
        <p:style>
          <a:lnRef idx="0">
            <a:scrgbClr r="0" g="0" b="0"/>
          </a:lnRef>
          <a:fillRef idx="0">
            <a:scrgbClr r="0" g="0" b="0"/>
          </a:fillRef>
          <a:effectRef idx="0">
            <a:scrgbClr r="0" g="0" b="0"/>
          </a:effectRef>
          <a:fontRef idx="none"/>
        </p:style>
      </p:cxnSp>
      <p:cxnSp>
        <p:nvCxnSpPr>
          <p:cNvPr id="276" name="Straight Connector 275">
            <a:extLst>
              <a:ext uri="{FF2B5EF4-FFF2-40B4-BE49-F238E27FC236}">
                <a16:creationId xmlns:a16="http://schemas.microsoft.com/office/drawing/2014/main" id="{22E8ACC4-FF15-3D3E-EDC1-B81B7A8FADED}"/>
              </a:ext>
            </a:extLst>
          </p:cNvPr>
          <p:cNvCxnSpPr>
            <a:cxnSpLocks/>
          </p:cNvCxnSpPr>
          <p:nvPr/>
        </p:nvCxnSpPr>
        <p:spPr>
          <a:xfrm flipH="1">
            <a:off x="6850045" y="4291633"/>
            <a:ext cx="795280" cy="0"/>
          </a:xfrm>
          <a:prstGeom prst="line">
            <a:avLst/>
          </a:prstGeom>
          <a:noFill/>
          <a:ln w="25400" cap="flat">
            <a:solidFill>
              <a:schemeClr val="accent1"/>
            </a:solidFill>
            <a:prstDash val="solid"/>
            <a:miter lim="400000"/>
          </a:ln>
          <a:effectLst/>
          <a:sp3d/>
        </p:spPr>
        <p:style>
          <a:lnRef idx="0">
            <a:scrgbClr r="0" g="0" b="0"/>
          </a:lnRef>
          <a:fillRef idx="0">
            <a:scrgbClr r="0" g="0" b="0"/>
          </a:fillRef>
          <a:effectRef idx="0">
            <a:scrgbClr r="0" g="0" b="0"/>
          </a:effectRef>
          <a:fontRef idx="none"/>
        </p:style>
      </p:cxnSp>
      <p:cxnSp>
        <p:nvCxnSpPr>
          <p:cNvPr id="278" name="Connector: Elbow 277">
            <a:extLst>
              <a:ext uri="{FF2B5EF4-FFF2-40B4-BE49-F238E27FC236}">
                <a16:creationId xmlns:a16="http://schemas.microsoft.com/office/drawing/2014/main" id="{E6C92BA3-DD38-BFC2-C3A8-9D60CC8410EC}"/>
              </a:ext>
            </a:extLst>
          </p:cNvPr>
          <p:cNvCxnSpPr>
            <a:cxnSpLocks/>
            <a:stCxn id="285" idx="3"/>
          </p:cNvCxnSpPr>
          <p:nvPr/>
        </p:nvCxnSpPr>
        <p:spPr>
          <a:xfrm flipV="1">
            <a:off x="9103257" y="7933014"/>
            <a:ext cx="2387868" cy="955199"/>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85" name="TextBox 284">
            <a:extLst>
              <a:ext uri="{FF2B5EF4-FFF2-40B4-BE49-F238E27FC236}">
                <a16:creationId xmlns:a16="http://schemas.microsoft.com/office/drawing/2014/main" id="{36D855E4-825C-329E-2427-416667F1AE21}"/>
              </a:ext>
            </a:extLst>
          </p:cNvPr>
          <p:cNvSpPr txBox="1"/>
          <p:nvPr/>
        </p:nvSpPr>
        <p:spPr>
          <a:xfrm>
            <a:off x="8012822" y="8743342"/>
            <a:ext cx="109043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321" name="Rectangle 320">
            <a:extLst>
              <a:ext uri="{FF2B5EF4-FFF2-40B4-BE49-F238E27FC236}">
                <a16:creationId xmlns:a16="http://schemas.microsoft.com/office/drawing/2014/main" id="{4F774537-7A6C-A0D0-E903-AEE6E4DC71A5}"/>
              </a:ext>
            </a:extLst>
          </p:cNvPr>
          <p:cNvSpPr/>
          <p:nvPr/>
        </p:nvSpPr>
        <p:spPr>
          <a:xfrm>
            <a:off x="8186504" y="6006219"/>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2" name="Rectangle 321">
            <a:extLst>
              <a:ext uri="{FF2B5EF4-FFF2-40B4-BE49-F238E27FC236}">
                <a16:creationId xmlns:a16="http://schemas.microsoft.com/office/drawing/2014/main" id="{1DD9A946-B05A-C2AC-03A0-588BC980A380}"/>
              </a:ext>
            </a:extLst>
          </p:cNvPr>
          <p:cNvSpPr/>
          <p:nvPr/>
        </p:nvSpPr>
        <p:spPr>
          <a:xfrm>
            <a:off x="8191833" y="5053945"/>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5" name="Line">
            <a:extLst>
              <a:ext uri="{FF2B5EF4-FFF2-40B4-BE49-F238E27FC236}">
                <a16:creationId xmlns:a16="http://schemas.microsoft.com/office/drawing/2014/main" id="{5DF6EED0-9606-AAD7-4297-1E23F34DD2DD}"/>
              </a:ext>
            </a:extLst>
          </p:cNvPr>
          <p:cNvSpPr/>
          <p:nvPr/>
        </p:nvSpPr>
        <p:spPr>
          <a:xfrm flipV="1">
            <a:off x="8016878" y="8263953"/>
            <a:ext cx="2083" cy="110957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26" name="TextBox 325">
            <a:extLst>
              <a:ext uri="{FF2B5EF4-FFF2-40B4-BE49-F238E27FC236}">
                <a16:creationId xmlns:a16="http://schemas.microsoft.com/office/drawing/2014/main" id="{BFD95740-72B9-A3E8-44BD-79F13543C95D}"/>
              </a:ext>
            </a:extLst>
          </p:cNvPr>
          <p:cNvSpPr txBox="1"/>
          <p:nvPr/>
        </p:nvSpPr>
        <p:spPr>
          <a:xfrm>
            <a:off x="9593231" y="4105264"/>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sp>
        <p:nvSpPr>
          <p:cNvPr id="2" name="Line">
            <a:extLst>
              <a:ext uri="{FF2B5EF4-FFF2-40B4-BE49-F238E27FC236}">
                <a16:creationId xmlns:a16="http://schemas.microsoft.com/office/drawing/2014/main" id="{2C41728D-908B-D987-6955-0E458ABDCB56}"/>
              </a:ext>
            </a:extLst>
          </p:cNvPr>
          <p:cNvSpPr/>
          <p:nvPr/>
        </p:nvSpPr>
        <p:spPr>
          <a:xfrm flipV="1">
            <a:off x="10483412" y="3677550"/>
            <a:ext cx="2083" cy="110957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graphicFrame>
        <p:nvGraphicFramePr>
          <p:cNvPr id="20" name="Table">
            <a:extLst>
              <a:ext uri="{FF2B5EF4-FFF2-40B4-BE49-F238E27FC236}">
                <a16:creationId xmlns:a16="http://schemas.microsoft.com/office/drawing/2014/main" id="{6DCFF449-89E9-C1F9-AA4C-5638058B5379}"/>
              </a:ext>
            </a:extLst>
          </p:cNvPr>
          <p:cNvGraphicFramePr/>
          <p:nvPr>
            <p:extLst>
              <p:ext uri="{D42A27DB-BD31-4B8C-83A1-F6EECF244321}">
                <p14:modId xmlns:p14="http://schemas.microsoft.com/office/powerpoint/2010/main" val="4100912989"/>
              </p:ext>
            </p:extLst>
          </p:nvPr>
        </p:nvGraphicFramePr>
        <p:xfrm>
          <a:off x="6069538" y="4207852"/>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aphicFrame>
        <p:nvGraphicFramePr>
          <p:cNvPr id="21" name="Table">
            <a:extLst>
              <a:ext uri="{FF2B5EF4-FFF2-40B4-BE49-F238E27FC236}">
                <a16:creationId xmlns:a16="http://schemas.microsoft.com/office/drawing/2014/main" id="{8A635D90-2CB1-8442-B448-A15A53FDDA95}"/>
              </a:ext>
            </a:extLst>
          </p:cNvPr>
          <p:cNvGraphicFramePr/>
          <p:nvPr>
            <p:extLst>
              <p:ext uri="{D42A27DB-BD31-4B8C-83A1-F6EECF244321}">
                <p14:modId xmlns:p14="http://schemas.microsoft.com/office/powerpoint/2010/main" val="2386649551"/>
              </p:ext>
            </p:extLst>
          </p:nvPr>
        </p:nvGraphicFramePr>
        <p:xfrm>
          <a:off x="8939974" y="4140069"/>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sp>
        <p:nvSpPr>
          <p:cNvPr id="32" name="Rectangle 31">
            <a:extLst>
              <a:ext uri="{FF2B5EF4-FFF2-40B4-BE49-F238E27FC236}">
                <a16:creationId xmlns:a16="http://schemas.microsoft.com/office/drawing/2014/main" id="{EB7AB9FE-9367-1CB0-AA50-39056D1A69A7}"/>
              </a:ext>
            </a:extLst>
          </p:cNvPr>
          <p:cNvSpPr/>
          <p:nvPr/>
        </p:nvSpPr>
        <p:spPr>
          <a:xfrm>
            <a:off x="8918685" y="4106469"/>
            <a:ext cx="666796" cy="541227"/>
          </a:xfrm>
          <a:prstGeom prst="rect">
            <a:avLst/>
          </a:prstGeom>
          <a:noFill/>
          <a:ln w="12700" cap="flat">
            <a:solidFill>
              <a:schemeClr val="accent3">
                <a:lumMod val="9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cxnSp>
        <p:nvCxnSpPr>
          <p:cNvPr id="36" name="Straight Connector 35">
            <a:extLst>
              <a:ext uri="{FF2B5EF4-FFF2-40B4-BE49-F238E27FC236}">
                <a16:creationId xmlns:a16="http://schemas.microsoft.com/office/drawing/2014/main" id="{03862FB5-20CD-75FB-F706-81A78E1E7E00}"/>
              </a:ext>
            </a:extLst>
          </p:cNvPr>
          <p:cNvCxnSpPr>
            <a:cxnSpLocks/>
          </p:cNvCxnSpPr>
          <p:nvPr/>
        </p:nvCxnSpPr>
        <p:spPr>
          <a:xfrm flipH="1">
            <a:off x="6097652" y="3495956"/>
            <a:ext cx="1245464" cy="429388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0" name="Straight Connector 39">
            <a:extLst>
              <a:ext uri="{FF2B5EF4-FFF2-40B4-BE49-F238E27FC236}">
                <a16:creationId xmlns:a16="http://schemas.microsoft.com/office/drawing/2014/main" id="{198094C8-95B9-8EA7-2A62-EF0E1388165B}"/>
              </a:ext>
            </a:extLst>
          </p:cNvPr>
          <p:cNvCxnSpPr>
            <a:cxnSpLocks/>
          </p:cNvCxnSpPr>
          <p:nvPr/>
        </p:nvCxnSpPr>
        <p:spPr>
          <a:xfrm flipH="1">
            <a:off x="6082448" y="2496626"/>
            <a:ext cx="1262360" cy="25408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4" name="Straight Connector 43">
            <a:extLst>
              <a:ext uri="{FF2B5EF4-FFF2-40B4-BE49-F238E27FC236}">
                <a16:creationId xmlns:a16="http://schemas.microsoft.com/office/drawing/2014/main" id="{20AD06EF-BA00-35FF-C375-A215795EE495}"/>
              </a:ext>
            </a:extLst>
          </p:cNvPr>
          <p:cNvCxnSpPr>
            <a:cxnSpLocks/>
          </p:cNvCxnSpPr>
          <p:nvPr/>
        </p:nvCxnSpPr>
        <p:spPr>
          <a:xfrm flipH="1">
            <a:off x="4314221" y="3475740"/>
            <a:ext cx="1496109" cy="250961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7" name="Straight Connector 46">
            <a:extLst>
              <a:ext uri="{FF2B5EF4-FFF2-40B4-BE49-F238E27FC236}">
                <a16:creationId xmlns:a16="http://schemas.microsoft.com/office/drawing/2014/main" id="{E07613FD-EABD-7788-8A4E-5573741D65EA}"/>
              </a:ext>
            </a:extLst>
          </p:cNvPr>
          <p:cNvCxnSpPr>
            <a:cxnSpLocks/>
          </p:cNvCxnSpPr>
          <p:nvPr/>
        </p:nvCxnSpPr>
        <p:spPr>
          <a:xfrm flipH="1">
            <a:off x="4309143" y="2490314"/>
            <a:ext cx="1472430" cy="25308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9" name="Straight Connector 48">
            <a:extLst>
              <a:ext uri="{FF2B5EF4-FFF2-40B4-BE49-F238E27FC236}">
                <a16:creationId xmlns:a16="http://schemas.microsoft.com/office/drawing/2014/main" id="{5E57E851-852E-1593-BBD8-5BD03F7DF574}"/>
              </a:ext>
            </a:extLst>
          </p:cNvPr>
          <p:cNvCxnSpPr>
            <a:cxnSpLocks/>
          </p:cNvCxnSpPr>
          <p:nvPr/>
        </p:nvCxnSpPr>
        <p:spPr>
          <a:xfrm flipH="1">
            <a:off x="3824915" y="6756348"/>
            <a:ext cx="661865" cy="152568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2" name="Straight Connector 51">
            <a:extLst>
              <a:ext uri="{FF2B5EF4-FFF2-40B4-BE49-F238E27FC236}">
                <a16:creationId xmlns:a16="http://schemas.microsoft.com/office/drawing/2014/main" id="{5294BBCE-A823-6BEE-BAA1-148327B5DD22}"/>
              </a:ext>
            </a:extLst>
          </p:cNvPr>
          <p:cNvCxnSpPr>
            <a:cxnSpLocks/>
          </p:cNvCxnSpPr>
          <p:nvPr/>
        </p:nvCxnSpPr>
        <p:spPr>
          <a:xfrm>
            <a:off x="5032239" y="6940933"/>
            <a:ext cx="494110" cy="134109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5" name="Straight Connector 54">
            <a:extLst>
              <a:ext uri="{FF2B5EF4-FFF2-40B4-BE49-F238E27FC236}">
                <a16:creationId xmlns:a16="http://schemas.microsoft.com/office/drawing/2014/main" id="{2AA5DC42-E0D4-4405-8308-67006CB0FC2E}"/>
              </a:ext>
            </a:extLst>
          </p:cNvPr>
          <p:cNvCxnSpPr>
            <a:cxnSpLocks/>
          </p:cNvCxnSpPr>
          <p:nvPr/>
        </p:nvCxnSpPr>
        <p:spPr>
          <a:xfrm>
            <a:off x="5015072" y="7475285"/>
            <a:ext cx="487225" cy="188306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 name="Straight Connector 57">
            <a:extLst>
              <a:ext uri="{FF2B5EF4-FFF2-40B4-BE49-F238E27FC236}">
                <a16:creationId xmlns:a16="http://schemas.microsoft.com/office/drawing/2014/main" id="{F08106B4-2931-5138-1E63-2EFC097FFB39}"/>
              </a:ext>
            </a:extLst>
          </p:cNvPr>
          <p:cNvCxnSpPr>
            <a:cxnSpLocks/>
          </p:cNvCxnSpPr>
          <p:nvPr/>
        </p:nvCxnSpPr>
        <p:spPr>
          <a:xfrm flipH="1">
            <a:off x="3821415" y="7482355"/>
            <a:ext cx="630243" cy="18827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 name="Straight Connector 60">
            <a:extLst>
              <a:ext uri="{FF2B5EF4-FFF2-40B4-BE49-F238E27FC236}">
                <a16:creationId xmlns:a16="http://schemas.microsoft.com/office/drawing/2014/main" id="{D1AAAA26-436E-A824-5299-6701A28C88F3}"/>
              </a:ext>
            </a:extLst>
          </p:cNvPr>
          <p:cNvCxnSpPr>
            <a:cxnSpLocks/>
          </p:cNvCxnSpPr>
          <p:nvPr/>
        </p:nvCxnSpPr>
        <p:spPr>
          <a:xfrm>
            <a:off x="5370202" y="7475285"/>
            <a:ext cx="615722" cy="185227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897" name="Straight Connector 896">
            <a:extLst>
              <a:ext uri="{FF2B5EF4-FFF2-40B4-BE49-F238E27FC236}">
                <a16:creationId xmlns:a16="http://schemas.microsoft.com/office/drawing/2014/main" id="{D483BA0E-80AD-03D5-7C24-156DE80748D0}"/>
              </a:ext>
            </a:extLst>
          </p:cNvPr>
          <p:cNvCxnSpPr>
            <a:cxnSpLocks/>
          </p:cNvCxnSpPr>
          <p:nvPr/>
        </p:nvCxnSpPr>
        <p:spPr>
          <a:xfrm>
            <a:off x="5370202" y="6734507"/>
            <a:ext cx="625315" cy="154752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905" name="Straight Connector 904">
            <a:extLst>
              <a:ext uri="{FF2B5EF4-FFF2-40B4-BE49-F238E27FC236}">
                <a16:creationId xmlns:a16="http://schemas.microsoft.com/office/drawing/2014/main" id="{4EF9BC89-A88D-AA9B-4927-C37529D4A036}"/>
              </a:ext>
            </a:extLst>
          </p:cNvPr>
          <p:cNvCxnSpPr>
            <a:cxnSpLocks/>
          </p:cNvCxnSpPr>
          <p:nvPr/>
        </p:nvCxnSpPr>
        <p:spPr>
          <a:xfrm>
            <a:off x="5928666" y="7468520"/>
            <a:ext cx="1753870" cy="183556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909" name="Straight Connector 908">
            <a:extLst>
              <a:ext uri="{FF2B5EF4-FFF2-40B4-BE49-F238E27FC236}">
                <a16:creationId xmlns:a16="http://schemas.microsoft.com/office/drawing/2014/main" id="{9CC678F6-CF3F-B083-E256-02C2A276F921}"/>
              </a:ext>
            </a:extLst>
          </p:cNvPr>
          <p:cNvCxnSpPr>
            <a:cxnSpLocks/>
          </p:cNvCxnSpPr>
          <p:nvPr/>
        </p:nvCxnSpPr>
        <p:spPr>
          <a:xfrm>
            <a:off x="5933611" y="6940933"/>
            <a:ext cx="1747420" cy="134109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932" name="Straight Connector 931">
            <a:extLst>
              <a:ext uri="{FF2B5EF4-FFF2-40B4-BE49-F238E27FC236}">
                <a16:creationId xmlns:a16="http://schemas.microsoft.com/office/drawing/2014/main" id="{B9C99F4D-1EA1-F51F-F473-6EAFAC2A262D}"/>
              </a:ext>
            </a:extLst>
          </p:cNvPr>
          <p:cNvCxnSpPr>
            <a:cxnSpLocks/>
          </p:cNvCxnSpPr>
          <p:nvPr/>
        </p:nvCxnSpPr>
        <p:spPr>
          <a:xfrm flipV="1">
            <a:off x="6600239" y="3972681"/>
            <a:ext cx="0" cy="247696"/>
          </a:xfrm>
          <a:prstGeom prst="line">
            <a:avLst/>
          </a:prstGeom>
          <a:noFill/>
          <a:ln w="25400" cap="flat">
            <a:solidFill>
              <a:schemeClr val="accent3">
                <a:lumMod val="9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934" name="Straight Connector 933">
            <a:extLst>
              <a:ext uri="{FF2B5EF4-FFF2-40B4-BE49-F238E27FC236}">
                <a16:creationId xmlns:a16="http://schemas.microsoft.com/office/drawing/2014/main" id="{EF049735-8B3D-98D6-9A88-6ECAB51DF1B8}"/>
              </a:ext>
            </a:extLst>
          </p:cNvPr>
          <p:cNvCxnSpPr>
            <a:cxnSpLocks/>
          </p:cNvCxnSpPr>
          <p:nvPr/>
        </p:nvCxnSpPr>
        <p:spPr>
          <a:xfrm flipV="1">
            <a:off x="9047207" y="3971183"/>
            <a:ext cx="0" cy="169381"/>
          </a:xfrm>
          <a:prstGeom prst="line">
            <a:avLst/>
          </a:prstGeom>
          <a:noFill/>
          <a:ln w="25400" cap="flat">
            <a:solidFill>
              <a:schemeClr val="accent3">
                <a:lumMod val="9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936" name="Straight Connector 935">
            <a:extLst>
              <a:ext uri="{FF2B5EF4-FFF2-40B4-BE49-F238E27FC236}">
                <a16:creationId xmlns:a16="http://schemas.microsoft.com/office/drawing/2014/main" id="{1C27E49F-D5F9-4448-1B32-58B56A10F63D}"/>
              </a:ext>
            </a:extLst>
          </p:cNvPr>
          <p:cNvCxnSpPr>
            <a:cxnSpLocks/>
          </p:cNvCxnSpPr>
          <p:nvPr/>
        </p:nvCxnSpPr>
        <p:spPr>
          <a:xfrm flipH="1">
            <a:off x="6600239" y="3971028"/>
            <a:ext cx="2445110" cy="13616"/>
          </a:xfrm>
          <a:prstGeom prst="line">
            <a:avLst/>
          </a:prstGeom>
          <a:noFill/>
          <a:ln w="25400" cap="flat">
            <a:solidFill>
              <a:schemeClr val="accent3">
                <a:lumMod val="90000"/>
              </a:schemeClr>
            </a:solidFill>
            <a:prstDash val="solid"/>
            <a:miter lim="400000"/>
          </a:ln>
          <a:effectLst/>
          <a:sp3d/>
        </p:spPr>
        <p:style>
          <a:lnRef idx="0">
            <a:scrgbClr r="0" g="0" b="0"/>
          </a:lnRef>
          <a:fillRef idx="0">
            <a:scrgbClr r="0" g="0" b="0"/>
          </a:fillRef>
          <a:effectRef idx="0">
            <a:scrgbClr r="0" g="0" b="0"/>
          </a:effectRef>
          <a:fontRef idx="none"/>
        </p:style>
      </p:cxnSp>
      <p:sp>
        <p:nvSpPr>
          <p:cNvPr id="946" name="TextBox 945">
            <a:extLst>
              <a:ext uri="{FF2B5EF4-FFF2-40B4-BE49-F238E27FC236}">
                <a16:creationId xmlns:a16="http://schemas.microsoft.com/office/drawing/2014/main" id="{B8B1F41F-E492-B33C-7BB5-FBA945028739}"/>
              </a:ext>
            </a:extLst>
          </p:cNvPr>
          <p:cNvSpPr txBox="1"/>
          <p:nvPr/>
        </p:nvSpPr>
        <p:spPr>
          <a:xfrm rot="5400000">
            <a:off x="8584659" y="676096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sp>
        <p:nvSpPr>
          <p:cNvPr id="957" name="TextBox 956">
            <a:extLst>
              <a:ext uri="{FF2B5EF4-FFF2-40B4-BE49-F238E27FC236}">
                <a16:creationId xmlns:a16="http://schemas.microsoft.com/office/drawing/2014/main" id="{D02C65E0-8C25-10B3-70F5-2C04B3187760}"/>
              </a:ext>
            </a:extLst>
          </p:cNvPr>
          <p:cNvSpPr txBox="1"/>
          <p:nvPr/>
        </p:nvSpPr>
        <p:spPr>
          <a:xfrm>
            <a:off x="11426073" y="1985425"/>
            <a:ext cx="2360619"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rgbClr val="000000"/>
                </a:solidFill>
                <a:latin typeface="Source Sans Pro" panose="020B0503030403020204" pitchFamily="34" charset="0"/>
                <a:ea typeface="Source Sans Pro" panose="020B0503030403020204" pitchFamily="34" charset="0"/>
              </a:rPr>
              <a:t>Stores diverse raw data formats such as CSV, </a:t>
            </a:r>
            <a:r>
              <a:rPr lang="en-US" b="0" dirty="0" err="1">
                <a:solidFill>
                  <a:srgbClr val="000000"/>
                </a:solidFill>
                <a:latin typeface="Source Sans Pro" panose="020B0503030403020204" pitchFamily="34" charset="0"/>
                <a:ea typeface="Source Sans Pro" panose="020B0503030403020204" pitchFamily="34" charset="0"/>
              </a:rPr>
              <a:t>json</a:t>
            </a:r>
            <a:r>
              <a:rPr lang="en-US" b="0" dirty="0">
                <a:solidFill>
                  <a:srgbClr val="000000"/>
                </a:solidFill>
                <a:latin typeface="Source Sans Pro" panose="020B0503030403020204" pitchFamily="34" charset="0"/>
                <a:ea typeface="Source Sans Pro" panose="020B0503030403020204" pitchFamily="34" charset="0"/>
              </a:rPr>
              <a:t>, and Mbox from local or network sources, then loads them as initial R structures for standardization. </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cxnSp>
        <p:nvCxnSpPr>
          <p:cNvPr id="449" name="Straight Arrow Connector 448">
            <a:extLst>
              <a:ext uri="{FF2B5EF4-FFF2-40B4-BE49-F238E27FC236}">
                <a16:creationId xmlns:a16="http://schemas.microsoft.com/office/drawing/2014/main" id="{B6B14578-24F0-69BB-2ED5-865CC42BDF09}"/>
              </a:ext>
            </a:extLst>
          </p:cNvPr>
          <p:cNvCxnSpPr>
            <a:cxnSpLocks/>
            <a:endCxn id="489" idx="2"/>
          </p:cNvCxnSpPr>
          <p:nvPr/>
        </p:nvCxnSpPr>
        <p:spPr>
          <a:xfrm flipV="1">
            <a:off x="4996443" y="4755650"/>
            <a:ext cx="989411" cy="741199"/>
          </a:xfrm>
          <a:prstGeom prst="straightConnector1">
            <a:avLst/>
          </a:prstGeom>
          <a:noFill/>
          <a:ln w="25400" cap="flat">
            <a:solidFill>
              <a:srgbClr val="000000"/>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522" name="Straight Connector 521">
            <a:extLst>
              <a:ext uri="{FF2B5EF4-FFF2-40B4-BE49-F238E27FC236}">
                <a16:creationId xmlns:a16="http://schemas.microsoft.com/office/drawing/2014/main" id="{6FCD8816-A0A1-CAA8-B3C8-8D90F6486E7D}"/>
              </a:ext>
            </a:extLst>
          </p:cNvPr>
          <p:cNvCxnSpPr>
            <a:cxnSpLocks/>
          </p:cNvCxnSpPr>
          <p:nvPr/>
        </p:nvCxnSpPr>
        <p:spPr>
          <a:xfrm flipH="1">
            <a:off x="820812" y="6692253"/>
            <a:ext cx="1733947" cy="0"/>
          </a:xfrm>
          <a:prstGeom prst="line">
            <a:avLst/>
          </a:prstGeom>
          <a:noFill/>
          <a:ln w="25400" cap="flat">
            <a:solidFill>
              <a:schemeClr val="accent3">
                <a:lumMod val="9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523" name="Straight Connector 522">
            <a:extLst>
              <a:ext uri="{FF2B5EF4-FFF2-40B4-BE49-F238E27FC236}">
                <a16:creationId xmlns:a16="http://schemas.microsoft.com/office/drawing/2014/main" id="{6E534B85-4CDF-900B-6752-E2F0A9350B3E}"/>
              </a:ext>
            </a:extLst>
          </p:cNvPr>
          <p:cNvCxnSpPr>
            <a:cxnSpLocks/>
          </p:cNvCxnSpPr>
          <p:nvPr/>
        </p:nvCxnSpPr>
        <p:spPr>
          <a:xfrm flipV="1">
            <a:off x="833719" y="6697319"/>
            <a:ext cx="0" cy="148241"/>
          </a:xfrm>
          <a:prstGeom prst="line">
            <a:avLst/>
          </a:prstGeom>
          <a:noFill/>
          <a:ln w="25400" cap="flat">
            <a:solidFill>
              <a:schemeClr val="accent3">
                <a:lumMod val="90000"/>
              </a:schemeClr>
            </a:solidFill>
            <a:prstDash val="solid"/>
            <a:miter lim="400000"/>
          </a:ln>
          <a:effectLst/>
          <a:sp3d/>
        </p:spPr>
        <p:style>
          <a:lnRef idx="0">
            <a:scrgbClr r="0" g="0" b="0"/>
          </a:lnRef>
          <a:fillRef idx="0">
            <a:scrgbClr r="0" g="0" b="0"/>
          </a:fillRef>
          <a:effectRef idx="0">
            <a:scrgbClr r="0" g="0" b="0"/>
          </a:effectRef>
          <a:fontRef idx="none"/>
        </p:style>
      </p:cxnSp>
      <p:sp>
        <p:nvSpPr>
          <p:cNvPr id="529" name="Layout Suggestions">
            <a:extLst>
              <a:ext uri="{FF2B5EF4-FFF2-40B4-BE49-F238E27FC236}">
                <a16:creationId xmlns:a16="http://schemas.microsoft.com/office/drawing/2014/main" id="{327DEB6D-85CF-5EA5-1CC6-AC09F7A46FA8}"/>
              </a:ext>
            </a:extLst>
          </p:cNvPr>
          <p:cNvSpPr txBox="1"/>
          <p:nvPr/>
        </p:nvSpPr>
        <p:spPr>
          <a:xfrm>
            <a:off x="162330" y="4931240"/>
            <a:ext cx="230387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Merge Tables</a:t>
            </a:r>
          </a:p>
        </p:txBody>
      </p:sp>
      <p:sp>
        <p:nvSpPr>
          <p:cNvPr id="530" name="Rectangle 529">
            <a:extLst>
              <a:ext uri="{FF2B5EF4-FFF2-40B4-BE49-F238E27FC236}">
                <a16:creationId xmlns:a16="http://schemas.microsoft.com/office/drawing/2014/main" id="{25DCF0F4-7B19-39CC-671A-706A7CC11F1B}"/>
              </a:ext>
            </a:extLst>
          </p:cNvPr>
          <p:cNvSpPr/>
          <p:nvPr/>
        </p:nvSpPr>
        <p:spPr>
          <a:xfrm>
            <a:off x="191429" y="5954480"/>
            <a:ext cx="2926993" cy="1317636"/>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31" name="Rectangle 530">
            <a:extLst>
              <a:ext uri="{FF2B5EF4-FFF2-40B4-BE49-F238E27FC236}">
                <a16:creationId xmlns:a16="http://schemas.microsoft.com/office/drawing/2014/main" id="{C11D6F4B-FD34-6A99-EF1A-F25251BE1911}"/>
              </a:ext>
            </a:extLst>
          </p:cNvPr>
          <p:cNvSpPr/>
          <p:nvPr/>
        </p:nvSpPr>
        <p:spPr>
          <a:xfrm>
            <a:off x="191821" y="5953653"/>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32" name="TextBox 531">
            <a:extLst>
              <a:ext uri="{FF2B5EF4-FFF2-40B4-BE49-F238E27FC236}">
                <a16:creationId xmlns:a16="http://schemas.microsoft.com/office/drawing/2014/main" id="{E15D4319-113A-49BE-AB4D-8C085C380ECE}"/>
              </a:ext>
            </a:extLst>
          </p:cNvPr>
          <p:cNvSpPr txBox="1"/>
          <p:nvPr/>
        </p:nvSpPr>
        <p:spPr>
          <a:xfrm>
            <a:off x="183308" y="5927261"/>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540" name="Rectangle 539">
            <a:extLst>
              <a:ext uri="{FF2B5EF4-FFF2-40B4-BE49-F238E27FC236}">
                <a16:creationId xmlns:a16="http://schemas.microsoft.com/office/drawing/2014/main" id="{035FF3AB-5606-4FC9-41D9-C09A18E3A986}"/>
              </a:ext>
            </a:extLst>
          </p:cNvPr>
          <p:cNvSpPr/>
          <p:nvPr/>
        </p:nvSpPr>
        <p:spPr>
          <a:xfrm>
            <a:off x="372519" y="6365923"/>
            <a:ext cx="629674" cy="80153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41" name="Rectangle 540">
            <a:extLst>
              <a:ext uri="{FF2B5EF4-FFF2-40B4-BE49-F238E27FC236}">
                <a16:creationId xmlns:a16="http://schemas.microsoft.com/office/drawing/2014/main" id="{FC884487-981B-6360-3CEC-005DE2AD94EF}"/>
              </a:ext>
            </a:extLst>
          </p:cNvPr>
          <p:cNvSpPr/>
          <p:nvPr/>
        </p:nvSpPr>
        <p:spPr>
          <a:xfrm>
            <a:off x="372520" y="6362124"/>
            <a:ext cx="629674"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42" name="TextBox 541">
            <a:extLst>
              <a:ext uri="{FF2B5EF4-FFF2-40B4-BE49-F238E27FC236}">
                <a16:creationId xmlns:a16="http://schemas.microsoft.com/office/drawing/2014/main" id="{3161BC4A-EE3C-234A-5BE6-41F960E7C0B9}"/>
              </a:ext>
            </a:extLst>
          </p:cNvPr>
          <p:cNvSpPr txBox="1"/>
          <p:nvPr/>
        </p:nvSpPr>
        <p:spPr>
          <a:xfrm>
            <a:off x="330943" y="6348816"/>
            <a:ext cx="72837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dirty="0"/>
              <a:t>Data Layer A </a:t>
            </a:r>
            <a:endParaRPr kumimoji="0" lang="en-US" sz="800" i="0" u="none" strike="noStrike" cap="none" spc="0" normalizeH="0" baseline="0" dirty="0">
              <a:ln>
                <a:noFill/>
              </a:ln>
              <a:solidFill>
                <a:srgbClr val="4C4C4C"/>
              </a:solidFill>
              <a:effectLst/>
              <a:uFillTx/>
              <a:sym typeface="Source Sans Pro"/>
            </a:endParaRPr>
          </a:p>
        </p:txBody>
      </p:sp>
      <p:sp>
        <p:nvSpPr>
          <p:cNvPr id="545" name="Rectangle 544">
            <a:extLst>
              <a:ext uri="{FF2B5EF4-FFF2-40B4-BE49-F238E27FC236}">
                <a16:creationId xmlns:a16="http://schemas.microsoft.com/office/drawing/2014/main" id="{DD6946A5-A262-2044-E40C-68ACA9580ACD}"/>
              </a:ext>
            </a:extLst>
          </p:cNvPr>
          <p:cNvSpPr/>
          <p:nvPr/>
        </p:nvSpPr>
        <p:spPr>
          <a:xfrm>
            <a:off x="2415163" y="6136382"/>
            <a:ext cx="629674" cy="1032965"/>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46" name="Rectangle 545">
            <a:extLst>
              <a:ext uri="{FF2B5EF4-FFF2-40B4-BE49-F238E27FC236}">
                <a16:creationId xmlns:a16="http://schemas.microsoft.com/office/drawing/2014/main" id="{4376BDA7-EA73-10FC-65BC-CAB06908C727}"/>
              </a:ext>
            </a:extLst>
          </p:cNvPr>
          <p:cNvSpPr/>
          <p:nvPr/>
        </p:nvSpPr>
        <p:spPr>
          <a:xfrm>
            <a:off x="2415164" y="6132583"/>
            <a:ext cx="629674"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47" name="TextBox 546">
            <a:extLst>
              <a:ext uri="{FF2B5EF4-FFF2-40B4-BE49-F238E27FC236}">
                <a16:creationId xmlns:a16="http://schemas.microsoft.com/office/drawing/2014/main" id="{1A59086A-9260-7BC1-FD46-DD5B8CF7810D}"/>
              </a:ext>
            </a:extLst>
          </p:cNvPr>
          <p:cNvSpPr txBox="1"/>
          <p:nvPr/>
        </p:nvSpPr>
        <p:spPr>
          <a:xfrm>
            <a:off x="2363620" y="6114605"/>
            <a:ext cx="74389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i="0" u="none" strike="noStrike" cap="none" spc="0" normalizeH="0" baseline="0" dirty="0">
                <a:ln>
                  <a:noFill/>
                </a:ln>
                <a:solidFill>
                  <a:srgbClr val="4C4C4C"/>
                </a:solidFill>
                <a:effectLst/>
                <a:uFillTx/>
                <a:sym typeface="Source Sans Pro"/>
              </a:rPr>
              <a:t>Data Layer B</a:t>
            </a:r>
          </a:p>
        </p:txBody>
      </p:sp>
      <p:graphicFrame>
        <p:nvGraphicFramePr>
          <p:cNvPr id="557" name="Table">
            <a:extLst>
              <a:ext uri="{FF2B5EF4-FFF2-40B4-BE49-F238E27FC236}">
                <a16:creationId xmlns:a16="http://schemas.microsoft.com/office/drawing/2014/main" id="{CD4CA4DC-7FF7-B5C6-A1AB-5581A9E42C3E}"/>
              </a:ext>
            </a:extLst>
          </p:cNvPr>
          <p:cNvGraphicFramePr/>
          <p:nvPr>
            <p:extLst>
              <p:ext uri="{D42A27DB-BD31-4B8C-83A1-F6EECF244321}">
                <p14:modId xmlns:p14="http://schemas.microsoft.com/office/powerpoint/2010/main" val="624031188"/>
              </p:ext>
            </p:extLst>
          </p:nvPr>
        </p:nvGraphicFramePr>
        <p:xfrm>
          <a:off x="2519940" y="4194821"/>
          <a:ext cx="306944" cy="445716"/>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32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558" name="Table">
            <a:extLst>
              <a:ext uri="{FF2B5EF4-FFF2-40B4-BE49-F238E27FC236}">
                <a16:creationId xmlns:a16="http://schemas.microsoft.com/office/drawing/2014/main" id="{6487DB34-7909-BDC6-9A5F-FDD09D27B46C}"/>
              </a:ext>
            </a:extLst>
          </p:cNvPr>
          <p:cNvGraphicFramePr/>
          <p:nvPr>
            <p:extLst>
              <p:ext uri="{D42A27DB-BD31-4B8C-83A1-F6EECF244321}">
                <p14:modId xmlns:p14="http://schemas.microsoft.com/office/powerpoint/2010/main" val="1961023903"/>
              </p:ext>
            </p:extLst>
          </p:nvPr>
        </p:nvGraphicFramePr>
        <p:xfrm>
          <a:off x="488057" y="4426185"/>
          <a:ext cx="449721" cy="21336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562" name="Rectangle 561">
            <a:extLst>
              <a:ext uri="{FF2B5EF4-FFF2-40B4-BE49-F238E27FC236}">
                <a16:creationId xmlns:a16="http://schemas.microsoft.com/office/drawing/2014/main" id="{CC9227D0-2052-5E36-5C5F-200562B90E7B}"/>
              </a:ext>
            </a:extLst>
          </p:cNvPr>
          <p:cNvSpPr/>
          <p:nvPr/>
        </p:nvSpPr>
        <p:spPr>
          <a:xfrm>
            <a:off x="204836" y="3579696"/>
            <a:ext cx="2926993" cy="1241709"/>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63" name="Rectangle 562">
            <a:extLst>
              <a:ext uri="{FF2B5EF4-FFF2-40B4-BE49-F238E27FC236}">
                <a16:creationId xmlns:a16="http://schemas.microsoft.com/office/drawing/2014/main" id="{A0FF18AD-E4E6-BC02-61B5-9943EAE0CBE1}"/>
              </a:ext>
            </a:extLst>
          </p:cNvPr>
          <p:cNvSpPr/>
          <p:nvPr/>
        </p:nvSpPr>
        <p:spPr>
          <a:xfrm>
            <a:off x="205239" y="3581538"/>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64" name="TextBox 563">
            <a:extLst>
              <a:ext uri="{FF2B5EF4-FFF2-40B4-BE49-F238E27FC236}">
                <a16:creationId xmlns:a16="http://schemas.microsoft.com/office/drawing/2014/main" id="{6B19A148-1053-5B42-B0C0-7235927B8D1D}"/>
              </a:ext>
            </a:extLst>
          </p:cNvPr>
          <p:cNvSpPr txBox="1"/>
          <p:nvPr/>
        </p:nvSpPr>
        <p:spPr>
          <a:xfrm>
            <a:off x="207366" y="3560524"/>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565" name="Rectangle 564">
            <a:extLst>
              <a:ext uri="{FF2B5EF4-FFF2-40B4-BE49-F238E27FC236}">
                <a16:creationId xmlns:a16="http://schemas.microsoft.com/office/drawing/2014/main" id="{0AAAB916-A2C9-A6F3-1D42-25469EE395A9}"/>
              </a:ext>
            </a:extLst>
          </p:cNvPr>
          <p:cNvSpPr/>
          <p:nvPr/>
        </p:nvSpPr>
        <p:spPr>
          <a:xfrm>
            <a:off x="385925" y="3991139"/>
            <a:ext cx="1646851" cy="74259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66" name="Rectangle 565">
            <a:extLst>
              <a:ext uri="{FF2B5EF4-FFF2-40B4-BE49-F238E27FC236}">
                <a16:creationId xmlns:a16="http://schemas.microsoft.com/office/drawing/2014/main" id="{83F87F8B-8804-71DE-1F98-96CB832E8A46}"/>
              </a:ext>
            </a:extLst>
          </p:cNvPr>
          <p:cNvSpPr/>
          <p:nvPr/>
        </p:nvSpPr>
        <p:spPr>
          <a:xfrm>
            <a:off x="385927" y="3991674"/>
            <a:ext cx="629674"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67" name="TextBox 566">
            <a:extLst>
              <a:ext uri="{FF2B5EF4-FFF2-40B4-BE49-F238E27FC236}">
                <a16:creationId xmlns:a16="http://schemas.microsoft.com/office/drawing/2014/main" id="{AB0FFE10-2F31-C1E2-48C1-BFE675D0C0EA}"/>
              </a:ext>
            </a:extLst>
          </p:cNvPr>
          <p:cNvSpPr txBox="1"/>
          <p:nvPr/>
        </p:nvSpPr>
        <p:spPr>
          <a:xfrm>
            <a:off x="344350" y="3978366"/>
            <a:ext cx="72837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dirty="0"/>
              <a:t>Data A</a:t>
            </a:r>
            <a:endParaRPr kumimoji="0" lang="en-US" sz="800" i="0" u="none" strike="noStrike" cap="none" spc="0" normalizeH="0" baseline="0" dirty="0">
              <a:ln>
                <a:noFill/>
              </a:ln>
              <a:solidFill>
                <a:srgbClr val="4C4C4C"/>
              </a:solidFill>
              <a:effectLst/>
              <a:uFillTx/>
              <a:sym typeface="Source Sans Pro"/>
            </a:endParaRPr>
          </a:p>
        </p:txBody>
      </p:sp>
      <p:sp>
        <p:nvSpPr>
          <p:cNvPr id="568" name="Rectangle 567">
            <a:extLst>
              <a:ext uri="{FF2B5EF4-FFF2-40B4-BE49-F238E27FC236}">
                <a16:creationId xmlns:a16="http://schemas.microsoft.com/office/drawing/2014/main" id="{BB1F06DA-7F8F-2B65-4625-7554B3C08CC0}"/>
              </a:ext>
            </a:extLst>
          </p:cNvPr>
          <p:cNvSpPr/>
          <p:nvPr/>
        </p:nvSpPr>
        <p:spPr>
          <a:xfrm>
            <a:off x="2366967" y="3701871"/>
            <a:ext cx="629674" cy="1032965"/>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69" name="Rectangle 568">
            <a:extLst>
              <a:ext uri="{FF2B5EF4-FFF2-40B4-BE49-F238E27FC236}">
                <a16:creationId xmlns:a16="http://schemas.microsoft.com/office/drawing/2014/main" id="{F7C6B6A4-C6C7-135D-9EFF-ED1E110A3852}"/>
              </a:ext>
            </a:extLst>
          </p:cNvPr>
          <p:cNvSpPr/>
          <p:nvPr/>
        </p:nvSpPr>
        <p:spPr>
          <a:xfrm>
            <a:off x="2366968" y="3702406"/>
            <a:ext cx="629674"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70" name="TextBox 569">
            <a:extLst>
              <a:ext uri="{FF2B5EF4-FFF2-40B4-BE49-F238E27FC236}">
                <a16:creationId xmlns:a16="http://schemas.microsoft.com/office/drawing/2014/main" id="{1F4CCA23-4777-9563-1D95-1867C2199151}"/>
              </a:ext>
            </a:extLst>
          </p:cNvPr>
          <p:cNvSpPr txBox="1"/>
          <p:nvPr/>
        </p:nvSpPr>
        <p:spPr>
          <a:xfrm>
            <a:off x="2315424" y="3680094"/>
            <a:ext cx="74389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i="0" u="none" strike="noStrike" cap="none" spc="0" normalizeH="0" baseline="0" dirty="0">
                <a:ln>
                  <a:noFill/>
                </a:ln>
                <a:solidFill>
                  <a:srgbClr val="4C4C4C"/>
                </a:solidFill>
                <a:effectLst/>
                <a:uFillTx/>
                <a:sym typeface="Source Sans Pro"/>
              </a:rPr>
              <a:t>Data B</a:t>
            </a:r>
          </a:p>
        </p:txBody>
      </p:sp>
      <p:graphicFrame>
        <p:nvGraphicFramePr>
          <p:cNvPr id="571" name="Table">
            <a:extLst>
              <a:ext uri="{FF2B5EF4-FFF2-40B4-BE49-F238E27FC236}">
                <a16:creationId xmlns:a16="http://schemas.microsoft.com/office/drawing/2014/main" id="{E164C94A-AD50-E1C2-9C18-5FE3F0020ABA}"/>
              </a:ext>
            </a:extLst>
          </p:cNvPr>
          <p:cNvGraphicFramePr/>
          <p:nvPr>
            <p:extLst>
              <p:ext uri="{D42A27DB-BD31-4B8C-83A1-F6EECF244321}">
                <p14:modId xmlns:p14="http://schemas.microsoft.com/office/powerpoint/2010/main" val="4180045048"/>
              </p:ext>
            </p:extLst>
          </p:nvPr>
        </p:nvGraphicFramePr>
        <p:xfrm>
          <a:off x="1042566" y="4298571"/>
          <a:ext cx="418576" cy="356253"/>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572" name="Table">
            <a:extLst>
              <a:ext uri="{FF2B5EF4-FFF2-40B4-BE49-F238E27FC236}">
                <a16:creationId xmlns:a16="http://schemas.microsoft.com/office/drawing/2014/main" id="{CF8787FF-BC63-5C3F-A169-919077AE7E44}"/>
              </a:ext>
            </a:extLst>
          </p:cNvPr>
          <p:cNvGraphicFramePr/>
          <p:nvPr>
            <p:extLst>
              <p:ext uri="{D42A27DB-BD31-4B8C-83A1-F6EECF244321}">
                <p14:modId xmlns:p14="http://schemas.microsoft.com/office/powerpoint/2010/main" val="3505030477"/>
              </p:ext>
            </p:extLst>
          </p:nvPr>
        </p:nvGraphicFramePr>
        <p:xfrm>
          <a:off x="1541991" y="4171936"/>
          <a:ext cx="418576"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sp>
        <p:nvSpPr>
          <p:cNvPr id="606" name="Rectangle 605">
            <a:extLst>
              <a:ext uri="{FF2B5EF4-FFF2-40B4-BE49-F238E27FC236}">
                <a16:creationId xmlns:a16="http://schemas.microsoft.com/office/drawing/2014/main" id="{AFB34884-E6CE-7D7F-3D6A-7EAEF0E0D4CF}"/>
              </a:ext>
            </a:extLst>
          </p:cNvPr>
          <p:cNvSpPr/>
          <p:nvPr/>
        </p:nvSpPr>
        <p:spPr>
          <a:xfrm>
            <a:off x="457628" y="9395195"/>
            <a:ext cx="508854" cy="292110"/>
          </a:xfrm>
          <a:prstGeom prst="rect">
            <a:avLst/>
          </a:prstGeom>
          <a:noFill/>
          <a:ln w="12700" cap="flat">
            <a:solidFill>
              <a:schemeClr val="accent3">
                <a:lumMod val="9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607" name="Rectangle 606">
            <a:extLst>
              <a:ext uri="{FF2B5EF4-FFF2-40B4-BE49-F238E27FC236}">
                <a16:creationId xmlns:a16="http://schemas.microsoft.com/office/drawing/2014/main" id="{F3EDBC95-CC0F-59EB-CD62-BD4D53B20B48}"/>
              </a:ext>
            </a:extLst>
          </p:cNvPr>
          <p:cNvSpPr/>
          <p:nvPr/>
        </p:nvSpPr>
        <p:spPr>
          <a:xfrm>
            <a:off x="1585929" y="9188464"/>
            <a:ext cx="343727" cy="497292"/>
          </a:xfrm>
          <a:prstGeom prst="rect">
            <a:avLst/>
          </a:prstGeom>
          <a:noFill/>
          <a:ln w="12700" cap="flat">
            <a:solidFill>
              <a:schemeClr val="accent3">
                <a:lumMod val="9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graphicFrame>
        <p:nvGraphicFramePr>
          <p:cNvPr id="609" name="Table">
            <a:extLst>
              <a:ext uri="{FF2B5EF4-FFF2-40B4-BE49-F238E27FC236}">
                <a16:creationId xmlns:a16="http://schemas.microsoft.com/office/drawing/2014/main" id="{0455E725-101A-657A-920F-F6232780BA86}"/>
              </a:ext>
            </a:extLst>
          </p:cNvPr>
          <p:cNvGraphicFramePr/>
          <p:nvPr>
            <p:extLst>
              <p:ext uri="{D42A27DB-BD31-4B8C-83A1-F6EECF244321}">
                <p14:modId xmlns:p14="http://schemas.microsoft.com/office/powerpoint/2010/main" val="3014448880"/>
              </p:ext>
            </p:extLst>
          </p:nvPr>
        </p:nvGraphicFramePr>
        <p:xfrm>
          <a:off x="1599306" y="9218953"/>
          <a:ext cx="306944" cy="445716"/>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32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610" name="Table">
            <a:extLst>
              <a:ext uri="{FF2B5EF4-FFF2-40B4-BE49-F238E27FC236}">
                <a16:creationId xmlns:a16="http://schemas.microsoft.com/office/drawing/2014/main" id="{D24FB9F7-08EE-3361-55C3-6B43952EF446}"/>
              </a:ext>
            </a:extLst>
          </p:cNvPr>
          <p:cNvGraphicFramePr/>
          <p:nvPr>
            <p:extLst>
              <p:ext uri="{D42A27DB-BD31-4B8C-83A1-F6EECF244321}">
                <p14:modId xmlns:p14="http://schemas.microsoft.com/office/powerpoint/2010/main" val="1600560665"/>
              </p:ext>
            </p:extLst>
          </p:nvPr>
        </p:nvGraphicFramePr>
        <p:xfrm>
          <a:off x="489107" y="9434927"/>
          <a:ext cx="449721" cy="21336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bl>
          </a:graphicData>
        </a:graphic>
      </p:graphicFrame>
      <p:cxnSp>
        <p:nvCxnSpPr>
          <p:cNvPr id="611" name="Straight Connector 610">
            <a:extLst>
              <a:ext uri="{FF2B5EF4-FFF2-40B4-BE49-F238E27FC236}">
                <a16:creationId xmlns:a16="http://schemas.microsoft.com/office/drawing/2014/main" id="{6CBB23C2-044A-AB77-0E39-E653FE56B786}"/>
              </a:ext>
            </a:extLst>
          </p:cNvPr>
          <p:cNvCxnSpPr>
            <a:cxnSpLocks/>
          </p:cNvCxnSpPr>
          <p:nvPr/>
        </p:nvCxnSpPr>
        <p:spPr>
          <a:xfrm flipH="1">
            <a:off x="838955" y="9281620"/>
            <a:ext cx="762014" cy="0"/>
          </a:xfrm>
          <a:prstGeom prst="line">
            <a:avLst/>
          </a:prstGeom>
          <a:noFill/>
          <a:ln w="25400" cap="flat">
            <a:solidFill>
              <a:schemeClr val="accent3">
                <a:lumMod val="9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613" name="Straight Connector 612">
            <a:extLst>
              <a:ext uri="{FF2B5EF4-FFF2-40B4-BE49-F238E27FC236}">
                <a16:creationId xmlns:a16="http://schemas.microsoft.com/office/drawing/2014/main" id="{964D2DE9-D210-3965-B086-B01255863A90}"/>
              </a:ext>
            </a:extLst>
          </p:cNvPr>
          <p:cNvCxnSpPr>
            <a:cxnSpLocks/>
          </p:cNvCxnSpPr>
          <p:nvPr/>
        </p:nvCxnSpPr>
        <p:spPr>
          <a:xfrm flipV="1">
            <a:off x="851862" y="9286686"/>
            <a:ext cx="0" cy="148241"/>
          </a:xfrm>
          <a:prstGeom prst="line">
            <a:avLst/>
          </a:prstGeom>
          <a:noFill/>
          <a:ln w="25400" cap="flat">
            <a:solidFill>
              <a:schemeClr val="accent3">
                <a:lumMod val="90000"/>
              </a:schemeClr>
            </a:solidFill>
            <a:prstDash val="solid"/>
            <a:miter lim="400000"/>
          </a:ln>
          <a:effectLst/>
          <a:sp3d/>
        </p:spPr>
        <p:style>
          <a:lnRef idx="0">
            <a:scrgbClr r="0" g="0" b="0"/>
          </a:lnRef>
          <a:fillRef idx="0">
            <a:scrgbClr r="0" g="0" b="0"/>
          </a:fillRef>
          <a:effectRef idx="0">
            <a:scrgbClr r="0" g="0" b="0"/>
          </a:effectRef>
          <a:fontRef idx="none"/>
        </p:style>
      </p:cxnSp>
      <p:sp>
        <p:nvSpPr>
          <p:cNvPr id="614" name="Rectangle 613">
            <a:extLst>
              <a:ext uri="{FF2B5EF4-FFF2-40B4-BE49-F238E27FC236}">
                <a16:creationId xmlns:a16="http://schemas.microsoft.com/office/drawing/2014/main" id="{1EAC5E8F-EB3D-4392-97D9-A647DB76F020}"/>
              </a:ext>
            </a:extLst>
          </p:cNvPr>
          <p:cNvSpPr/>
          <p:nvPr/>
        </p:nvSpPr>
        <p:spPr>
          <a:xfrm>
            <a:off x="209573" y="8543847"/>
            <a:ext cx="1950862" cy="1317636"/>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15" name="Rectangle 614">
            <a:extLst>
              <a:ext uri="{FF2B5EF4-FFF2-40B4-BE49-F238E27FC236}">
                <a16:creationId xmlns:a16="http://schemas.microsoft.com/office/drawing/2014/main" id="{6E4CACD6-95B8-29A2-BEF4-2A4E2E220F9B}"/>
              </a:ext>
            </a:extLst>
          </p:cNvPr>
          <p:cNvSpPr/>
          <p:nvPr/>
        </p:nvSpPr>
        <p:spPr>
          <a:xfrm>
            <a:off x="209573" y="854769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617" name="TextBox 616">
            <a:extLst>
              <a:ext uri="{FF2B5EF4-FFF2-40B4-BE49-F238E27FC236}">
                <a16:creationId xmlns:a16="http://schemas.microsoft.com/office/drawing/2014/main" id="{63E87126-8A00-159F-5126-E24EFCB70B6F}"/>
              </a:ext>
            </a:extLst>
          </p:cNvPr>
          <p:cNvSpPr txBox="1"/>
          <p:nvPr/>
        </p:nvSpPr>
        <p:spPr>
          <a:xfrm>
            <a:off x="212102" y="8524675"/>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618" name="Rectangle 617">
            <a:extLst>
              <a:ext uri="{FF2B5EF4-FFF2-40B4-BE49-F238E27FC236}">
                <a16:creationId xmlns:a16="http://schemas.microsoft.com/office/drawing/2014/main" id="{C8E90417-3993-D6FB-84B6-4C4C8FC49860}"/>
              </a:ext>
            </a:extLst>
          </p:cNvPr>
          <p:cNvSpPr/>
          <p:nvPr/>
        </p:nvSpPr>
        <p:spPr>
          <a:xfrm>
            <a:off x="390662" y="8955290"/>
            <a:ext cx="629674" cy="80153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30" name="Rectangle 629">
            <a:extLst>
              <a:ext uri="{FF2B5EF4-FFF2-40B4-BE49-F238E27FC236}">
                <a16:creationId xmlns:a16="http://schemas.microsoft.com/office/drawing/2014/main" id="{C8F01BF0-1BD7-7A05-4055-42E02035C653}"/>
              </a:ext>
            </a:extLst>
          </p:cNvPr>
          <p:cNvSpPr/>
          <p:nvPr/>
        </p:nvSpPr>
        <p:spPr>
          <a:xfrm>
            <a:off x="390663" y="8951491"/>
            <a:ext cx="629674"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31" name="TextBox 630">
            <a:extLst>
              <a:ext uri="{FF2B5EF4-FFF2-40B4-BE49-F238E27FC236}">
                <a16:creationId xmlns:a16="http://schemas.microsoft.com/office/drawing/2014/main" id="{74C21F64-1F32-0EB9-A254-3C55E78757C8}"/>
              </a:ext>
            </a:extLst>
          </p:cNvPr>
          <p:cNvSpPr txBox="1"/>
          <p:nvPr/>
        </p:nvSpPr>
        <p:spPr>
          <a:xfrm>
            <a:off x="349086" y="8938183"/>
            <a:ext cx="72837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dirty="0"/>
              <a:t>Data layer A </a:t>
            </a:r>
            <a:endParaRPr kumimoji="0" lang="en-US" sz="800" i="0" u="none" strike="noStrike" cap="none" spc="0" normalizeH="0" baseline="0" dirty="0">
              <a:ln>
                <a:noFill/>
              </a:ln>
              <a:solidFill>
                <a:srgbClr val="4C4C4C"/>
              </a:solidFill>
              <a:effectLst/>
              <a:uFillTx/>
              <a:sym typeface="Source Sans Pro"/>
            </a:endParaRPr>
          </a:p>
        </p:txBody>
      </p:sp>
      <p:sp>
        <p:nvSpPr>
          <p:cNvPr id="632" name="Rectangle 631">
            <a:extLst>
              <a:ext uri="{FF2B5EF4-FFF2-40B4-BE49-F238E27FC236}">
                <a16:creationId xmlns:a16="http://schemas.microsoft.com/office/drawing/2014/main" id="{450604A7-006F-4EBD-311E-9D34F355D40F}"/>
              </a:ext>
            </a:extLst>
          </p:cNvPr>
          <p:cNvSpPr/>
          <p:nvPr/>
        </p:nvSpPr>
        <p:spPr>
          <a:xfrm>
            <a:off x="1446333" y="8726003"/>
            <a:ext cx="629674" cy="1032965"/>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33" name="Rectangle 632">
            <a:extLst>
              <a:ext uri="{FF2B5EF4-FFF2-40B4-BE49-F238E27FC236}">
                <a16:creationId xmlns:a16="http://schemas.microsoft.com/office/drawing/2014/main" id="{D32AA54E-59D9-A18D-C58C-120EF294C773}"/>
              </a:ext>
            </a:extLst>
          </p:cNvPr>
          <p:cNvSpPr/>
          <p:nvPr/>
        </p:nvSpPr>
        <p:spPr>
          <a:xfrm>
            <a:off x="1446334" y="8726538"/>
            <a:ext cx="629674"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34" name="TextBox 633">
            <a:extLst>
              <a:ext uri="{FF2B5EF4-FFF2-40B4-BE49-F238E27FC236}">
                <a16:creationId xmlns:a16="http://schemas.microsoft.com/office/drawing/2014/main" id="{6264BF8E-76B8-D03E-778E-A95DBBC20B3F}"/>
              </a:ext>
            </a:extLst>
          </p:cNvPr>
          <p:cNvSpPr txBox="1"/>
          <p:nvPr/>
        </p:nvSpPr>
        <p:spPr>
          <a:xfrm>
            <a:off x="1394790" y="8704226"/>
            <a:ext cx="74389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i="0" u="none" strike="noStrike" cap="none" spc="0" normalizeH="0" baseline="0" dirty="0">
                <a:ln>
                  <a:noFill/>
                </a:ln>
                <a:solidFill>
                  <a:srgbClr val="4C4C4C"/>
                </a:solidFill>
                <a:effectLst/>
                <a:uFillTx/>
                <a:sym typeface="Source Sans Pro"/>
              </a:rPr>
              <a:t>Data layer B</a:t>
            </a:r>
          </a:p>
        </p:txBody>
      </p:sp>
      <p:graphicFrame>
        <p:nvGraphicFramePr>
          <p:cNvPr id="637" name="Table">
            <a:extLst>
              <a:ext uri="{FF2B5EF4-FFF2-40B4-BE49-F238E27FC236}">
                <a16:creationId xmlns:a16="http://schemas.microsoft.com/office/drawing/2014/main" id="{07BA6C45-998D-FB19-54F0-2E333ACE05CC}"/>
              </a:ext>
            </a:extLst>
          </p:cNvPr>
          <p:cNvGraphicFramePr/>
          <p:nvPr>
            <p:extLst>
              <p:ext uri="{D42A27DB-BD31-4B8C-83A1-F6EECF244321}">
                <p14:modId xmlns:p14="http://schemas.microsoft.com/office/powerpoint/2010/main" val="2843521232"/>
              </p:ext>
            </p:extLst>
          </p:nvPr>
        </p:nvGraphicFramePr>
        <p:xfrm>
          <a:off x="2776458" y="9016422"/>
          <a:ext cx="511204" cy="445716"/>
        </p:xfrm>
        <a:graphic>
          <a:graphicData uri="http://schemas.openxmlformats.org/drawingml/2006/table">
            <a:tbl>
              <a:tblPr firstRow="1">
                <a:tableStyleId>{4C3C2611-4C71-4FC5-86AE-919BDF0F9419}</a:tableStyleId>
              </a:tblPr>
              <a:tblGrid>
                <a:gridCol w="127801">
                  <a:extLst>
                    <a:ext uri="{9D8B030D-6E8A-4147-A177-3AD203B41FA5}">
                      <a16:colId xmlns:a16="http://schemas.microsoft.com/office/drawing/2014/main" val="20000"/>
                    </a:ext>
                  </a:extLst>
                </a:gridCol>
                <a:gridCol w="127801">
                  <a:extLst>
                    <a:ext uri="{9D8B030D-6E8A-4147-A177-3AD203B41FA5}">
                      <a16:colId xmlns:a16="http://schemas.microsoft.com/office/drawing/2014/main" val="20001"/>
                    </a:ext>
                  </a:extLst>
                </a:gridCol>
                <a:gridCol w="127801">
                  <a:extLst>
                    <a:ext uri="{9D8B030D-6E8A-4147-A177-3AD203B41FA5}">
                      <a16:colId xmlns:a16="http://schemas.microsoft.com/office/drawing/2014/main" val="1947908604"/>
                    </a:ext>
                  </a:extLst>
                </a:gridCol>
                <a:gridCol w="127801">
                  <a:extLst>
                    <a:ext uri="{9D8B030D-6E8A-4147-A177-3AD203B41FA5}">
                      <a16:colId xmlns:a16="http://schemas.microsoft.com/office/drawing/2014/main" val="1682556515"/>
                    </a:ext>
                  </a:extLst>
                </a:gridCol>
              </a:tblGrid>
              <a:tr h="111465">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32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sp>
        <p:nvSpPr>
          <p:cNvPr id="638" name="TextBox 637">
            <a:extLst>
              <a:ext uri="{FF2B5EF4-FFF2-40B4-BE49-F238E27FC236}">
                <a16:creationId xmlns:a16="http://schemas.microsoft.com/office/drawing/2014/main" id="{1CC23342-D877-B957-7597-F98B4A3509A3}"/>
              </a:ext>
            </a:extLst>
          </p:cNvPr>
          <p:cNvSpPr txBox="1"/>
          <p:nvPr/>
        </p:nvSpPr>
        <p:spPr>
          <a:xfrm>
            <a:off x="144053" y="7780897"/>
            <a:ext cx="2803731"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Generated tables that have multiple data sources cannot exist within either module.</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639" name="Layout Suggestions">
            <a:extLst>
              <a:ext uri="{FF2B5EF4-FFF2-40B4-BE49-F238E27FC236}">
                <a16:creationId xmlns:a16="http://schemas.microsoft.com/office/drawing/2014/main" id="{C5D6007E-360D-36FE-FC28-277F0A3721B8}"/>
              </a:ext>
            </a:extLst>
          </p:cNvPr>
          <p:cNvSpPr txBox="1"/>
          <p:nvPr/>
        </p:nvSpPr>
        <p:spPr>
          <a:xfrm>
            <a:off x="162330" y="7429951"/>
            <a:ext cx="230387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Merged Table</a:t>
            </a:r>
          </a:p>
        </p:txBody>
      </p:sp>
      <p:cxnSp>
        <p:nvCxnSpPr>
          <p:cNvPr id="1036" name="Straight Connector 1035">
            <a:extLst>
              <a:ext uri="{FF2B5EF4-FFF2-40B4-BE49-F238E27FC236}">
                <a16:creationId xmlns:a16="http://schemas.microsoft.com/office/drawing/2014/main" id="{C2C3FE3F-87CC-ED46-FF4C-47EF9B67EF76}"/>
              </a:ext>
            </a:extLst>
          </p:cNvPr>
          <p:cNvCxnSpPr>
            <a:cxnSpLocks/>
          </p:cNvCxnSpPr>
          <p:nvPr/>
        </p:nvCxnSpPr>
        <p:spPr>
          <a:xfrm flipV="1">
            <a:off x="857529" y="9690100"/>
            <a:ext cx="0" cy="410633"/>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1041" name="Straight Connector 1040">
            <a:extLst>
              <a:ext uri="{FF2B5EF4-FFF2-40B4-BE49-F238E27FC236}">
                <a16:creationId xmlns:a16="http://schemas.microsoft.com/office/drawing/2014/main" id="{E258E0BF-B135-A34B-8E32-D9CC52A01599}"/>
              </a:ext>
            </a:extLst>
          </p:cNvPr>
          <p:cNvCxnSpPr>
            <a:cxnSpLocks/>
          </p:cNvCxnSpPr>
          <p:nvPr/>
        </p:nvCxnSpPr>
        <p:spPr>
          <a:xfrm flipH="1">
            <a:off x="846667" y="10086736"/>
            <a:ext cx="1971239" cy="0"/>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1047" name="Straight Arrow Connector 1046">
            <a:extLst>
              <a:ext uri="{FF2B5EF4-FFF2-40B4-BE49-F238E27FC236}">
                <a16:creationId xmlns:a16="http://schemas.microsoft.com/office/drawing/2014/main" id="{335D6DD3-927A-904D-5E69-4B221F9AA43A}"/>
              </a:ext>
            </a:extLst>
          </p:cNvPr>
          <p:cNvCxnSpPr>
            <a:cxnSpLocks/>
          </p:cNvCxnSpPr>
          <p:nvPr/>
        </p:nvCxnSpPr>
        <p:spPr>
          <a:xfrm flipV="1">
            <a:off x="2826234" y="9462729"/>
            <a:ext cx="0" cy="638004"/>
          </a:xfrm>
          <a:prstGeom prst="straightConnector1">
            <a:avLst/>
          </a:prstGeom>
          <a:noFill/>
          <a:ln w="25400" cap="flat">
            <a:solidFill>
              <a:srgbClr val="0265BF"/>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054" name="TextBox 1053">
            <a:extLst>
              <a:ext uri="{FF2B5EF4-FFF2-40B4-BE49-F238E27FC236}">
                <a16:creationId xmlns:a16="http://schemas.microsoft.com/office/drawing/2014/main" id="{C9C53A32-FC8A-05E8-6848-DBCFF15597CB}"/>
              </a:ext>
            </a:extLst>
          </p:cNvPr>
          <p:cNvSpPr txBox="1"/>
          <p:nvPr/>
        </p:nvSpPr>
        <p:spPr>
          <a:xfrm>
            <a:off x="2569762" y="8668103"/>
            <a:ext cx="74389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i="0" u="none" strike="noStrike" cap="none" spc="0" normalizeH="0" baseline="0" dirty="0">
                <a:ln>
                  <a:noFill/>
                </a:ln>
                <a:solidFill>
                  <a:srgbClr val="4C4C4C"/>
                </a:solidFill>
                <a:effectLst/>
                <a:uFillTx/>
                <a:sym typeface="Source Sans Pro"/>
              </a:rPr>
              <a:t>Table C</a:t>
            </a:r>
          </a:p>
        </p:txBody>
      </p:sp>
      <p:pic>
        <p:nvPicPr>
          <p:cNvPr id="1061" name="Graphic 1060" descr="Paper outline">
            <a:extLst>
              <a:ext uri="{FF2B5EF4-FFF2-40B4-BE49-F238E27FC236}">
                <a16:creationId xmlns:a16="http://schemas.microsoft.com/office/drawing/2014/main" id="{27B5F593-1A96-9143-C21D-B93AB4F25BA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492618" y="8586447"/>
            <a:ext cx="1146019" cy="1080668"/>
          </a:xfrm>
          <a:prstGeom prst="rect">
            <a:avLst/>
          </a:prstGeom>
        </p:spPr>
      </p:pic>
      <p:sp>
        <p:nvSpPr>
          <p:cNvPr id="1062" name="TextBox 1061">
            <a:extLst>
              <a:ext uri="{FF2B5EF4-FFF2-40B4-BE49-F238E27FC236}">
                <a16:creationId xmlns:a16="http://schemas.microsoft.com/office/drawing/2014/main" id="{13C248F1-E1A4-331F-C264-EB099EF94B38}"/>
              </a:ext>
            </a:extLst>
          </p:cNvPr>
          <p:cNvSpPr txBox="1"/>
          <p:nvPr/>
        </p:nvSpPr>
        <p:spPr>
          <a:xfrm>
            <a:off x="2457096" y="8366246"/>
            <a:ext cx="99930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solidFill>
                  <a:schemeClr val="accent1"/>
                </a:solidFill>
              </a:rPr>
              <a:t>Notebook</a:t>
            </a:r>
            <a:endParaRPr kumimoji="0" lang="en-US" sz="1000" b="0" i="0" u="none" strike="noStrike" cap="none" spc="0" normalizeH="0" baseline="0" dirty="0">
              <a:ln>
                <a:noFill/>
              </a:ln>
              <a:solidFill>
                <a:schemeClr val="accent1"/>
              </a:solidFill>
              <a:effectLst/>
              <a:uFillTx/>
              <a:sym typeface="Source Sans Pro"/>
            </a:endParaRPr>
          </a:p>
        </p:txBody>
      </p:sp>
      <p:cxnSp>
        <p:nvCxnSpPr>
          <p:cNvPr id="1072" name="Straight Connector 1071">
            <a:extLst>
              <a:ext uri="{FF2B5EF4-FFF2-40B4-BE49-F238E27FC236}">
                <a16:creationId xmlns:a16="http://schemas.microsoft.com/office/drawing/2014/main" id="{75499BA5-9355-938C-AA46-2E4ACDFB0C13}"/>
              </a:ext>
            </a:extLst>
          </p:cNvPr>
          <p:cNvCxnSpPr>
            <a:cxnSpLocks/>
          </p:cNvCxnSpPr>
          <p:nvPr/>
        </p:nvCxnSpPr>
        <p:spPr>
          <a:xfrm flipV="1">
            <a:off x="1665448" y="9698567"/>
            <a:ext cx="0" cy="399977"/>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sp>
        <p:nvSpPr>
          <p:cNvPr id="1084" name="Rectangle 1083">
            <a:extLst>
              <a:ext uri="{FF2B5EF4-FFF2-40B4-BE49-F238E27FC236}">
                <a16:creationId xmlns:a16="http://schemas.microsoft.com/office/drawing/2014/main" id="{B8B7CB66-293D-06CA-3EF0-2BDAD2817AC3}"/>
              </a:ext>
            </a:extLst>
          </p:cNvPr>
          <p:cNvSpPr/>
          <p:nvPr/>
        </p:nvSpPr>
        <p:spPr>
          <a:xfrm>
            <a:off x="470964" y="4386894"/>
            <a:ext cx="508854" cy="292110"/>
          </a:xfrm>
          <a:prstGeom prst="rect">
            <a:avLst/>
          </a:prstGeom>
          <a:noFill/>
          <a:ln w="12700" cap="flat">
            <a:solidFill>
              <a:schemeClr val="accent3">
                <a:lumMod val="90000"/>
              </a:schemeClr>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1085" name="Rectangle 1084">
            <a:extLst>
              <a:ext uri="{FF2B5EF4-FFF2-40B4-BE49-F238E27FC236}">
                <a16:creationId xmlns:a16="http://schemas.microsoft.com/office/drawing/2014/main" id="{49AB274B-764F-7F4B-05E0-21B07EF24724}"/>
              </a:ext>
            </a:extLst>
          </p:cNvPr>
          <p:cNvSpPr/>
          <p:nvPr/>
        </p:nvSpPr>
        <p:spPr>
          <a:xfrm>
            <a:off x="2487180" y="4164844"/>
            <a:ext cx="358993" cy="497185"/>
          </a:xfrm>
          <a:prstGeom prst="rect">
            <a:avLst/>
          </a:prstGeom>
          <a:noFill/>
          <a:ln w="12700" cap="flat">
            <a:solidFill>
              <a:schemeClr val="accent3">
                <a:lumMod val="90000"/>
              </a:schemeClr>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1087" name="TextBox 1086">
            <a:extLst>
              <a:ext uri="{FF2B5EF4-FFF2-40B4-BE49-F238E27FC236}">
                <a16:creationId xmlns:a16="http://schemas.microsoft.com/office/drawing/2014/main" id="{7DD54825-B3AB-E3F5-C140-7028E7F1BA9F}"/>
              </a:ext>
            </a:extLst>
          </p:cNvPr>
          <p:cNvSpPr txBox="1"/>
          <p:nvPr/>
        </p:nvSpPr>
        <p:spPr>
          <a:xfrm>
            <a:off x="2815849" y="9738834"/>
            <a:ext cx="99930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solidFill>
                  <a:schemeClr val="accent1"/>
                </a:solidFill>
              </a:rPr>
              <a:t>Creation</a:t>
            </a:r>
            <a:endParaRPr kumimoji="0" lang="en-US" sz="1000" b="0" i="0" u="none" strike="noStrike" cap="none" spc="0" normalizeH="0" baseline="0" dirty="0">
              <a:ln>
                <a:noFill/>
              </a:ln>
              <a:solidFill>
                <a:schemeClr val="accent1"/>
              </a:solidFill>
              <a:effectLst/>
              <a:uFillTx/>
              <a:sym typeface="Source Sans Pro"/>
            </a:endParaRPr>
          </a:p>
        </p:txBody>
      </p:sp>
      <p:sp>
        <p:nvSpPr>
          <p:cNvPr id="644" name="TextBox 643">
            <a:extLst>
              <a:ext uri="{FF2B5EF4-FFF2-40B4-BE49-F238E27FC236}">
                <a16:creationId xmlns:a16="http://schemas.microsoft.com/office/drawing/2014/main" id="{A887F019-3C03-C1E8-1D36-7845CE68DA12}"/>
              </a:ext>
            </a:extLst>
          </p:cNvPr>
          <p:cNvSpPr txBox="1"/>
          <p:nvPr/>
        </p:nvSpPr>
        <p:spPr>
          <a:xfrm>
            <a:off x="11458692" y="6280795"/>
            <a:ext cx="2347972"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Reusable containers for R scripts (.R files), functions, and notebooks for a specific source only. They ingest and process standardized tables to generate graphs, metrics, and transformed data for analysis.</a:t>
            </a:r>
          </a:p>
        </p:txBody>
      </p:sp>
      <p:sp>
        <p:nvSpPr>
          <p:cNvPr id="648" name="TextBox 647">
            <a:extLst>
              <a:ext uri="{FF2B5EF4-FFF2-40B4-BE49-F238E27FC236}">
                <a16:creationId xmlns:a16="http://schemas.microsoft.com/office/drawing/2014/main" id="{C1573778-36F7-5863-5A89-654570B77F89}"/>
              </a:ext>
            </a:extLst>
          </p:cNvPr>
          <p:cNvSpPr txBox="1"/>
          <p:nvPr/>
        </p:nvSpPr>
        <p:spPr>
          <a:xfrm>
            <a:off x="11483067" y="8136676"/>
            <a:ext cx="2347972" cy="142851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Either specialized R scripts (.R files) that run through the command line interface to allow users server-side execution. See </a:t>
            </a:r>
            <a:r>
              <a:rPr lang="en-US" b="0" dirty="0" err="1">
                <a:solidFill>
                  <a:schemeClr val="bg2">
                    <a:lumMod val="10000"/>
                  </a:schemeClr>
                </a:solidFill>
              </a:rPr>
              <a:t>Kaiaulu</a:t>
            </a:r>
            <a:r>
              <a:rPr lang="en-US" b="0" dirty="0">
                <a:solidFill>
                  <a:schemeClr val="bg2">
                    <a:lumMod val="10000"/>
                  </a:schemeClr>
                </a:solidFill>
              </a:rPr>
              <a:t> Executables cheat sheet. Or standard or merge notebooks (.</a:t>
            </a:r>
            <a:r>
              <a:rPr lang="en-US" b="0" dirty="0" err="1">
                <a:solidFill>
                  <a:schemeClr val="bg2">
                    <a:lumMod val="10000"/>
                  </a:schemeClr>
                </a:solidFill>
              </a:rPr>
              <a:t>Rmd</a:t>
            </a:r>
            <a:r>
              <a:rPr lang="en-US" b="0" dirty="0">
                <a:solidFill>
                  <a:schemeClr val="bg2">
                    <a:lumMod val="10000"/>
                  </a:schemeClr>
                </a:solidFill>
              </a:rPr>
              <a:t>).</a:t>
            </a:r>
          </a:p>
        </p:txBody>
      </p:sp>
    </p:spTree>
    <p:extLst>
      <p:ext uri="{BB962C8B-B14F-4D97-AF65-F5344CB8AC3E}">
        <p14:creationId xmlns:p14="http://schemas.microsoft.com/office/powerpoint/2010/main" val="5883482"/>
      </p:ext>
    </p:extLst>
  </p:cSld>
  <p:clrMapOvr>
    <a:masterClrMapping/>
  </p:clrMapOvr>
  <p:transition spd="med"/>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2DD36-EBAB-CC19-AABD-80D3725F691C}"/>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A0BDE039-0126-3BC7-514F-63D002F0A136}"/>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893EC4BC-D8EE-AEB5-FA57-476A7133701F}"/>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C0D37898-BAF1-1BE9-CABB-09634C74712C}"/>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9608CE04-F569-184D-8B8B-877372087902}"/>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Table Structure </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294D18AF-C9BC-8AEE-36CE-0BBD3A50F73C}"/>
              </a:ext>
            </a:extLst>
          </p:cNvPr>
          <p:cNvSpPr txBox="1"/>
          <p:nvPr/>
        </p:nvSpPr>
        <p:spPr>
          <a:xfrm>
            <a:off x="292287" y="1123238"/>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pic>
        <p:nvPicPr>
          <p:cNvPr id="8" name="Picture 7" descr="A picture containing text&#10;&#10;Description automatically generated">
            <a:extLst>
              <a:ext uri="{FF2B5EF4-FFF2-40B4-BE49-F238E27FC236}">
                <a16:creationId xmlns:a16="http://schemas.microsoft.com/office/drawing/2014/main" id="{063B946B-A81A-42B3-E63C-2B798B15F82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2CC6595F-B20A-4267-0A79-F94E01A24B13}"/>
              </a:ext>
            </a:extLst>
          </p:cNvPr>
          <p:cNvSpPr txBox="1"/>
          <p:nvPr/>
        </p:nvSpPr>
        <p:spPr>
          <a:xfrm>
            <a:off x="292287" y="1462444"/>
            <a:ext cx="2768702"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a:solidFill>
                  <a:schemeClr val="bg2">
                    <a:lumMod val="10000"/>
                  </a:schemeClr>
                </a:solidFill>
                <a:sym typeface="Source Sans Pro Light"/>
              </a:rPr>
              <a:t>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the download and analysis of multiple sources, such as Git, Jira, and </a:t>
            </a:r>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Light"/>
              </a:rPr>
              <a:t>Github</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 Table's structure changes depending on how many sources are used.</a:t>
            </a:r>
            <a:endParaRPr lang="en-US" b="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226E18A0-BCFD-4AB2-212D-CFB9FDED50E9}"/>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5">
                  <a:extLst>
                    <a:ext uri="{A12FA001-AC4F-418D-AE19-62706E023703}">
                      <ahyp:hlinkClr xmlns:ahyp="http://schemas.microsoft.com/office/drawing/2018/hyperlinkcolor" val="tx"/>
                    </a:ext>
                  </a:extLst>
                </a:hlinkClick>
              </a:rPr>
              <a:t>CC BY SA</a:t>
            </a:r>
            <a:r>
              <a:rPr lang="en-US" sz="1000" b="0">
                <a:solidFill>
                  <a:schemeClr val="tx1"/>
                </a:solidFill>
              </a:rPr>
              <a:t> John Flinn</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626" name="Layout Suggestions">
            <a:extLst>
              <a:ext uri="{FF2B5EF4-FFF2-40B4-BE49-F238E27FC236}">
                <a16:creationId xmlns:a16="http://schemas.microsoft.com/office/drawing/2014/main" id="{72D60EBE-0006-EE90-F761-22A98F170FC1}"/>
              </a:ext>
            </a:extLst>
          </p:cNvPr>
          <p:cNvSpPr txBox="1"/>
          <p:nvPr/>
        </p:nvSpPr>
        <p:spPr>
          <a:xfrm>
            <a:off x="3575461" y="1118520"/>
            <a:ext cx="3892248"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cxnSp>
        <p:nvCxnSpPr>
          <p:cNvPr id="1451" name="Straight Arrow Connector 1450">
            <a:extLst>
              <a:ext uri="{FF2B5EF4-FFF2-40B4-BE49-F238E27FC236}">
                <a16:creationId xmlns:a16="http://schemas.microsoft.com/office/drawing/2014/main" id="{C73B2F2D-7AFF-C0FA-4C75-373763D82AB6}"/>
              </a:ext>
            </a:extLst>
          </p:cNvPr>
          <p:cNvCxnSpPr>
            <a:cxnSpLocks/>
          </p:cNvCxnSpPr>
          <p:nvPr/>
        </p:nvCxnSpPr>
        <p:spPr>
          <a:xfrm>
            <a:off x="950631" y="4255510"/>
            <a:ext cx="1180755" cy="0"/>
          </a:xfrm>
          <a:prstGeom prst="straightConnector1">
            <a:avLst/>
          </a:prstGeom>
          <a:noFill/>
          <a:ln w="25400" cap="flat">
            <a:solidFill>
              <a:srgbClr val="C00000"/>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sp>
        <p:nvSpPr>
          <p:cNvPr id="1453" name="TextBox 1452">
            <a:extLst>
              <a:ext uri="{FF2B5EF4-FFF2-40B4-BE49-F238E27FC236}">
                <a16:creationId xmlns:a16="http://schemas.microsoft.com/office/drawing/2014/main" id="{39F1FFA0-6B90-31C5-E27A-BEFF684DFAFF}"/>
              </a:ext>
            </a:extLst>
          </p:cNvPr>
          <p:cNvSpPr txBox="1"/>
          <p:nvPr/>
        </p:nvSpPr>
        <p:spPr>
          <a:xfrm>
            <a:off x="1190589" y="3931619"/>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solidFill>
                  <a:srgbClr val="C00000"/>
                </a:solidFill>
              </a:rPr>
              <a:t>Connection</a:t>
            </a:r>
            <a:endParaRPr kumimoji="0" lang="en-US" sz="1000" b="0" i="0" u="none" strike="noStrike" cap="none" spc="0" normalizeH="0" baseline="0">
              <a:ln>
                <a:noFill/>
              </a:ln>
              <a:solidFill>
                <a:srgbClr val="C00000"/>
              </a:solidFill>
              <a:effectLst/>
              <a:uFillTx/>
              <a:sym typeface="Source Sans Pro"/>
            </a:endParaRPr>
          </a:p>
        </p:txBody>
      </p:sp>
      <p:sp>
        <p:nvSpPr>
          <p:cNvPr id="42" name="Manipulate Variables">
            <a:extLst>
              <a:ext uri="{FF2B5EF4-FFF2-40B4-BE49-F238E27FC236}">
                <a16:creationId xmlns:a16="http://schemas.microsoft.com/office/drawing/2014/main" id="{28AC561F-451F-6CBE-8A3B-3541B3888FDA}"/>
              </a:ext>
            </a:extLst>
          </p:cNvPr>
          <p:cNvSpPr txBox="1"/>
          <p:nvPr/>
        </p:nvSpPr>
        <p:spPr>
          <a:xfrm>
            <a:off x="353017" y="4806461"/>
            <a:ext cx="166791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Capabilities</a:t>
            </a:r>
            <a:endParaRPr/>
          </a:p>
        </p:txBody>
      </p:sp>
      <p:sp>
        <p:nvSpPr>
          <p:cNvPr id="43" name="Manipulate Variables">
            <a:extLst>
              <a:ext uri="{FF2B5EF4-FFF2-40B4-BE49-F238E27FC236}">
                <a16:creationId xmlns:a16="http://schemas.microsoft.com/office/drawing/2014/main" id="{605BE910-E10D-F9B4-16FF-38C054C6C4C1}"/>
              </a:ext>
            </a:extLst>
          </p:cNvPr>
          <p:cNvSpPr txBox="1"/>
          <p:nvPr/>
        </p:nvSpPr>
        <p:spPr>
          <a:xfrm>
            <a:off x="11271437" y="6580180"/>
            <a:ext cx="2523761" cy="25199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bg2">
                    <a:lumMod val="25000"/>
                  </a:schemeClr>
                </a:solidFill>
              </a:rPr>
              <a:t>Module Functions</a:t>
            </a:r>
          </a:p>
        </p:txBody>
      </p:sp>
      <p:sp>
        <p:nvSpPr>
          <p:cNvPr id="44" name="Create a visual hierarchy. Help users navigate the page with titles, subtitles, and subsubtitles">
            <a:extLst>
              <a:ext uri="{FF2B5EF4-FFF2-40B4-BE49-F238E27FC236}">
                <a16:creationId xmlns:a16="http://schemas.microsoft.com/office/drawing/2014/main" id="{CD2BE6D9-AA7C-E947-F75C-41F0D032D995}"/>
              </a:ext>
            </a:extLst>
          </p:cNvPr>
          <p:cNvSpPr txBox="1"/>
          <p:nvPr/>
        </p:nvSpPr>
        <p:spPr>
          <a:xfrm>
            <a:off x="11189640" y="3956384"/>
            <a:ext cx="2564002" cy="775003"/>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solidFill>
                  <a:schemeClr val="accent2"/>
                </a:solidFill>
                <a:latin typeface="Source Sans Pro" panose="020B0503030403020204" pitchFamily="34" charset="0"/>
                <a:ea typeface="Source Sans Pro" panose="020B0503030403020204" pitchFamily="34" charset="0"/>
              </a:rPr>
              <a:t>Tables </a:t>
            </a:r>
            <a:r>
              <a:rPr lang="en-US">
                <a:latin typeface="Source Sans Pro" panose="020B0503030403020204" pitchFamily="34" charset="0"/>
                <a:ea typeface="Source Sans Pro" panose="020B0503030403020204" pitchFamily="34" charset="0"/>
              </a:rPr>
              <a:t>can be </a:t>
            </a:r>
            <a:r>
              <a:rPr lang="en-US">
                <a:solidFill>
                  <a:schemeClr val="accent5"/>
                </a:solidFill>
                <a:latin typeface="Source Sans Pro" panose="020B0503030403020204" pitchFamily="34" charset="0"/>
                <a:ea typeface="Source Sans Pro" panose="020B0503030403020204" pitchFamily="34" charset="0"/>
              </a:rPr>
              <a:t>called</a:t>
            </a:r>
            <a:r>
              <a:rPr lang="en-US">
                <a:latin typeface="Source Sans Pro" panose="020B0503030403020204" pitchFamily="34" charset="0"/>
                <a:ea typeface="Source Sans Pro" panose="020B0503030403020204" pitchFamily="34" charset="0"/>
              </a:rPr>
              <a:t> by files outside of a specific module’s scope when two modules with different sources intersect.</a:t>
            </a:r>
            <a:endPar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endParaRPr>
          </a:p>
        </p:txBody>
      </p:sp>
      <p:sp>
        <p:nvSpPr>
          <p:cNvPr id="45" name="Create a visual hierarchy. Help users navigate the page with titles, subtitles, and subsubtitles">
            <a:extLst>
              <a:ext uri="{FF2B5EF4-FFF2-40B4-BE49-F238E27FC236}">
                <a16:creationId xmlns:a16="http://schemas.microsoft.com/office/drawing/2014/main" id="{BF602687-9CF1-12F6-531E-11068708CEFC}"/>
              </a:ext>
            </a:extLst>
          </p:cNvPr>
          <p:cNvSpPr txBox="1"/>
          <p:nvPr/>
        </p:nvSpPr>
        <p:spPr>
          <a:xfrm>
            <a:off x="11255144" y="6926776"/>
            <a:ext cx="2564002" cy="2731436"/>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r>
              <a:rPr lang="en-US" sz="1000" b="0">
                <a:solidFill>
                  <a:schemeClr val="bg2">
                    <a:lumMod val="10000"/>
                  </a:schemeClr>
                </a:solidFill>
                <a:latin typeface="Source Sans Pro" panose="020B0503030403020204" pitchFamily="34" charset="0"/>
                <a:ea typeface="Source Sans Pro" panose="020B0503030403020204" pitchFamily="34" charset="0"/>
              </a:rPr>
              <a:t>Tables use standardized R data structures. These are not limited to simple tables; they can represent sparse matrices, graph edge lists, and more- all interconnected by key columns.</a:t>
            </a:r>
            <a:br>
              <a:rPr lang="en-US" sz="1000" b="0">
                <a:solidFill>
                  <a:schemeClr val="bg2">
                    <a:lumMod val="10000"/>
                  </a:schemeClr>
                </a:solidFill>
                <a:latin typeface="Source Sans Pro" panose="020B0503030403020204" pitchFamily="34" charset="0"/>
                <a:ea typeface="Source Sans Pro" panose="020B0503030403020204" pitchFamily="34" charset="0"/>
              </a:rPr>
            </a:br>
            <a:br>
              <a:rPr lang="en-US" sz="1000" b="0">
                <a:solidFill>
                  <a:schemeClr val="bg2">
                    <a:lumMod val="10000"/>
                  </a:schemeClr>
                </a:solidFill>
                <a:latin typeface="Source Sans Pro" panose="020B0503030403020204" pitchFamily="34" charset="0"/>
                <a:ea typeface="Source Sans Pro" panose="020B0503030403020204" pitchFamily="34" charset="0"/>
              </a:rPr>
            </a:br>
            <a:r>
              <a:rPr lang="en-US" sz="1000" b="0">
                <a:solidFill>
                  <a:schemeClr val="bg2">
                    <a:lumMod val="10000"/>
                  </a:schemeClr>
                </a:solidFill>
                <a:latin typeface="Source Sans Pro" panose="020B0503030403020204" pitchFamily="34" charset="0"/>
                <a:ea typeface="Source Sans Pro" panose="020B0503030403020204" pitchFamily="34" charset="0"/>
              </a:rPr>
              <a:t>File use R resources-including .</a:t>
            </a:r>
            <a:r>
              <a:rPr lang="en-US" sz="1000" b="0" err="1">
                <a:solidFill>
                  <a:schemeClr val="bg2">
                    <a:lumMod val="10000"/>
                  </a:schemeClr>
                </a:solidFill>
                <a:latin typeface="Source Sans Pro" panose="020B0503030403020204" pitchFamily="34" charset="0"/>
                <a:ea typeface="Source Sans Pro" panose="020B0503030403020204" pitchFamily="34" charset="0"/>
              </a:rPr>
              <a:t>Rmd</a:t>
            </a:r>
            <a:r>
              <a:rPr lang="en-US" sz="1000" b="0">
                <a:solidFill>
                  <a:schemeClr val="bg2">
                    <a:lumMod val="10000"/>
                  </a:schemeClr>
                </a:solidFill>
                <a:latin typeface="Source Sans Pro" panose="020B0503030403020204" pitchFamily="34" charset="0"/>
                <a:ea typeface="Source Sans Pro" panose="020B0503030403020204" pitchFamily="34" charset="0"/>
              </a:rPr>
              <a:t> files, .R scripts, and functions that are internal to a module and operate consistently on standardized internal R tables. </a:t>
            </a:r>
            <a: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t>Example of internal file’s function</a:t>
            </a:r>
            <a:b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br>
            <a:b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br>
            <a:r>
              <a:rPr lang="en-US" sz="1050" err="1"/>
              <a:t>bipartite_graph_projection</a:t>
            </a:r>
            <a:r>
              <a:rPr lang="en-US" sz="1050"/>
              <a:t>()</a:t>
            </a:r>
          </a:p>
          <a:p>
            <a:r>
              <a:rPr lang="en-US" sz="1000" b="0"/>
              <a:t>Performs bipartite projection on multimodal graphs.</a:t>
            </a:r>
            <a:endParaRPr lang="en-US" sz="1050"/>
          </a:p>
          <a:p>
            <a:endParaRPr lang="en-US" sz="1000" b="0">
              <a:solidFill>
                <a:schemeClr val="bg2">
                  <a:lumMod val="10000"/>
                </a:schemeClr>
              </a:solidFill>
              <a:latin typeface="Source Sans Pro" panose="020B0503030403020204" pitchFamily="34" charset="0"/>
              <a:ea typeface="Source Sans Pro" panose="020B0503030403020204" pitchFamily="34" charset="0"/>
            </a:endParaRPr>
          </a:p>
        </p:txBody>
      </p:sp>
      <p:sp>
        <p:nvSpPr>
          <p:cNvPr id="46" name="Manipulate Variables">
            <a:extLst>
              <a:ext uri="{FF2B5EF4-FFF2-40B4-BE49-F238E27FC236}">
                <a16:creationId xmlns:a16="http://schemas.microsoft.com/office/drawing/2014/main" id="{4922D6A5-DF4A-8DB0-759B-CD2B16FD5AF8}"/>
              </a:ext>
            </a:extLst>
          </p:cNvPr>
          <p:cNvSpPr txBox="1"/>
          <p:nvPr/>
        </p:nvSpPr>
        <p:spPr>
          <a:xfrm>
            <a:off x="11179341" y="3635595"/>
            <a:ext cx="258307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External Tables</a:t>
            </a:r>
            <a:endParaRPr lang="en-US" sz="2500">
              <a:solidFill>
                <a:schemeClr val="tx2"/>
              </a:solidFill>
            </a:endParaRPr>
          </a:p>
        </p:txBody>
      </p:sp>
      <p:sp>
        <p:nvSpPr>
          <p:cNvPr id="58" name="Layout Suggestions">
            <a:extLst>
              <a:ext uri="{FF2B5EF4-FFF2-40B4-BE49-F238E27FC236}">
                <a16:creationId xmlns:a16="http://schemas.microsoft.com/office/drawing/2014/main" id="{3D26B95B-3D26-C0AD-72B3-82F9EA0B5A7F}"/>
              </a:ext>
            </a:extLst>
          </p:cNvPr>
          <p:cNvSpPr txBox="1"/>
          <p:nvPr/>
        </p:nvSpPr>
        <p:spPr>
          <a:xfrm>
            <a:off x="11193314" y="1937456"/>
            <a:ext cx="240242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Raw Data</a:t>
            </a:r>
          </a:p>
        </p:txBody>
      </p:sp>
      <p:sp>
        <p:nvSpPr>
          <p:cNvPr id="59" name="TextBox 58">
            <a:extLst>
              <a:ext uri="{FF2B5EF4-FFF2-40B4-BE49-F238E27FC236}">
                <a16:creationId xmlns:a16="http://schemas.microsoft.com/office/drawing/2014/main" id="{60FF3DEC-D77C-CD3A-8651-FD22C0E24DFC}"/>
              </a:ext>
            </a:extLst>
          </p:cNvPr>
          <p:cNvSpPr txBox="1"/>
          <p:nvPr/>
        </p:nvSpPr>
        <p:spPr>
          <a:xfrm>
            <a:off x="11174830" y="2323567"/>
            <a:ext cx="2635144"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rgbClr val="000000"/>
                </a:solidFill>
                <a:latin typeface="Source Sans Pro" panose="020B0503030403020204" pitchFamily="34" charset="0"/>
                <a:ea typeface="Source Sans Pro" panose="020B0503030403020204" pitchFamily="34" charset="0"/>
              </a:rPr>
              <a:t>Handles diverse raw data formats such as CSV, gitlog, and Mbox from local or network sources, then loads them as initial R structures for standardization. </a:t>
            </a:r>
            <a:r>
              <a:rPr lang="en-US" b="0" dirty="0">
                <a:solidFill>
                  <a:schemeClr val="accent2"/>
                </a:solidFill>
                <a:latin typeface="Source Sans Pro" panose="020B0503030403020204" pitchFamily="34" charset="0"/>
                <a:ea typeface="Source Sans Pro" panose="020B0503030403020204" pitchFamily="34" charset="0"/>
              </a:rPr>
              <a:t>Data</a:t>
            </a:r>
            <a:r>
              <a:rPr lang="en-US" b="0" dirty="0">
                <a:solidFill>
                  <a:srgbClr val="000000"/>
                </a:solidFill>
                <a:latin typeface="Source Sans Pro" panose="020B0503030403020204" pitchFamily="34" charset="0"/>
                <a:ea typeface="Source Sans Pro" panose="020B0503030403020204" pitchFamily="34" charset="0"/>
              </a:rPr>
              <a:t> can exist outside a module when merging multiple sources.</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60" name="Layout Suggestions">
            <a:extLst>
              <a:ext uri="{FF2B5EF4-FFF2-40B4-BE49-F238E27FC236}">
                <a16:creationId xmlns:a16="http://schemas.microsoft.com/office/drawing/2014/main" id="{863266D9-2862-02B1-E730-8F51B396C1C9}"/>
              </a:ext>
            </a:extLst>
          </p:cNvPr>
          <p:cNvSpPr txBox="1"/>
          <p:nvPr/>
        </p:nvSpPr>
        <p:spPr>
          <a:xfrm>
            <a:off x="286801" y="2542515"/>
            <a:ext cx="2919175"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Connecting Modules</a:t>
            </a:r>
          </a:p>
        </p:txBody>
      </p:sp>
      <p:sp>
        <p:nvSpPr>
          <p:cNvPr id="61" name="TextBox 60">
            <a:extLst>
              <a:ext uri="{FF2B5EF4-FFF2-40B4-BE49-F238E27FC236}">
                <a16:creationId xmlns:a16="http://schemas.microsoft.com/office/drawing/2014/main" id="{EE3C681F-434D-1B81-0017-E7294F766354}"/>
              </a:ext>
            </a:extLst>
          </p:cNvPr>
          <p:cNvSpPr txBox="1"/>
          <p:nvPr/>
        </p:nvSpPr>
        <p:spPr>
          <a:xfrm>
            <a:off x="295202" y="2819549"/>
            <a:ext cx="2765787" cy="114587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Tables</a:t>
            </a:r>
            <a:r>
              <a:rPr lang="en-US" b="0">
                <a:solidFill>
                  <a:srgbClr val="000000"/>
                </a:solidFill>
                <a:latin typeface="Source Sans Pro" panose="020B0503030403020204" pitchFamily="34" charset="0"/>
                <a:ea typeface="Source Sans Pro" panose="020B0503030403020204" pitchFamily="34" charset="0"/>
                <a:sym typeface="Source Sans Pro Light"/>
              </a:rPr>
              <a:t> are used as the </a:t>
            </a:r>
            <a:r>
              <a:rPr lang="en-US">
                <a:solidFill>
                  <a:srgbClr val="000000"/>
                </a:solidFill>
                <a:latin typeface="Source Sans Pro" panose="020B0503030403020204" pitchFamily="34" charset="0"/>
                <a:ea typeface="Source Sans Pro" panose="020B0503030403020204" pitchFamily="34" charset="0"/>
                <a:sym typeface="Source Sans Pro Light"/>
              </a:rPr>
              <a:t>sole</a:t>
            </a:r>
            <a:r>
              <a:rPr lang="en-US" b="0">
                <a:solidFill>
                  <a:srgbClr val="000000"/>
                </a:solidFill>
                <a:latin typeface="Source Sans Pro" panose="020B0503030403020204" pitchFamily="34" charset="0"/>
                <a:ea typeface="Source Sans Pro" panose="020B0503030403020204" pitchFamily="34" charset="0"/>
                <a:sym typeface="Source Sans Pro Light"/>
              </a:rPr>
              <a:t> connection between modules. Modules or raw data sources do not interact directly. Modules connect by table’s </a:t>
            </a:r>
            <a:r>
              <a:rPr lang="en-US" b="0">
                <a:solidFill>
                  <a:schemeClr val="accent1">
                    <a:lumMod val="50000"/>
                  </a:schemeClr>
                </a:solidFill>
                <a:latin typeface="Source Sans Pro" panose="020B0503030403020204" pitchFamily="34" charset="0"/>
                <a:ea typeface="Source Sans Pro" panose="020B0503030403020204" pitchFamily="34" charset="0"/>
                <a:sym typeface="Source Sans Pro Light"/>
              </a:rPr>
              <a:t>columns</a:t>
            </a:r>
            <a:r>
              <a:rPr lang="en-US" b="0">
                <a:solidFill>
                  <a:schemeClr val="accent2"/>
                </a:solidFill>
                <a:latin typeface="Source Sans Pro" panose="020B0503030403020204" pitchFamily="34" charset="0"/>
                <a:ea typeface="Source Sans Pro" panose="020B0503030403020204" pitchFamily="34" charset="0"/>
                <a:sym typeface="Source Sans Pro Light"/>
              </a:rPr>
              <a:t> </a:t>
            </a:r>
            <a:r>
              <a:rPr lang="en-US" b="0">
                <a:solidFill>
                  <a:srgbClr val="000000"/>
                </a:solidFill>
                <a:latin typeface="Source Sans Pro" panose="020B0503030403020204" pitchFamily="34" charset="0"/>
                <a:ea typeface="Source Sans Pro" panose="020B0503030403020204" pitchFamily="34" charset="0"/>
                <a:sym typeface="Source Sans Pro Light"/>
              </a:rPr>
              <a:t>- indicated by the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dark blue row </a:t>
            </a:r>
            <a:r>
              <a:rPr lang="en-US" b="0">
                <a:solidFill>
                  <a:srgbClr val="000000"/>
                </a:solidFill>
                <a:latin typeface="Source Sans Pro" panose="020B0503030403020204" pitchFamily="34" charset="0"/>
                <a:ea typeface="Source Sans Pro" panose="020B0503030403020204" pitchFamily="34" charset="0"/>
                <a:sym typeface="Source Sans Pro Light"/>
              </a:rPr>
              <a:t>within a common R data table structure. </a:t>
            </a:r>
            <a:endParaRPr lang="en-US" b="0">
              <a:solidFill>
                <a:srgbClr val="000000"/>
              </a:solidFill>
              <a:latin typeface="Source Sans Pro" panose="020B0503030403020204" pitchFamily="34" charset="0"/>
              <a:ea typeface="Source Sans Pro" panose="020B0503030403020204" pitchFamily="34" charset="0"/>
            </a:endParaRPr>
          </a:p>
        </p:txBody>
      </p:sp>
      <p:sp>
        <p:nvSpPr>
          <p:cNvPr id="62" name="Layout Suggestions">
            <a:extLst>
              <a:ext uri="{FF2B5EF4-FFF2-40B4-BE49-F238E27FC236}">
                <a16:creationId xmlns:a16="http://schemas.microsoft.com/office/drawing/2014/main" id="{ABD90181-531B-B14C-9868-D3089823B0BC}"/>
              </a:ext>
            </a:extLst>
          </p:cNvPr>
          <p:cNvSpPr txBox="1"/>
          <p:nvPr/>
        </p:nvSpPr>
        <p:spPr>
          <a:xfrm>
            <a:off x="11233351" y="4820165"/>
            <a:ext cx="197260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Modules</a:t>
            </a:r>
          </a:p>
        </p:txBody>
      </p:sp>
      <p:sp>
        <p:nvSpPr>
          <p:cNvPr id="63" name="TextBox 62">
            <a:extLst>
              <a:ext uri="{FF2B5EF4-FFF2-40B4-BE49-F238E27FC236}">
                <a16:creationId xmlns:a16="http://schemas.microsoft.com/office/drawing/2014/main" id="{80080163-8E85-A85D-3519-7AFACAB4470C}"/>
              </a:ext>
            </a:extLst>
          </p:cNvPr>
          <p:cNvSpPr txBox="1"/>
          <p:nvPr/>
        </p:nvSpPr>
        <p:spPr>
          <a:xfrm>
            <a:off x="11216090" y="5201967"/>
            <a:ext cx="2567224"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Reusable containers for R scripts (.R files), functions, and notebooks for a specific source only. They ingest and process standardized tables to generate graphs, metrics, and transformed data for analysis.</a:t>
            </a:r>
          </a:p>
        </p:txBody>
      </p:sp>
      <p:sp>
        <p:nvSpPr>
          <p:cNvPr id="256" name="Layout Suggestions">
            <a:extLst>
              <a:ext uri="{FF2B5EF4-FFF2-40B4-BE49-F238E27FC236}">
                <a16:creationId xmlns:a16="http://schemas.microsoft.com/office/drawing/2014/main" id="{40DB61EC-577F-BDBB-C4CE-0F9DF23866C4}"/>
              </a:ext>
            </a:extLst>
          </p:cNvPr>
          <p:cNvSpPr txBox="1"/>
          <p:nvPr/>
        </p:nvSpPr>
        <p:spPr>
          <a:xfrm>
            <a:off x="398137" y="8909853"/>
            <a:ext cx="203853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Notebooks</a:t>
            </a:r>
          </a:p>
        </p:txBody>
      </p:sp>
      <p:sp>
        <p:nvSpPr>
          <p:cNvPr id="257" name="TextBox 256">
            <a:extLst>
              <a:ext uri="{FF2B5EF4-FFF2-40B4-BE49-F238E27FC236}">
                <a16:creationId xmlns:a16="http://schemas.microsoft.com/office/drawing/2014/main" id="{E3C5E2CF-532C-25A4-6696-DD519AFA1AB7}"/>
              </a:ext>
            </a:extLst>
          </p:cNvPr>
          <p:cNvSpPr txBox="1"/>
          <p:nvPr/>
        </p:nvSpPr>
        <p:spPr>
          <a:xfrm>
            <a:off x="379610" y="9229563"/>
            <a:ext cx="2704852" cy="8134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Acting as the u</a:t>
            </a:r>
            <a:r>
              <a:rPr lang="en-US" b="0">
                <a:solidFill>
                  <a:schemeClr val="bg2">
                    <a:lumMod val="10000"/>
                  </a:schemeClr>
                </a:solidFill>
                <a:latin typeface="Source Sans Pro" panose="020B0503030403020204" pitchFamily="34" charset="0"/>
                <a:ea typeface="Source Sans Pro" panose="020B0503030403020204" pitchFamily="34" charset="0"/>
              </a:rPr>
              <a:t>ser interface. These .</a:t>
            </a:r>
            <a:r>
              <a:rPr lang="en-US" b="0" err="1">
                <a:solidFill>
                  <a:schemeClr val="bg2">
                    <a:lumMod val="10000"/>
                  </a:schemeClr>
                </a:solidFill>
                <a:latin typeface="Source Sans Pro" panose="020B0503030403020204" pitchFamily="34" charset="0"/>
                <a:ea typeface="Source Sans Pro" panose="020B0503030403020204" pitchFamily="34" charset="0"/>
              </a:rPr>
              <a:t>Rmd</a:t>
            </a:r>
            <a:r>
              <a:rPr lang="en-US" b="0">
                <a:solidFill>
                  <a:schemeClr val="bg2">
                    <a:lumMod val="10000"/>
                  </a:schemeClr>
                </a:solidFill>
                <a:latin typeface="Source Sans Pro" panose="020B0503030403020204" pitchFamily="34" charset="0"/>
                <a:ea typeface="Source Sans Pro" panose="020B0503030403020204" pitchFamily="34" charset="0"/>
              </a:rPr>
              <a:t> files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call specific modules- passing and receiving standardized R tables to create final analyses and exports.</a:t>
            </a:r>
            <a:r>
              <a:rPr lang="en-US" b="0">
                <a:solidFill>
                  <a:schemeClr val="bg2">
                    <a:lumMod val="10000"/>
                  </a:schemeClr>
                </a:solidFill>
                <a:latin typeface="Source Sans Pro" panose="020B0503030403020204" pitchFamily="34" charset="0"/>
                <a:ea typeface="Source Sans Pro" panose="020B0503030403020204" pitchFamily="34" charset="0"/>
              </a:rPr>
              <a:t> </a:t>
            </a:r>
          </a:p>
        </p:txBody>
      </p:sp>
      <p:sp>
        <p:nvSpPr>
          <p:cNvPr id="315" name="Create a visual hierarchy. Help users navigate the page with titles, subtitles, and subsubtitles">
            <a:extLst>
              <a:ext uri="{FF2B5EF4-FFF2-40B4-BE49-F238E27FC236}">
                <a16:creationId xmlns:a16="http://schemas.microsoft.com/office/drawing/2014/main" id="{7F845968-361A-AF19-1040-E1706441384E}"/>
              </a:ext>
            </a:extLst>
          </p:cNvPr>
          <p:cNvSpPr txBox="1">
            <a:spLocks/>
          </p:cNvSpPr>
          <p:nvPr/>
        </p:nvSpPr>
        <p:spPr>
          <a:xfrm>
            <a:off x="348460" y="5202862"/>
            <a:ext cx="2754528"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FontTx/>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sym typeface="Source Sans Pro Light"/>
              </a:rPr>
              <a:t>Downloaders</a:t>
            </a:r>
            <a:r>
              <a:rPr lang="en-US">
                <a:latin typeface="Source Sans Pro" panose="020B0503030403020204" pitchFamily="34" charset="0"/>
                <a:ea typeface="Source Sans Pro" panose="020B0503030403020204" pitchFamily="34" charset="0"/>
                <a:cs typeface="Shruti" panose="020B0502040204020203" pitchFamily="34" charset="0"/>
                <a:sym typeface="Source Sans Pro Light"/>
              </a:rPr>
              <a:t>: Loads the raw data into the module by call of the notebook.</a:t>
            </a:r>
            <a:endParaRPr lang="en-US">
              <a:latin typeface="Source Sans Pro" panose="020B0503030403020204" pitchFamily="34" charset="0"/>
              <a:ea typeface="Source Sans Pro" panose="020B0503030403020204" pitchFamily="34" charset="0"/>
              <a:cs typeface="Shruti" panose="020B0502040204020203" pitchFamily="34" charset="0"/>
            </a:endParaRPr>
          </a:p>
        </p:txBody>
      </p:sp>
      <p:sp>
        <p:nvSpPr>
          <p:cNvPr id="316" name="Create a visual hierarchy. Help users navigate the page with titles, subtitles, and subsubtitles">
            <a:extLst>
              <a:ext uri="{FF2B5EF4-FFF2-40B4-BE49-F238E27FC236}">
                <a16:creationId xmlns:a16="http://schemas.microsoft.com/office/drawing/2014/main" id="{6366CE81-3001-08FD-0E57-705921806E70}"/>
              </a:ext>
            </a:extLst>
          </p:cNvPr>
          <p:cNvSpPr txBox="1">
            <a:spLocks/>
          </p:cNvSpPr>
          <p:nvPr/>
        </p:nvSpPr>
        <p:spPr>
          <a:xfrm>
            <a:off x="359284" y="5655230"/>
            <a:ext cx="2772844" cy="7750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Parsers</a:t>
            </a:r>
            <a:r>
              <a:rPr lang="en-US">
                <a:latin typeface="Source Sans Pro" panose="020B0503030403020204" pitchFamily="34" charset="0"/>
                <a:ea typeface="Source Sans Pro" panose="020B0503030403020204" pitchFamily="34" charset="0"/>
                <a:cs typeface="Shruti" panose="020B0502040204020203" pitchFamily="34" charset="0"/>
              </a:rPr>
              <a:t>: Automatically normalize diverse raw sources into uniform, structured R tables that are reusable across multiple transformations.</a:t>
            </a:r>
          </a:p>
        </p:txBody>
      </p:sp>
      <p:sp>
        <p:nvSpPr>
          <p:cNvPr id="317" name="Create a visual hierarchy. Help users navigate the page with titles, subtitles, and subsubtitles">
            <a:extLst>
              <a:ext uri="{FF2B5EF4-FFF2-40B4-BE49-F238E27FC236}">
                <a16:creationId xmlns:a16="http://schemas.microsoft.com/office/drawing/2014/main" id="{9C81E832-A3F6-33E5-780F-2E21BF329699}"/>
              </a:ext>
            </a:extLst>
          </p:cNvPr>
          <p:cNvSpPr txBox="1">
            <a:spLocks/>
          </p:cNvSpPr>
          <p:nvPr/>
        </p:nvSpPr>
        <p:spPr>
          <a:xfrm>
            <a:off x="359284" y="7151635"/>
            <a:ext cx="2757314" cy="6088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Executable</a:t>
            </a:r>
            <a:r>
              <a:rPr lang="en-US">
                <a:latin typeface="Source Sans Pro" panose="020B0503030403020204" pitchFamily="34" charset="0"/>
                <a:ea typeface="Source Sans Pro" panose="020B0503030403020204" pitchFamily="34" charset="0"/>
                <a:cs typeface="Shruti" panose="020B0502040204020203" pitchFamily="34" charset="0"/>
                <a:sym typeface="Source Sans Pro Light"/>
              </a:rPr>
              <a:t>: Output final data and analytical results directly to the terminal or console.</a:t>
            </a:r>
            <a:endParaRPr lang="en-US">
              <a:latin typeface="Source Sans Pro" panose="020B0503030403020204" pitchFamily="34" charset="0"/>
              <a:ea typeface="Source Sans Pro" panose="020B0503030403020204" pitchFamily="34" charset="0"/>
              <a:cs typeface="Shruti" panose="020B0502040204020203" pitchFamily="34" charset="0"/>
            </a:endParaRPr>
          </a:p>
        </p:txBody>
      </p:sp>
      <p:sp>
        <p:nvSpPr>
          <p:cNvPr id="318" name="Create a visual hierarchy. Help users navigate the page with titles, subtitles, and subsubtitles">
            <a:extLst>
              <a:ext uri="{FF2B5EF4-FFF2-40B4-BE49-F238E27FC236}">
                <a16:creationId xmlns:a16="http://schemas.microsoft.com/office/drawing/2014/main" id="{720004F4-7387-020D-B39A-BE1BCABED17C}"/>
              </a:ext>
            </a:extLst>
          </p:cNvPr>
          <p:cNvSpPr txBox="1">
            <a:spLocks/>
          </p:cNvSpPr>
          <p:nvPr/>
        </p:nvSpPr>
        <p:spPr>
          <a:xfrm>
            <a:off x="355308" y="6400298"/>
            <a:ext cx="2760164" cy="7750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Transformations</a:t>
            </a:r>
            <a:r>
              <a:rPr lang="en-US">
                <a:latin typeface="Source Sans Pro" panose="020B0503030403020204" pitchFamily="34" charset="0"/>
                <a:ea typeface="Source Sans Pro" panose="020B0503030403020204" pitchFamily="34" charset="0"/>
                <a:cs typeface="Shruti" panose="020B0502040204020203" pitchFamily="34" charset="0"/>
              </a:rPr>
              <a:t>: utilize functions-such as bipartite, temporal, and multimodal-to reshape tables into nodes, edges, and complex relationships.</a:t>
            </a:r>
            <a:endParaRPr lang="en-US">
              <a:latin typeface="Source Sans Pro" panose="020B0503030403020204" pitchFamily="34" charset="0"/>
              <a:ea typeface="Source Sans Pro" panose="020B0503030403020204" pitchFamily="34" charset="0"/>
              <a:cs typeface="Shruti" panose="020B0502040204020203" pitchFamily="34" charset="0"/>
              <a:sym typeface="Source Sans Pro Light"/>
            </a:endParaRPr>
          </a:p>
        </p:txBody>
      </p:sp>
      <p:graphicFrame>
        <p:nvGraphicFramePr>
          <p:cNvPr id="311" name="Table">
            <a:extLst>
              <a:ext uri="{FF2B5EF4-FFF2-40B4-BE49-F238E27FC236}">
                <a16:creationId xmlns:a16="http://schemas.microsoft.com/office/drawing/2014/main" id="{8423D779-B819-B927-1A92-0A1D8141DE38}"/>
              </a:ext>
            </a:extLst>
          </p:cNvPr>
          <p:cNvGraphicFramePr/>
          <p:nvPr/>
        </p:nvGraphicFramePr>
        <p:xfrm>
          <a:off x="452563" y="4220153"/>
          <a:ext cx="449721" cy="426720"/>
        </p:xfrm>
        <a:graphic>
          <a:graphicData uri="http://schemas.openxmlformats.org/drawingml/2006/table">
            <a:tbl>
              <a:tblPr firstRow="1">
                <a:tableStyleId>{4C3C2611-4C71-4FC5-86AE-919BDF0F9419}</a:tableStyleId>
              </a:tblPr>
              <a:tblGrid>
                <a:gridCol w="176632">
                  <a:extLst>
                    <a:ext uri="{9D8B030D-6E8A-4147-A177-3AD203B41FA5}">
                      <a16:colId xmlns:a16="http://schemas.microsoft.com/office/drawing/2014/main" val="20000"/>
                    </a:ext>
                  </a:extLst>
                </a:gridCol>
                <a:gridCol w="123182">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5582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aphicFrame>
        <p:nvGraphicFramePr>
          <p:cNvPr id="314" name="Table">
            <a:extLst>
              <a:ext uri="{FF2B5EF4-FFF2-40B4-BE49-F238E27FC236}">
                <a16:creationId xmlns:a16="http://schemas.microsoft.com/office/drawing/2014/main" id="{0B4BB12A-1A70-D792-07E9-9DC588710154}"/>
              </a:ext>
            </a:extLst>
          </p:cNvPr>
          <p:cNvGraphicFramePr/>
          <p:nvPr/>
        </p:nvGraphicFramePr>
        <p:xfrm>
          <a:off x="2131386" y="4208461"/>
          <a:ext cx="306944" cy="42672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5833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pic>
        <p:nvPicPr>
          <p:cNvPr id="348" name="Graphic 347" descr="Paper outline">
            <a:extLst>
              <a:ext uri="{FF2B5EF4-FFF2-40B4-BE49-F238E27FC236}">
                <a16:creationId xmlns:a16="http://schemas.microsoft.com/office/drawing/2014/main" id="{8FEF556B-A241-AC55-7184-B083C8CB98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90122" y="8108102"/>
            <a:ext cx="486868" cy="459104"/>
          </a:xfrm>
          <a:prstGeom prst="rect">
            <a:avLst/>
          </a:prstGeom>
        </p:spPr>
      </p:pic>
      <p:pic>
        <p:nvPicPr>
          <p:cNvPr id="349" name="Graphic 348" descr="Paper outline">
            <a:extLst>
              <a:ext uri="{FF2B5EF4-FFF2-40B4-BE49-F238E27FC236}">
                <a16:creationId xmlns:a16="http://schemas.microsoft.com/office/drawing/2014/main" id="{C733B4C7-96E3-7D21-A660-E19063EF7A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3873" y="8105768"/>
            <a:ext cx="486868" cy="459104"/>
          </a:xfrm>
          <a:prstGeom prst="rect">
            <a:avLst/>
          </a:prstGeom>
        </p:spPr>
      </p:pic>
      <p:pic>
        <p:nvPicPr>
          <p:cNvPr id="350" name="Graphic 349" descr="Paper outline">
            <a:extLst>
              <a:ext uri="{FF2B5EF4-FFF2-40B4-BE49-F238E27FC236}">
                <a16:creationId xmlns:a16="http://schemas.microsoft.com/office/drawing/2014/main" id="{52C424B7-1568-AB59-11DC-BC9ACA6567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4376" y="8108577"/>
            <a:ext cx="486868" cy="459104"/>
          </a:xfrm>
          <a:prstGeom prst="rect">
            <a:avLst/>
          </a:prstGeom>
        </p:spPr>
      </p:pic>
      <p:pic>
        <p:nvPicPr>
          <p:cNvPr id="351" name="Graphic 350" descr="Paper outline">
            <a:extLst>
              <a:ext uri="{FF2B5EF4-FFF2-40B4-BE49-F238E27FC236}">
                <a16:creationId xmlns:a16="http://schemas.microsoft.com/office/drawing/2014/main" id="{74C1D5B2-D16D-FCC7-87DA-8F4FB18FE8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74063" y="8112531"/>
            <a:ext cx="486868" cy="459104"/>
          </a:xfrm>
          <a:prstGeom prst="rect">
            <a:avLst/>
          </a:prstGeom>
        </p:spPr>
      </p:pic>
      <p:pic>
        <p:nvPicPr>
          <p:cNvPr id="352" name="Graphic 351" descr="Paper outline">
            <a:extLst>
              <a:ext uri="{FF2B5EF4-FFF2-40B4-BE49-F238E27FC236}">
                <a16:creationId xmlns:a16="http://schemas.microsoft.com/office/drawing/2014/main" id="{398448AA-DABB-532C-F8D9-FC4E6C59DA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33681" y="8109313"/>
            <a:ext cx="486868" cy="459104"/>
          </a:xfrm>
          <a:prstGeom prst="rect">
            <a:avLst/>
          </a:prstGeom>
        </p:spPr>
      </p:pic>
      <p:sp>
        <p:nvSpPr>
          <p:cNvPr id="353" name="TextBox 352">
            <a:extLst>
              <a:ext uri="{FF2B5EF4-FFF2-40B4-BE49-F238E27FC236}">
                <a16:creationId xmlns:a16="http://schemas.microsoft.com/office/drawing/2014/main" id="{FB20129D-D51A-28A6-AFBA-CC062EEE0BA7}"/>
              </a:ext>
            </a:extLst>
          </p:cNvPr>
          <p:cNvSpPr txBox="1"/>
          <p:nvPr/>
        </p:nvSpPr>
        <p:spPr>
          <a:xfrm>
            <a:off x="909619" y="7812782"/>
            <a:ext cx="69142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Downloaders</a:t>
            </a:r>
            <a:endParaRPr kumimoji="0" lang="en-US" sz="800" b="0" i="0" u="none" strike="noStrike" cap="none" spc="0" normalizeH="0" baseline="0">
              <a:ln>
                <a:noFill/>
              </a:ln>
              <a:solidFill>
                <a:srgbClr val="4C4C4C"/>
              </a:solidFill>
              <a:effectLst/>
              <a:uFillTx/>
              <a:sym typeface="Source Sans Pro"/>
            </a:endParaRPr>
          </a:p>
        </p:txBody>
      </p:sp>
      <p:sp>
        <p:nvSpPr>
          <p:cNvPr id="354" name="TextBox 353">
            <a:extLst>
              <a:ext uri="{FF2B5EF4-FFF2-40B4-BE49-F238E27FC236}">
                <a16:creationId xmlns:a16="http://schemas.microsoft.com/office/drawing/2014/main" id="{950ED483-2618-695E-4F60-E277803CDF5D}"/>
              </a:ext>
            </a:extLst>
          </p:cNvPr>
          <p:cNvSpPr txBox="1"/>
          <p:nvPr/>
        </p:nvSpPr>
        <p:spPr>
          <a:xfrm>
            <a:off x="1732036" y="7812782"/>
            <a:ext cx="44035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Parsers</a:t>
            </a:r>
            <a:endParaRPr kumimoji="0" lang="en-US" sz="800" b="0" i="0" u="none" strike="noStrike" cap="none" spc="0" normalizeH="0" baseline="0">
              <a:ln>
                <a:noFill/>
              </a:ln>
              <a:solidFill>
                <a:srgbClr val="4C4C4C"/>
              </a:solidFill>
              <a:effectLst/>
              <a:uFillTx/>
              <a:sym typeface="Source Sans Pro"/>
            </a:endParaRPr>
          </a:p>
        </p:txBody>
      </p:sp>
      <p:sp>
        <p:nvSpPr>
          <p:cNvPr id="355" name="TextBox 354">
            <a:extLst>
              <a:ext uri="{FF2B5EF4-FFF2-40B4-BE49-F238E27FC236}">
                <a16:creationId xmlns:a16="http://schemas.microsoft.com/office/drawing/2014/main" id="{B54A3E35-DDB4-2D4F-E03F-74FB35E2AC16}"/>
              </a:ext>
            </a:extLst>
          </p:cNvPr>
          <p:cNvSpPr txBox="1"/>
          <p:nvPr/>
        </p:nvSpPr>
        <p:spPr>
          <a:xfrm>
            <a:off x="2198485" y="7816893"/>
            <a:ext cx="709505"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Transformers</a:t>
            </a:r>
            <a:endParaRPr kumimoji="0" lang="en-US" sz="800" b="0" i="0" u="none" strike="noStrike" cap="none" spc="0" normalizeH="0" baseline="0">
              <a:ln>
                <a:noFill/>
              </a:ln>
              <a:solidFill>
                <a:srgbClr val="4C4C4C"/>
              </a:solidFill>
              <a:effectLst/>
              <a:uFillTx/>
              <a:sym typeface="Source Sans Pro"/>
            </a:endParaRPr>
          </a:p>
        </p:txBody>
      </p:sp>
      <p:sp>
        <p:nvSpPr>
          <p:cNvPr id="358" name="TextBox 357">
            <a:extLst>
              <a:ext uri="{FF2B5EF4-FFF2-40B4-BE49-F238E27FC236}">
                <a16:creationId xmlns:a16="http://schemas.microsoft.com/office/drawing/2014/main" id="{1BFCB211-9AE0-80F3-CE50-69AC6A3039C7}"/>
              </a:ext>
            </a:extLst>
          </p:cNvPr>
          <p:cNvSpPr txBox="1"/>
          <p:nvPr/>
        </p:nvSpPr>
        <p:spPr>
          <a:xfrm>
            <a:off x="2949412" y="7822584"/>
            <a:ext cx="64330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Executable</a:t>
            </a:r>
            <a:endParaRPr kumimoji="0" lang="en-US" sz="800" b="0" i="0" u="none" strike="noStrike" cap="none" spc="0" normalizeH="0" baseline="0">
              <a:ln>
                <a:noFill/>
              </a:ln>
              <a:solidFill>
                <a:srgbClr val="4C4C4C"/>
              </a:solidFill>
              <a:effectLst/>
              <a:uFillTx/>
              <a:sym typeface="Source Sans Pro"/>
            </a:endParaRPr>
          </a:p>
        </p:txBody>
      </p:sp>
      <p:sp>
        <p:nvSpPr>
          <p:cNvPr id="360" name="TextBox 359">
            <a:extLst>
              <a:ext uri="{FF2B5EF4-FFF2-40B4-BE49-F238E27FC236}">
                <a16:creationId xmlns:a16="http://schemas.microsoft.com/office/drawing/2014/main" id="{21347B2F-C638-24E6-5A75-99EFD052BAE3}"/>
              </a:ext>
            </a:extLst>
          </p:cNvPr>
          <p:cNvSpPr txBox="1"/>
          <p:nvPr/>
        </p:nvSpPr>
        <p:spPr>
          <a:xfrm>
            <a:off x="265729" y="7807195"/>
            <a:ext cx="67087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N</a:t>
            </a:r>
            <a:r>
              <a:rPr kumimoji="0" lang="en-US" sz="800" b="0" i="0" u="none" strike="noStrike" cap="none" spc="0" normalizeH="0" baseline="0">
                <a:ln>
                  <a:noFill/>
                </a:ln>
                <a:solidFill>
                  <a:srgbClr val="4C4C4C"/>
                </a:solidFill>
                <a:effectLst/>
                <a:uFillTx/>
                <a:sym typeface="Source Sans Pro"/>
              </a:rPr>
              <a:t>otebook</a:t>
            </a:r>
          </a:p>
        </p:txBody>
      </p:sp>
      <p:cxnSp>
        <p:nvCxnSpPr>
          <p:cNvPr id="361" name="Connector: Elbow 360">
            <a:extLst>
              <a:ext uri="{FF2B5EF4-FFF2-40B4-BE49-F238E27FC236}">
                <a16:creationId xmlns:a16="http://schemas.microsoft.com/office/drawing/2014/main" id="{C0EA69DD-E1B4-D4BC-A37B-C792C0C03DDA}"/>
              </a:ext>
            </a:extLst>
          </p:cNvPr>
          <p:cNvCxnSpPr>
            <a:cxnSpLocks/>
            <a:stCxn id="348" idx="3"/>
            <a:endCxn id="349" idx="1"/>
          </p:cNvCxnSpPr>
          <p:nvPr/>
        </p:nvCxnSpPr>
        <p:spPr>
          <a:xfrm flipV="1">
            <a:off x="876990" y="8335320"/>
            <a:ext cx="156883" cy="233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5" name="Connector: Elbow 364">
            <a:extLst>
              <a:ext uri="{FF2B5EF4-FFF2-40B4-BE49-F238E27FC236}">
                <a16:creationId xmlns:a16="http://schemas.microsoft.com/office/drawing/2014/main" id="{FB1E5F8E-365E-AE63-9FD7-0122053A2217}"/>
              </a:ext>
            </a:extLst>
          </p:cNvPr>
          <p:cNvCxnSpPr>
            <a:cxnSpLocks/>
            <a:stCxn id="349" idx="3"/>
            <a:endCxn id="350" idx="1"/>
          </p:cNvCxnSpPr>
          <p:nvPr/>
        </p:nvCxnSpPr>
        <p:spPr>
          <a:xfrm>
            <a:off x="1520741" y="8335320"/>
            <a:ext cx="183635" cy="2809"/>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0" name="Connector: Elbow 369">
            <a:extLst>
              <a:ext uri="{FF2B5EF4-FFF2-40B4-BE49-F238E27FC236}">
                <a16:creationId xmlns:a16="http://schemas.microsoft.com/office/drawing/2014/main" id="{E159192B-4BE6-9A7A-31B4-842BDD0D8C14}"/>
              </a:ext>
            </a:extLst>
          </p:cNvPr>
          <p:cNvCxnSpPr>
            <a:cxnSpLocks/>
            <a:stCxn id="350" idx="3"/>
            <a:endCxn id="351" idx="1"/>
          </p:cNvCxnSpPr>
          <p:nvPr/>
        </p:nvCxnSpPr>
        <p:spPr>
          <a:xfrm>
            <a:off x="2191244" y="8338129"/>
            <a:ext cx="182819" cy="395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5" name="Connector: Elbow 374">
            <a:extLst>
              <a:ext uri="{FF2B5EF4-FFF2-40B4-BE49-F238E27FC236}">
                <a16:creationId xmlns:a16="http://schemas.microsoft.com/office/drawing/2014/main" id="{1DF749A9-08DF-CC2A-399F-667C2D4F5A5D}"/>
              </a:ext>
            </a:extLst>
          </p:cNvPr>
          <p:cNvCxnSpPr>
            <a:cxnSpLocks/>
            <a:stCxn id="351" idx="3"/>
            <a:endCxn id="352" idx="1"/>
          </p:cNvCxnSpPr>
          <p:nvPr/>
        </p:nvCxnSpPr>
        <p:spPr>
          <a:xfrm flipV="1">
            <a:off x="2860931" y="8338865"/>
            <a:ext cx="172750" cy="3218"/>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8" name="Connector: Elbow 377">
            <a:extLst>
              <a:ext uri="{FF2B5EF4-FFF2-40B4-BE49-F238E27FC236}">
                <a16:creationId xmlns:a16="http://schemas.microsoft.com/office/drawing/2014/main" id="{3A64A829-5FE0-9D8C-7084-BBD24EC1117C}"/>
              </a:ext>
            </a:extLst>
          </p:cNvPr>
          <p:cNvCxnSpPr>
            <a:cxnSpLocks/>
            <a:stCxn id="352" idx="2"/>
            <a:endCxn id="348" idx="2"/>
          </p:cNvCxnSpPr>
          <p:nvPr/>
        </p:nvCxnSpPr>
        <p:spPr>
          <a:xfrm rot="5400000" flipH="1">
            <a:off x="1954730" y="7246033"/>
            <a:ext cx="1211" cy="2643559"/>
          </a:xfrm>
          <a:prstGeom prst="bentConnector3">
            <a:avLst>
              <a:gd name="adj1" fmla="val -13105615"/>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aphicFrame>
        <p:nvGraphicFramePr>
          <p:cNvPr id="416" name="Table">
            <a:extLst>
              <a:ext uri="{FF2B5EF4-FFF2-40B4-BE49-F238E27FC236}">
                <a16:creationId xmlns:a16="http://schemas.microsoft.com/office/drawing/2014/main" id="{DA3F21DA-5318-2456-B79D-2A72E90463BD}"/>
              </a:ext>
            </a:extLst>
          </p:cNvPr>
          <p:cNvGraphicFramePr/>
          <p:nvPr/>
        </p:nvGraphicFramePr>
        <p:xfrm>
          <a:off x="11339485" y="9571508"/>
          <a:ext cx="583752" cy="426720"/>
        </p:xfrm>
        <a:graphic>
          <a:graphicData uri="http://schemas.openxmlformats.org/drawingml/2006/table">
            <a:tbl>
              <a:tblPr firstRow="1">
                <a:tableStyleId>{4C3C2611-4C71-4FC5-86AE-919BDF0F9419}</a:tableStyleId>
              </a:tblPr>
              <a:tblGrid>
                <a:gridCol w="145938">
                  <a:extLst>
                    <a:ext uri="{9D8B030D-6E8A-4147-A177-3AD203B41FA5}">
                      <a16:colId xmlns:a16="http://schemas.microsoft.com/office/drawing/2014/main" val="20000"/>
                    </a:ext>
                  </a:extLst>
                </a:gridCol>
                <a:gridCol w="145938">
                  <a:extLst>
                    <a:ext uri="{9D8B030D-6E8A-4147-A177-3AD203B41FA5}">
                      <a16:colId xmlns:a16="http://schemas.microsoft.com/office/drawing/2014/main" val="20001"/>
                    </a:ext>
                  </a:extLst>
                </a:gridCol>
                <a:gridCol w="143419">
                  <a:extLst>
                    <a:ext uri="{9D8B030D-6E8A-4147-A177-3AD203B41FA5}">
                      <a16:colId xmlns:a16="http://schemas.microsoft.com/office/drawing/2014/main" val="4215651073"/>
                    </a:ext>
                  </a:extLst>
                </a:gridCol>
                <a:gridCol w="148457">
                  <a:extLst>
                    <a:ext uri="{9D8B030D-6E8A-4147-A177-3AD203B41FA5}">
                      <a16:colId xmlns:a16="http://schemas.microsoft.com/office/drawing/2014/main" val="2693890572"/>
                    </a:ext>
                  </a:extLst>
                </a:gridCol>
              </a:tblGrid>
              <a:tr h="55826">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417" name="Google Shape;156;p1">
            <a:extLst>
              <a:ext uri="{FF2B5EF4-FFF2-40B4-BE49-F238E27FC236}">
                <a16:creationId xmlns:a16="http://schemas.microsoft.com/office/drawing/2014/main" id="{55C85ABF-3A07-B3C0-BFF2-A39E788E1C5E}"/>
              </a:ext>
            </a:extLst>
          </p:cNvPr>
          <p:cNvGrpSpPr/>
          <p:nvPr/>
        </p:nvGrpSpPr>
        <p:grpSpPr>
          <a:xfrm>
            <a:off x="12421243" y="9388178"/>
            <a:ext cx="1319179" cy="746313"/>
            <a:chOff x="10592773" y="5229745"/>
            <a:chExt cx="3298954" cy="1741391"/>
          </a:xfrm>
        </p:grpSpPr>
        <p:sp>
          <p:nvSpPr>
            <p:cNvPr id="418" name="Google Shape;157;p1">
              <a:extLst>
                <a:ext uri="{FF2B5EF4-FFF2-40B4-BE49-F238E27FC236}">
                  <a16:creationId xmlns:a16="http://schemas.microsoft.com/office/drawing/2014/main" id="{56611E8D-C1F4-4A8F-A4D1-4E44E96F9362}"/>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19" name="Google Shape;158;p1">
              <a:extLst>
                <a:ext uri="{FF2B5EF4-FFF2-40B4-BE49-F238E27FC236}">
                  <a16:creationId xmlns:a16="http://schemas.microsoft.com/office/drawing/2014/main" id="{51A15F79-6807-390A-05AE-60FBC4B355C8}"/>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0" name="Google Shape;159;p1">
              <a:extLst>
                <a:ext uri="{FF2B5EF4-FFF2-40B4-BE49-F238E27FC236}">
                  <a16:creationId xmlns:a16="http://schemas.microsoft.com/office/drawing/2014/main" id="{BC6C59EC-F9AE-6680-2F66-2B4433AF09FB}"/>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1" name="Google Shape;160;p1">
              <a:extLst>
                <a:ext uri="{FF2B5EF4-FFF2-40B4-BE49-F238E27FC236}">
                  <a16:creationId xmlns:a16="http://schemas.microsoft.com/office/drawing/2014/main" id="{578B0A55-A2B6-9F21-3CE2-0442BBC237AE}"/>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2" name="Google Shape;161;p1">
              <a:extLst>
                <a:ext uri="{FF2B5EF4-FFF2-40B4-BE49-F238E27FC236}">
                  <a16:creationId xmlns:a16="http://schemas.microsoft.com/office/drawing/2014/main" id="{FD65E75D-5BDF-22D3-ACED-8656DA5BB623}"/>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3" name="Google Shape;162;p1">
              <a:extLst>
                <a:ext uri="{FF2B5EF4-FFF2-40B4-BE49-F238E27FC236}">
                  <a16:creationId xmlns:a16="http://schemas.microsoft.com/office/drawing/2014/main" id="{8433B5C7-3EDF-9D17-7DF7-6DCCE04AF791}"/>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4" name="Google Shape;163;p1">
              <a:extLst>
                <a:ext uri="{FF2B5EF4-FFF2-40B4-BE49-F238E27FC236}">
                  <a16:creationId xmlns:a16="http://schemas.microsoft.com/office/drawing/2014/main" id="{A329CFEA-CB85-C9B9-982C-CB0F04F46C6B}"/>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5" name="Google Shape;164;p1">
              <a:extLst>
                <a:ext uri="{FF2B5EF4-FFF2-40B4-BE49-F238E27FC236}">
                  <a16:creationId xmlns:a16="http://schemas.microsoft.com/office/drawing/2014/main" id="{9DE63C50-FBD0-06BC-EA80-415CC66CE09D}"/>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6" name="Google Shape;165;p1">
              <a:extLst>
                <a:ext uri="{FF2B5EF4-FFF2-40B4-BE49-F238E27FC236}">
                  <a16:creationId xmlns:a16="http://schemas.microsoft.com/office/drawing/2014/main" id="{C4ACAE66-AA44-DCC8-1BF9-09AF90666DCC}"/>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7" name="Google Shape;166;p1">
              <a:extLst>
                <a:ext uri="{FF2B5EF4-FFF2-40B4-BE49-F238E27FC236}">
                  <a16:creationId xmlns:a16="http://schemas.microsoft.com/office/drawing/2014/main" id="{4679F2E3-FDB7-04D6-8945-BDA235DB93E1}"/>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8" name="Google Shape;167;p1">
              <a:extLst>
                <a:ext uri="{FF2B5EF4-FFF2-40B4-BE49-F238E27FC236}">
                  <a16:creationId xmlns:a16="http://schemas.microsoft.com/office/drawing/2014/main" id="{38CA0892-38B3-55FA-C430-E328C4047B2A}"/>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9" name="Google Shape;168;p1">
              <a:extLst>
                <a:ext uri="{FF2B5EF4-FFF2-40B4-BE49-F238E27FC236}">
                  <a16:creationId xmlns:a16="http://schemas.microsoft.com/office/drawing/2014/main" id="{023AA2EA-07A3-ED45-D9FC-A525F31077E5}"/>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0" name="Google Shape;169;p1">
              <a:extLst>
                <a:ext uri="{FF2B5EF4-FFF2-40B4-BE49-F238E27FC236}">
                  <a16:creationId xmlns:a16="http://schemas.microsoft.com/office/drawing/2014/main" id="{714704DB-0B5C-75F0-B17E-DD3806CBA7DD}"/>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1" name="Google Shape;170;p1">
              <a:extLst>
                <a:ext uri="{FF2B5EF4-FFF2-40B4-BE49-F238E27FC236}">
                  <a16:creationId xmlns:a16="http://schemas.microsoft.com/office/drawing/2014/main" id="{5853D259-00E8-F263-1438-BBBD9228D808}"/>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2" name="Google Shape;171;p1">
              <a:extLst>
                <a:ext uri="{FF2B5EF4-FFF2-40B4-BE49-F238E27FC236}">
                  <a16:creationId xmlns:a16="http://schemas.microsoft.com/office/drawing/2014/main" id="{E08AA659-D488-3321-CB02-A9F0BC244EE6}"/>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33" name="Google Shape;172;p1">
              <a:extLst>
                <a:ext uri="{FF2B5EF4-FFF2-40B4-BE49-F238E27FC236}">
                  <a16:creationId xmlns:a16="http://schemas.microsoft.com/office/drawing/2014/main" id="{9E9AFAB9-3269-2748-92DC-44F7059CE37D}"/>
                </a:ext>
              </a:extLst>
            </p:cNvPr>
            <p:cNvCxnSpPr>
              <a:stCxn id="418" idx="2"/>
              <a:endCxn id="427"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434" name="Google Shape;173;p1">
              <a:extLst>
                <a:ext uri="{FF2B5EF4-FFF2-40B4-BE49-F238E27FC236}">
                  <a16:creationId xmlns:a16="http://schemas.microsoft.com/office/drawing/2014/main" id="{5488E072-D92F-DD84-B676-C17B97C083D3}"/>
                </a:ext>
              </a:extLst>
            </p:cNvPr>
            <p:cNvCxnSpPr>
              <a:stCxn id="427" idx="2"/>
              <a:endCxn id="445"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435" name="Google Shape;175;p1">
              <a:extLst>
                <a:ext uri="{FF2B5EF4-FFF2-40B4-BE49-F238E27FC236}">
                  <a16:creationId xmlns:a16="http://schemas.microsoft.com/office/drawing/2014/main" id="{4AAC44D6-4EEF-7CCE-C66F-31622B0DCA1D}"/>
                </a:ext>
              </a:extLst>
            </p:cNvPr>
            <p:cNvCxnSpPr>
              <a:stCxn id="432" idx="1"/>
              <a:endCxn id="442"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436" name="Google Shape;177;p1">
              <a:extLst>
                <a:ext uri="{FF2B5EF4-FFF2-40B4-BE49-F238E27FC236}">
                  <a16:creationId xmlns:a16="http://schemas.microsoft.com/office/drawing/2014/main" id="{9D0D0749-9BA3-59ED-EDAE-3C873F79B16A}"/>
                </a:ext>
              </a:extLst>
            </p:cNvPr>
            <p:cNvCxnSpPr>
              <a:stCxn id="432" idx="2"/>
              <a:endCxn id="43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437" name="Google Shape;178;p1">
              <a:extLst>
                <a:ext uri="{FF2B5EF4-FFF2-40B4-BE49-F238E27FC236}">
                  <a16:creationId xmlns:a16="http://schemas.microsoft.com/office/drawing/2014/main" id="{DAD272A5-8591-67BD-D9C4-C3C18F139299}"/>
                </a:ext>
              </a:extLst>
            </p:cNvPr>
            <p:cNvCxnSpPr>
              <a:stCxn id="431" idx="2"/>
              <a:endCxn id="430"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438" name="Google Shape;179;p1">
              <a:extLst>
                <a:ext uri="{FF2B5EF4-FFF2-40B4-BE49-F238E27FC236}">
                  <a16:creationId xmlns:a16="http://schemas.microsoft.com/office/drawing/2014/main" id="{906D6511-38D3-8B4B-EC45-548C84928984}"/>
                </a:ext>
              </a:extLst>
            </p:cNvPr>
            <p:cNvCxnSpPr>
              <a:stCxn id="442" idx="2"/>
              <a:endCxn id="428"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439" name="Google Shape;180;p1">
              <a:extLst>
                <a:ext uri="{FF2B5EF4-FFF2-40B4-BE49-F238E27FC236}">
                  <a16:creationId xmlns:a16="http://schemas.microsoft.com/office/drawing/2014/main" id="{13C311BE-ACA2-73B0-C5F2-5C330DAC37D0}"/>
                </a:ext>
              </a:extLst>
            </p:cNvPr>
            <p:cNvCxnSpPr>
              <a:stCxn id="427" idx="1"/>
              <a:endCxn id="42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440" name="Google Shape;181;p1">
              <a:extLst>
                <a:ext uri="{FF2B5EF4-FFF2-40B4-BE49-F238E27FC236}">
                  <a16:creationId xmlns:a16="http://schemas.microsoft.com/office/drawing/2014/main" id="{5345A79B-87E5-D196-18A0-6F5E3A546153}"/>
                </a:ext>
              </a:extLst>
            </p:cNvPr>
            <p:cNvCxnSpPr>
              <a:stCxn id="455" idx="2"/>
              <a:endCxn id="442"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441" name="Google Shape;183;p1">
              <a:extLst>
                <a:ext uri="{FF2B5EF4-FFF2-40B4-BE49-F238E27FC236}">
                  <a16:creationId xmlns:a16="http://schemas.microsoft.com/office/drawing/2014/main" id="{7450EFE8-0ECA-2438-679E-9835294CD664}"/>
                </a:ext>
              </a:extLst>
            </p:cNvPr>
            <p:cNvCxnSpPr>
              <a:stCxn id="455" idx="2"/>
              <a:endCxn id="428"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2" name="Google Shape;176;p1">
              <a:extLst>
                <a:ext uri="{FF2B5EF4-FFF2-40B4-BE49-F238E27FC236}">
                  <a16:creationId xmlns:a16="http://schemas.microsoft.com/office/drawing/2014/main" id="{FC34E3F2-92FC-1E34-641A-3562CC375CC8}"/>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43" name="Google Shape;184;p1">
              <a:extLst>
                <a:ext uri="{FF2B5EF4-FFF2-40B4-BE49-F238E27FC236}">
                  <a16:creationId xmlns:a16="http://schemas.microsoft.com/office/drawing/2014/main" id="{ABEA0036-11D7-9B1F-230C-E9F80E81F179}"/>
                </a:ext>
              </a:extLst>
            </p:cNvPr>
            <p:cNvCxnSpPr>
              <a:stCxn id="418" idx="2"/>
              <a:endCxn id="43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44" name="Google Shape;185;p1">
              <a:extLst>
                <a:ext uri="{FF2B5EF4-FFF2-40B4-BE49-F238E27FC236}">
                  <a16:creationId xmlns:a16="http://schemas.microsoft.com/office/drawing/2014/main" id="{3741C7D3-60D4-A3F6-E3E5-D7177B75F660}"/>
                </a:ext>
              </a:extLst>
            </p:cNvPr>
            <p:cNvCxnSpPr>
              <a:stCxn id="418" idx="5"/>
              <a:endCxn id="424"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45" name="Google Shape;174;p1">
              <a:extLst>
                <a:ext uri="{FF2B5EF4-FFF2-40B4-BE49-F238E27FC236}">
                  <a16:creationId xmlns:a16="http://schemas.microsoft.com/office/drawing/2014/main" id="{A12DDA3D-A339-1DE3-5EEE-1191EB7F0D11}"/>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46" name="Google Shape;186;p1">
              <a:extLst>
                <a:ext uri="{FF2B5EF4-FFF2-40B4-BE49-F238E27FC236}">
                  <a16:creationId xmlns:a16="http://schemas.microsoft.com/office/drawing/2014/main" id="{717E2172-E90C-055B-5F75-116DBBFBB062}"/>
                </a:ext>
              </a:extLst>
            </p:cNvPr>
            <p:cNvCxnSpPr>
              <a:stCxn id="455" idx="2"/>
              <a:endCxn id="43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47" name="Google Shape;187;p1">
              <a:extLst>
                <a:ext uri="{FF2B5EF4-FFF2-40B4-BE49-F238E27FC236}">
                  <a16:creationId xmlns:a16="http://schemas.microsoft.com/office/drawing/2014/main" id="{C2A26DA3-3B41-749B-D170-1A3467E148B4}"/>
                </a:ext>
              </a:extLst>
            </p:cNvPr>
            <p:cNvCxnSpPr>
              <a:stCxn id="452" idx="6"/>
              <a:endCxn id="423"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48" name="Google Shape;189;p1">
              <a:extLst>
                <a:ext uri="{FF2B5EF4-FFF2-40B4-BE49-F238E27FC236}">
                  <a16:creationId xmlns:a16="http://schemas.microsoft.com/office/drawing/2014/main" id="{09E65BCC-A7F9-EB02-0BCB-C9DAD543864C}"/>
                </a:ext>
              </a:extLst>
            </p:cNvPr>
            <p:cNvCxnSpPr>
              <a:stCxn id="423" idx="7"/>
              <a:endCxn id="421"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49" name="Google Shape;190;p1">
              <a:extLst>
                <a:ext uri="{FF2B5EF4-FFF2-40B4-BE49-F238E27FC236}">
                  <a16:creationId xmlns:a16="http://schemas.microsoft.com/office/drawing/2014/main" id="{8603D7C3-393C-1904-9E59-01C7030BD1C8}"/>
                </a:ext>
              </a:extLst>
            </p:cNvPr>
            <p:cNvCxnSpPr>
              <a:stCxn id="421" idx="6"/>
              <a:endCxn id="422"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0" name="Google Shape;191;p1">
              <a:extLst>
                <a:ext uri="{FF2B5EF4-FFF2-40B4-BE49-F238E27FC236}">
                  <a16:creationId xmlns:a16="http://schemas.microsoft.com/office/drawing/2014/main" id="{2C8FEBAA-B961-C4F0-E6E5-4496F5F04EF5}"/>
                </a:ext>
              </a:extLst>
            </p:cNvPr>
            <p:cNvCxnSpPr>
              <a:stCxn id="418" idx="6"/>
              <a:endCxn id="419"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52" name="Google Shape;188;p1">
              <a:extLst>
                <a:ext uri="{FF2B5EF4-FFF2-40B4-BE49-F238E27FC236}">
                  <a16:creationId xmlns:a16="http://schemas.microsoft.com/office/drawing/2014/main" id="{DB35AA89-878B-246D-D8CA-3B4C90714EE5}"/>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53" name="Google Shape;192;p1">
              <a:extLst>
                <a:ext uri="{FF2B5EF4-FFF2-40B4-BE49-F238E27FC236}">
                  <a16:creationId xmlns:a16="http://schemas.microsoft.com/office/drawing/2014/main" id="{40B6CA0D-F6FF-466C-F1F2-8B9BE40EA236}"/>
                </a:ext>
              </a:extLst>
            </p:cNvPr>
            <p:cNvCxnSpPr>
              <a:stCxn id="419" idx="7"/>
              <a:endCxn id="420"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55" name="Google Shape;182;p1">
              <a:extLst>
                <a:ext uri="{FF2B5EF4-FFF2-40B4-BE49-F238E27FC236}">
                  <a16:creationId xmlns:a16="http://schemas.microsoft.com/office/drawing/2014/main" id="{81F885D6-752F-6297-9B2E-EE28F993867A}"/>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56" name="Google Shape;193;p1">
              <a:extLst>
                <a:ext uri="{FF2B5EF4-FFF2-40B4-BE49-F238E27FC236}">
                  <a16:creationId xmlns:a16="http://schemas.microsoft.com/office/drawing/2014/main" id="{D7EE26E9-80CB-D85C-88EE-2DC532EBA621}"/>
                </a:ext>
              </a:extLst>
            </p:cNvPr>
            <p:cNvCxnSpPr>
              <a:stCxn id="432" idx="6"/>
              <a:endCxn id="424"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57" name="Google Shape;194;p1">
              <a:extLst>
                <a:ext uri="{FF2B5EF4-FFF2-40B4-BE49-F238E27FC236}">
                  <a16:creationId xmlns:a16="http://schemas.microsoft.com/office/drawing/2014/main" id="{3E402951-D94D-9336-22B7-BE4BC41823FC}"/>
                </a:ext>
              </a:extLst>
            </p:cNvPr>
            <p:cNvCxnSpPr>
              <a:stCxn id="425" idx="1"/>
              <a:endCxn id="427"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58" name="Google Shape;195;p1">
              <a:extLst>
                <a:ext uri="{FF2B5EF4-FFF2-40B4-BE49-F238E27FC236}">
                  <a16:creationId xmlns:a16="http://schemas.microsoft.com/office/drawing/2014/main" id="{6DBD78ED-7612-F695-6757-2AB4EE514256}"/>
                </a:ext>
              </a:extLst>
            </p:cNvPr>
            <p:cNvCxnSpPr>
              <a:stCxn id="455" idx="3"/>
              <a:endCxn id="43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59" name="Google Shape;196;p1">
              <a:extLst>
                <a:ext uri="{FF2B5EF4-FFF2-40B4-BE49-F238E27FC236}">
                  <a16:creationId xmlns:a16="http://schemas.microsoft.com/office/drawing/2014/main" id="{9B8C6193-A539-5E4E-0BD7-27688BBAF737}"/>
                </a:ext>
              </a:extLst>
            </p:cNvPr>
            <p:cNvCxnSpPr>
              <a:stCxn id="452" idx="5"/>
              <a:endCxn id="425"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60" name="Google Shape;197;p1">
              <a:extLst>
                <a:ext uri="{FF2B5EF4-FFF2-40B4-BE49-F238E27FC236}">
                  <a16:creationId xmlns:a16="http://schemas.microsoft.com/office/drawing/2014/main" id="{45727F28-9AC3-FA49-FCE2-D65BE31C12A7}"/>
                </a:ext>
              </a:extLst>
            </p:cNvPr>
            <p:cNvCxnSpPr>
              <a:stCxn id="418" idx="6"/>
              <a:endCxn id="423"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61" name="Google Shape;198;p1">
              <a:extLst>
                <a:ext uri="{FF2B5EF4-FFF2-40B4-BE49-F238E27FC236}">
                  <a16:creationId xmlns:a16="http://schemas.microsoft.com/office/drawing/2014/main" id="{18879306-01D6-ED7F-D5EB-A6A7F26BA34F}"/>
                </a:ext>
              </a:extLst>
            </p:cNvPr>
            <p:cNvCxnSpPr>
              <a:stCxn id="452" idx="6"/>
              <a:endCxn id="426"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62" name="Google Shape;199;p1">
              <a:extLst>
                <a:ext uri="{FF2B5EF4-FFF2-40B4-BE49-F238E27FC236}">
                  <a16:creationId xmlns:a16="http://schemas.microsoft.com/office/drawing/2014/main" id="{6B9B7E7B-22AB-F92D-DD81-FF5B8A36EB74}"/>
                </a:ext>
              </a:extLst>
            </p:cNvPr>
            <p:cNvCxnSpPr>
              <a:stCxn id="452" idx="3"/>
              <a:endCxn id="432"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63" name="Google Shape;200;p1">
              <a:extLst>
                <a:ext uri="{FF2B5EF4-FFF2-40B4-BE49-F238E27FC236}">
                  <a16:creationId xmlns:a16="http://schemas.microsoft.com/office/drawing/2014/main" id="{7923AD5C-53B1-89FD-5331-292FB2A3FC0C}"/>
                </a:ext>
              </a:extLst>
            </p:cNvPr>
            <p:cNvCxnSpPr>
              <a:stCxn id="452" idx="6"/>
              <a:endCxn id="424"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cxnSp>
        <p:nvCxnSpPr>
          <p:cNvPr id="464" name="Connector: Elbow 463">
            <a:extLst>
              <a:ext uri="{FF2B5EF4-FFF2-40B4-BE49-F238E27FC236}">
                <a16:creationId xmlns:a16="http://schemas.microsoft.com/office/drawing/2014/main" id="{423B88E2-2883-1202-4C9A-B202440DBEF6}"/>
              </a:ext>
            </a:extLst>
          </p:cNvPr>
          <p:cNvCxnSpPr>
            <a:cxnSpLocks/>
          </p:cNvCxnSpPr>
          <p:nvPr/>
        </p:nvCxnSpPr>
        <p:spPr>
          <a:xfrm flipV="1">
            <a:off x="11923237" y="9758711"/>
            <a:ext cx="420221" cy="2700"/>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8" name="Straight Connector 37">
            <a:extLst>
              <a:ext uri="{FF2B5EF4-FFF2-40B4-BE49-F238E27FC236}">
                <a16:creationId xmlns:a16="http://schemas.microsoft.com/office/drawing/2014/main" id="{CD1DB804-F588-465C-DAF5-73B191EC36B4}"/>
              </a:ext>
            </a:extLst>
          </p:cNvPr>
          <p:cNvCxnSpPr>
            <a:cxnSpLocks/>
          </p:cNvCxnSpPr>
          <p:nvPr/>
        </p:nvCxnSpPr>
        <p:spPr>
          <a:xfrm>
            <a:off x="9273746" y="4835115"/>
            <a:ext cx="383059" cy="9107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493" name="Group 492">
            <a:extLst>
              <a:ext uri="{FF2B5EF4-FFF2-40B4-BE49-F238E27FC236}">
                <a16:creationId xmlns:a16="http://schemas.microsoft.com/office/drawing/2014/main" id="{374A0685-8F40-CC4D-ACF7-05578F0BBA60}"/>
              </a:ext>
            </a:extLst>
          </p:cNvPr>
          <p:cNvGrpSpPr/>
          <p:nvPr/>
        </p:nvGrpSpPr>
        <p:grpSpPr>
          <a:xfrm>
            <a:off x="8578654" y="2463080"/>
            <a:ext cx="1375955" cy="1068362"/>
            <a:chOff x="9502579" y="2480169"/>
            <a:chExt cx="1375955" cy="1068362"/>
          </a:xfrm>
        </p:grpSpPr>
        <p:sp>
          <p:nvSpPr>
            <p:cNvPr id="36" name="Rectangle 35">
              <a:extLst>
                <a:ext uri="{FF2B5EF4-FFF2-40B4-BE49-F238E27FC236}">
                  <a16:creationId xmlns:a16="http://schemas.microsoft.com/office/drawing/2014/main" id="{9C5C59C4-7355-E791-9094-AD875879C3B5}"/>
                </a:ext>
              </a:extLst>
            </p:cNvPr>
            <p:cNvSpPr/>
            <p:nvPr/>
          </p:nvSpPr>
          <p:spPr>
            <a:xfrm>
              <a:off x="9604012" y="2510074"/>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7" name="TextBox 46">
              <a:extLst>
                <a:ext uri="{FF2B5EF4-FFF2-40B4-BE49-F238E27FC236}">
                  <a16:creationId xmlns:a16="http://schemas.microsoft.com/office/drawing/2014/main" id="{946E0BFB-432B-A98F-A65A-9934C8ADA41C}"/>
                </a:ext>
              </a:extLst>
            </p:cNvPr>
            <p:cNvSpPr txBox="1"/>
            <p:nvPr/>
          </p:nvSpPr>
          <p:spPr>
            <a:xfrm>
              <a:off x="9801743" y="2991475"/>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p>
          </p:txBody>
        </p:sp>
        <p:sp>
          <p:nvSpPr>
            <p:cNvPr id="48" name="Rectangle 47">
              <a:extLst>
                <a:ext uri="{FF2B5EF4-FFF2-40B4-BE49-F238E27FC236}">
                  <a16:creationId xmlns:a16="http://schemas.microsoft.com/office/drawing/2014/main" id="{4B03F060-DAD8-9FCF-0BF5-E5E75A41B687}"/>
                </a:ext>
              </a:extLst>
            </p:cNvPr>
            <p:cNvSpPr/>
            <p:nvPr/>
          </p:nvSpPr>
          <p:spPr>
            <a:xfrm>
              <a:off x="9610028" y="2508663"/>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 name="TextBox 48">
              <a:extLst>
                <a:ext uri="{FF2B5EF4-FFF2-40B4-BE49-F238E27FC236}">
                  <a16:creationId xmlns:a16="http://schemas.microsoft.com/office/drawing/2014/main" id="{E28EF26F-09BD-ABE2-A799-310B429DDE61}"/>
                </a:ext>
              </a:extLst>
            </p:cNvPr>
            <p:cNvSpPr txBox="1"/>
            <p:nvPr/>
          </p:nvSpPr>
          <p:spPr>
            <a:xfrm>
              <a:off x="9502579" y="2480169"/>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Data</a:t>
              </a:r>
              <a:endParaRPr kumimoji="0" lang="en-US" sz="1000" b="0" i="0" u="none" strike="noStrike" cap="none" spc="0" normalizeH="0" baseline="0" dirty="0">
                <a:ln>
                  <a:noFill/>
                </a:ln>
                <a:solidFill>
                  <a:srgbClr val="4C4C4C"/>
                </a:solidFill>
                <a:effectLst/>
                <a:uFillTx/>
                <a:sym typeface="Source Sans Pro"/>
              </a:endParaRPr>
            </a:p>
          </p:txBody>
        </p:sp>
      </p:grpSp>
      <p:grpSp>
        <p:nvGrpSpPr>
          <p:cNvPr id="491" name="Group 490">
            <a:extLst>
              <a:ext uri="{FF2B5EF4-FFF2-40B4-BE49-F238E27FC236}">
                <a16:creationId xmlns:a16="http://schemas.microsoft.com/office/drawing/2014/main" id="{3AB402D9-55EE-D86B-52AA-C489A25D05E0}"/>
              </a:ext>
            </a:extLst>
          </p:cNvPr>
          <p:cNvGrpSpPr/>
          <p:nvPr/>
        </p:nvGrpSpPr>
        <p:grpSpPr>
          <a:xfrm>
            <a:off x="9610963" y="4976475"/>
            <a:ext cx="1315770" cy="780353"/>
            <a:chOff x="8652284" y="5126910"/>
            <a:chExt cx="1315770" cy="780353"/>
          </a:xfrm>
        </p:grpSpPr>
        <p:sp>
          <p:nvSpPr>
            <p:cNvPr id="52" name="Rectangle 51">
              <a:extLst>
                <a:ext uri="{FF2B5EF4-FFF2-40B4-BE49-F238E27FC236}">
                  <a16:creationId xmlns:a16="http://schemas.microsoft.com/office/drawing/2014/main" id="{B253299F-59FA-DAE0-C3B5-6AE1ED21FCAB}"/>
                </a:ext>
              </a:extLst>
            </p:cNvPr>
            <p:cNvSpPr/>
            <p:nvPr/>
          </p:nvSpPr>
          <p:spPr>
            <a:xfrm>
              <a:off x="8697464" y="5149211"/>
              <a:ext cx="1073191"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AA23D2D0-56C8-5C46-3519-7B22C6367CA7}"/>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5CEF9522-CEF4-8E33-46B8-E7377B9BA998}"/>
                </a:ext>
              </a:extLst>
            </p:cNvPr>
            <p:cNvSpPr txBox="1"/>
            <p:nvPr/>
          </p:nvSpPr>
          <p:spPr>
            <a:xfrm>
              <a:off x="8652284" y="5126910"/>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EF509CC4-4EF4-5D9F-ABE6-2095AE3DC946}"/>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B960E4A7-81CE-4A02-CB11-9583B42513E8}"/>
              </a:ext>
            </a:extLst>
          </p:cNvPr>
          <p:cNvGrpSpPr/>
          <p:nvPr/>
        </p:nvGrpSpPr>
        <p:grpSpPr>
          <a:xfrm>
            <a:off x="9170728" y="3743786"/>
            <a:ext cx="1528738" cy="1104564"/>
            <a:chOff x="9083317" y="3698917"/>
            <a:chExt cx="1528738" cy="1104564"/>
          </a:xfrm>
        </p:grpSpPr>
        <p:sp>
          <p:nvSpPr>
            <p:cNvPr id="35" name="Rectangle 34">
              <a:extLst>
                <a:ext uri="{FF2B5EF4-FFF2-40B4-BE49-F238E27FC236}">
                  <a16:creationId xmlns:a16="http://schemas.microsoft.com/office/drawing/2014/main" id="{927FF509-FFBF-0B99-6A16-9FC1C54E60CF}"/>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AF79192C-6774-FAE8-F232-168D43A49C47}"/>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4F249984-2C96-02D5-9E7B-9D4F26CDE295}"/>
                </a:ext>
              </a:extLst>
            </p:cNvPr>
            <p:cNvSpPr txBox="1"/>
            <p:nvPr/>
          </p:nvSpPr>
          <p:spPr>
            <a:xfrm>
              <a:off x="9083317" y="3698917"/>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 Jira table</a:t>
              </a:r>
              <a:endParaRPr kumimoji="0" lang="en-US" sz="1000" b="0" i="0" u="none" strike="noStrike" cap="none" spc="0" normalizeH="0" baseline="0" dirty="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388CA0C5-E5AC-CA94-B3BE-FEEBBB26CC21}"/>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5B82AE4F-8B9D-903E-03C6-9DA900924B4F}"/>
                </a:ext>
              </a:extLst>
            </p:cNvPr>
            <p:cNvGraphicFramePr/>
            <p:nvPr>
              <p:extLst>
                <p:ext uri="{D42A27DB-BD31-4B8C-83A1-F6EECF244321}">
                  <p14:modId xmlns:p14="http://schemas.microsoft.com/office/powerpoint/2010/main" val="1550283667"/>
                </p:ext>
              </p:extLst>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grpSp>
        <p:nvGrpSpPr>
          <p:cNvPr id="1391" name="Group 1390">
            <a:extLst>
              <a:ext uri="{FF2B5EF4-FFF2-40B4-BE49-F238E27FC236}">
                <a16:creationId xmlns:a16="http://schemas.microsoft.com/office/drawing/2014/main" id="{87EF9EF7-35BA-A57C-1FB9-88444CCEB25F}"/>
              </a:ext>
            </a:extLst>
          </p:cNvPr>
          <p:cNvGrpSpPr/>
          <p:nvPr/>
        </p:nvGrpSpPr>
        <p:grpSpPr>
          <a:xfrm>
            <a:off x="4670023" y="2521628"/>
            <a:ext cx="3879711" cy="6876720"/>
            <a:chOff x="3821415" y="2488357"/>
            <a:chExt cx="3879711" cy="6876720"/>
          </a:xfrm>
        </p:grpSpPr>
        <p:sp>
          <p:nvSpPr>
            <p:cNvPr id="2" name="Rectangle 1">
              <a:extLst>
                <a:ext uri="{FF2B5EF4-FFF2-40B4-BE49-F238E27FC236}">
                  <a16:creationId xmlns:a16="http://schemas.microsoft.com/office/drawing/2014/main" id="{21F2737A-49A1-567E-2990-E8A7EC0FD4C7}"/>
                </a:ext>
              </a:extLst>
            </p:cNvPr>
            <p:cNvSpPr/>
            <p:nvPr/>
          </p:nvSpPr>
          <p:spPr>
            <a:xfrm>
              <a:off x="5059058" y="3709030"/>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 name="Rectangle 5">
              <a:extLst>
                <a:ext uri="{FF2B5EF4-FFF2-40B4-BE49-F238E27FC236}">
                  <a16:creationId xmlns:a16="http://schemas.microsoft.com/office/drawing/2014/main" id="{E32EC197-7B2D-8F97-C13F-B2B1B3EBCEC7}"/>
                </a:ext>
              </a:extLst>
            </p:cNvPr>
            <p:cNvSpPr/>
            <p:nvPr/>
          </p:nvSpPr>
          <p:spPr>
            <a:xfrm>
              <a:off x="5781415" y="2488357"/>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F4F6545E-4A43-BAE6-EB10-21216EA41474}"/>
                </a:ext>
              </a:extLst>
            </p:cNvPr>
            <p:cNvGraphicFramePr/>
            <p:nvPr>
              <p:extLst>
                <p:ext uri="{D42A27DB-BD31-4B8C-83A1-F6EECF244321}">
                  <p14:modId xmlns:p14="http://schemas.microsoft.com/office/powerpoint/2010/main" val="1198405320"/>
                </p:ext>
              </p:extLst>
            </p:nvPr>
          </p:nvGraphicFramePr>
          <p:xfrm>
            <a:off x="5342614" y="4069041"/>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pic>
          <p:nvPicPr>
            <p:cNvPr id="15" name="Graphic 14" descr="Folder outline">
              <a:extLst>
                <a:ext uri="{FF2B5EF4-FFF2-40B4-BE49-F238E27FC236}">
                  <a16:creationId xmlns:a16="http://schemas.microsoft.com/office/drawing/2014/main" id="{A65B41B8-9926-BA6F-A982-6BB2D69AEDA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85924" y="2715476"/>
              <a:ext cx="657406" cy="657406"/>
            </a:xfrm>
            <a:prstGeom prst="rect">
              <a:avLst/>
            </a:prstGeom>
          </p:spPr>
        </p:pic>
        <p:sp>
          <p:nvSpPr>
            <p:cNvPr id="16" name="TextBox 15">
              <a:extLst>
                <a:ext uri="{FF2B5EF4-FFF2-40B4-BE49-F238E27FC236}">
                  <a16:creationId xmlns:a16="http://schemas.microsoft.com/office/drawing/2014/main" id="{825BB5E1-974A-6ACB-DA0B-C4DE221EC8B1}"/>
                </a:ext>
              </a:extLst>
            </p:cNvPr>
            <p:cNvSpPr txBox="1"/>
            <p:nvPr/>
          </p:nvSpPr>
          <p:spPr>
            <a:xfrm>
              <a:off x="5991069" y="3146765"/>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sp>
          <p:nvSpPr>
            <p:cNvPr id="21" name="Rectangle 20">
              <a:extLst>
                <a:ext uri="{FF2B5EF4-FFF2-40B4-BE49-F238E27FC236}">
                  <a16:creationId xmlns:a16="http://schemas.microsoft.com/office/drawing/2014/main" id="{E45BF5FD-00AB-3DE0-CA5B-A10C72842288}"/>
                </a:ext>
              </a:extLst>
            </p:cNvPr>
            <p:cNvSpPr/>
            <p:nvPr/>
          </p:nvSpPr>
          <p:spPr>
            <a:xfrm>
              <a:off x="4312933" y="5024554"/>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24AB13FB-32D0-ACA4-E250-59AB295BB305}"/>
                </a:ext>
              </a:extLst>
            </p:cNvPr>
            <p:cNvSpPr txBox="1"/>
            <p:nvPr/>
          </p:nvSpPr>
          <p:spPr>
            <a:xfrm>
              <a:off x="4353761" y="5006812"/>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Module</a:t>
              </a:r>
              <a:endParaRPr kumimoji="0" lang="en-US" sz="1000" b="0" i="0" u="none" strike="noStrike" cap="none" spc="0" normalizeH="0" baseline="0" dirty="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06C9E861-B363-CA8E-6045-2A51FE5D8E37}"/>
                </a:ext>
              </a:extLst>
            </p:cNvPr>
            <p:cNvSpPr/>
            <p:nvPr/>
          </p:nvSpPr>
          <p:spPr>
            <a:xfrm>
              <a:off x="4317854" y="5023283"/>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4" name="Graphic 23" descr="Paper outline">
              <a:extLst>
                <a:ext uri="{FF2B5EF4-FFF2-40B4-BE49-F238E27FC236}">
                  <a16:creationId xmlns:a16="http://schemas.microsoft.com/office/drawing/2014/main" id="{0E1EBE02-64DB-469D-FC16-7A39C523E6C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71040" y="6683323"/>
              <a:ext cx="932491" cy="879316"/>
            </a:xfrm>
            <a:prstGeom prst="rect">
              <a:avLst/>
            </a:prstGeom>
          </p:spPr>
        </p:pic>
        <p:pic>
          <p:nvPicPr>
            <p:cNvPr id="25" name="Graphic 24" descr="Paper outline">
              <a:extLst>
                <a:ext uri="{FF2B5EF4-FFF2-40B4-BE49-F238E27FC236}">
                  <a16:creationId xmlns:a16="http://schemas.microsoft.com/office/drawing/2014/main" id="{0F1381D1-A5D9-3441-CEBD-0922BA3F24C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85438" y="6663060"/>
              <a:ext cx="945167" cy="891269"/>
            </a:xfrm>
            <a:prstGeom prst="rect">
              <a:avLst/>
            </a:prstGeom>
          </p:spPr>
        </p:pic>
        <p:sp>
          <p:nvSpPr>
            <p:cNvPr id="26" name="TextBox 25">
              <a:extLst>
                <a:ext uri="{FF2B5EF4-FFF2-40B4-BE49-F238E27FC236}">
                  <a16:creationId xmlns:a16="http://schemas.microsoft.com/office/drawing/2014/main" id="{BFDDE5AE-C2D3-3A0A-DCE8-BA581BA0751A}"/>
                </a:ext>
              </a:extLst>
            </p:cNvPr>
            <p:cNvSpPr txBox="1"/>
            <p:nvPr/>
          </p:nvSpPr>
          <p:spPr>
            <a:xfrm>
              <a:off x="5231711" y="6966040"/>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r>
                <a:rPr kumimoji="0" lang="en-US" sz="1000" b="0" i="0" u="none" strike="noStrike" cap="none" spc="0" normalizeH="0" baseline="0" dirty="0" err="1">
                  <a:ln>
                    <a:noFill/>
                  </a:ln>
                  <a:solidFill>
                    <a:srgbClr val="4C4C4C"/>
                  </a:solidFill>
                  <a:effectLst/>
                  <a:uFillTx/>
                  <a:sym typeface="Source Sans Pro"/>
                </a:rPr>
                <a:t>Rmd</a:t>
              </a:r>
              <a:endParaRPr kumimoji="0" lang="en-US" sz="1000" b="0" i="0" u="none" strike="noStrike" cap="none" spc="0" normalizeH="0" baseline="0" dirty="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57A5264A-7C48-7BB7-0FAF-4918DD2E3E42}"/>
                </a:ext>
              </a:extLst>
            </p:cNvPr>
            <p:cNvSpPr txBox="1"/>
            <p:nvPr/>
          </p:nvSpPr>
          <p:spPr>
            <a:xfrm>
              <a:off x="4486780" y="7023033"/>
              <a:ext cx="41891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exec</a:t>
              </a:r>
            </a:p>
          </p:txBody>
        </p:sp>
        <p:sp>
          <p:nvSpPr>
            <p:cNvPr id="29" name="Rectangle 28">
              <a:extLst>
                <a:ext uri="{FF2B5EF4-FFF2-40B4-BE49-F238E27FC236}">
                  <a16:creationId xmlns:a16="http://schemas.microsoft.com/office/drawing/2014/main" id="{99EB8CBF-DDDE-5D45-2009-920CD34AD2B1}"/>
                </a:ext>
              </a:extLst>
            </p:cNvPr>
            <p:cNvSpPr/>
            <p:nvPr/>
          </p:nvSpPr>
          <p:spPr>
            <a:xfrm>
              <a:off x="5059057" y="370753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585C7C97-06B3-F6F6-8B87-57DC4C9F3125}"/>
                </a:ext>
              </a:extLst>
            </p:cNvPr>
            <p:cNvSpPr txBox="1"/>
            <p:nvPr/>
          </p:nvSpPr>
          <p:spPr>
            <a:xfrm>
              <a:off x="4996443" y="3694902"/>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Tables</a:t>
              </a:r>
              <a:endParaRPr kumimoji="0" lang="en-US" sz="1000" b="0" i="0" u="none" strike="noStrike" cap="none" spc="0" normalizeH="0" baseline="0" dirty="0">
                <a:ln>
                  <a:noFill/>
                </a:ln>
                <a:solidFill>
                  <a:srgbClr val="4C4C4C"/>
                </a:solidFill>
                <a:effectLst/>
                <a:uFillTx/>
                <a:sym typeface="Source Sans Pro"/>
              </a:endParaRPr>
            </a:p>
          </p:txBody>
        </p:sp>
        <p:sp>
          <p:nvSpPr>
            <p:cNvPr id="31" name="TextBox 30">
              <a:extLst>
                <a:ext uri="{FF2B5EF4-FFF2-40B4-BE49-F238E27FC236}">
                  <a16:creationId xmlns:a16="http://schemas.microsoft.com/office/drawing/2014/main" id="{CF508889-85ED-ADCC-5AE0-783DF82AFB9A}"/>
                </a:ext>
              </a:extLst>
            </p:cNvPr>
            <p:cNvSpPr txBox="1"/>
            <p:nvPr/>
          </p:nvSpPr>
          <p:spPr>
            <a:xfrm>
              <a:off x="5778843" y="2489305"/>
              <a:ext cx="910777" cy="289742"/>
            </a:xfrm>
            <a:prstGeom prst="rect">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Data</a:t>
              </a:r>
              <a:endParaRPr kumimoji="0" lang="en-US" sz="1000" b="0" i="0" u="none" strike="noStrike" cap="none" spc="0" normalizeH="0" baseline="0" dirty="0">
                <a:ln>
                  <a:noFill/>
                </a:ln>
                <a:solidFill>
                  <a:srgbClr val="4C4C4C"/>
                </a:solidFill>
                <a:effectLst/>
                <a:uFillTx/>
                <a:sym typeface="Source Sans Pro"/>
              </a:endParaRPr>
            </a:p>
          </p:txBody>
        </p:sp>
        <p:sp>
          <p:nvSpPr>
            <p:cNvPr id="54" name="Rectangle 53">
              <a:extLst>
                <a:ext uri="{FF2B5EF4-FFF2-40B4-BE49-F238E27FC236}">
                  <a16:creationId xmlns:a16="http://schemas.microsoft.com/office/drawing/2014/main" id="{20AD1B2F-F8ED-5C25-9542-FD57B15DCE7C}"/>
                </a:ext>
              </a:extLst>
            </p:cNvPr>
            <p:cNvSpPr/>
            <p:nvPr/>
          </p:nvSpPr>
          <p:spPr>
            <a:xfrm>
              <a:off x="3827949" y="8305065"/>
              <a:ext cx="1691765"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5" name="Rectangle 54">
              <a:extLst>
                <a:ext uri="{FF2B5EF4-FFF2-40B4-BE49-F238E27FC236}">
                  <a16:creationId xmlns:a16="http://schemas.microsoft.com/office/drawing/2014/main" id="{1C7B808F-4D66-D5D4-E14E-1754E6DFA23F}"/>
                </a:ext>
              </a:extLst>
            </p:cNvPr>
            <p:cNvSpPr/>
            <p:nvPr/>
          </p:nvSpPr>
          <p:spPr>
            <a:xfrm>
              <a:off x="5990771" y="8274127"/>
              <a:ext cx="1691765"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56" name="Picture 55">
              <a:extLst>
                <a:ext uri="{FF2B5EF4-FFF2-40B4-BE49-F238E27FC236}">
                  <a16:creationId xmlns:a16="http://schemas.microsoft.com/office/drawing/2014/main" id="{6C0679E1-BE4B-70C2-9382-013C09BC4812}"/>
                </a:ext>
              </a:extLst>
            </p:cNvPr>
            <p:cNvPicPr>
              <a:picLocks noChangeAspect="1"/>
            </p:cNvPicPr>
            <p:nvPr/>
          </p:nvPicPr>
          <p:blipFill>
            <a:blip r:embed="rId8"/>
            <a:stretch>
              <a:fillRect/>
            </a:stretch>
          </p:blipFill>
          <p:spPr>
            <a:xfrm>
              <a:off x="4935169" y="8610666"/>
              <a:ext cx="538060" cy="507646"/>
            </a:xfrm>
            <a:prstGeom prst="rect">
              <a:avLst/>
            </a:prstGeom>
          </p:spPr>
        </p:pic>
        <p:cxnSp>
          <p:nvCxnSpPr>
            <p:cNvPr id="57" name="Straight Arrow Connector 56">
              <a:extLst>
                <a:ext uri="{FF2B5EF4-FFF2-40B4-BE49-F238E27FC236}">
                  <a16:creationId xmlns:a16="http://schemas.microsoft.com/office/drawing/2014/main" id="{E8B4401F-C11A-BB84-AE73-4A29D4F4C9F6}"/>
                </a:ext>
              </a:extLst>
            </p:cNvPr>
            <p:cNvCxnSpPr>
              <a:cxnSpLocks/>
            </p:cNvCxnSpPr>
            <p:nvPr/>
          </p:nvCxnSpPr>
          <p:spPr>
            <a:xfrm>
              <a:off x="4543907" y="8850033"/>
              <a:ext cx="336605"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44" name="Picture 1343">
              <a:extLst>
                <a:ext uri="{FF2B5EF4-FFF2-40B4-BE49-F238E27FC236}">
                  <a16:creationId xmlns:a16="http://schemas.microsoft.com/office/drawing/2014/main" id="{921212B9-141E-B135-C7C2-02989A88B4E6}"/>
                </a:ext>
              </a:extLst>
            </p:cNvPr>
            <p:cNvPicPr>
              <a:picLocks noChangeAspect="1"/>
            </p:cNvPicPr>
            <p:nvPr/>
          </p:nvPicPr>
          <p:blipFill>
            <a:blip r:embed="rId9"/>
            <a:stretch>
              <a:fillRect/>
            </a:stretch>
          </p:blipFill>
          <p:spPr>
            <a:xfrm>
              <a:off x="3892357" y="8681326"/>
              <a:ext cx="544372" cy="486505"/>
            </a:xfrm>
            <a:prstGeom prst="rect">
              <a:avLst/>
            </a:prstGeom>
          </p:spPr>
        </p:pic>
        <p:cxnSp>
          <p:nvCxnSpPr>
            <p:cNvPr id="1345" name="Straight Arrow Connector 1344">
              <a:extLst>
                <a:ext uri="{FF2B5EF4-FFF2-40B4-BE49-F238E27FC236}">
                  <a16:creationId xmlns:a16="http://schemas.microsoft.com/office/drawing/2014/main" id="{0D100C24-60D2-F1DF-391B-B027D1ED4F15}"/>
                </a:ext>
              </a:extLst>
            </p:cNvPr>
            <p:cNvCxnSpPr>
              <a:cxnSpLocks/>
            </p:cNvCxnSpPr>
            <p:nvPr/>
          </p:nvCxnSpPr>
          <p:spPr>
            <a:xfrm>
              <a:off x="6655341" y="8801116"/>
              <a:ext cx="336605"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46" name="Picture 1345">
              <a:extLst>
                <a:ext uri="{FF2B5EF4-FFF2-40B4-BE49-F238E27FC236}">
                  <a16:creationId xmlns:a16="http://schemas.microsoft.com/office/drawing/2014/main" id="{FA4E804E-75CA-BFD8-DCF6-E61976C92637}"/>
                </a:ext>
              </a:extLst>
            </p:cNvPr>
            <p:cNvPicPr>
              <a:picLocks noChangeAspect="1"/>
            </p:cNvPicPr>
            <p:nvPr/>
          </p:nvPicPr>
          <p:blipFill>
            <a:blip r:embed="rId9"/>
            <a:stretch>
              <a:fillRect/>
            </a:stretch>
          </p:blipFill>
          <p:spPr>
            <a:xfrm>
              <a:off x="6090715" y="8631977"/>
              <a:ext cx="544372" cy="486505"/>
            </a:xfrm>
            <a:prstGeom prst="rect">
              <a:avLst/>
            </a:prstGeom>
          </p:spPr>
        </p:pic>
        <p:pic>
          <p:nvPicPr>
            <p:cNvPr id="1347" name="Graphic 1346" descr="Paper outline">
              <a:extLst>
                <a:ext uri="{FF2B5EF4-FFF2-40B4-BE49-F238E27FC236}">
                  <a16:creationId xmlns:a16="http://schemas.microsoft.com/office/drawing/2014/main" id="{9BFE82CE-4E14-0FA5-9515-85809F1E817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912650" y="8378631"/>
              <a:ext cx="742629" cy="700281"/>
            </a:xfrm>
            <a:prstGeom prst="rect">
              <a:avLst/>
            </a:prstGeom>
          </p:spPr>
        </p:pic>
        <p:sp>
          <p:nvSpPr>
            <p:cNvPr id="1348" name="TextBox 1347">
              <a:extLst>
                <a:ext uri="{FF2B5EF4-FFF2-40B4-BE49-F238E27FC236}">
                  <a16:creationId xmlns:a16="http://schemas.microsoft.com/office/drawing/2014/main" id="{0BABDF9C-B6FF-CE2E-3701-7FB5CCA4FDC4}"/>
                </a:ext>
              </a:extLst>
            </p:cNvPr>
            <p:cNvSpPr txBox="1"/>
            <p:nvPr/>
          </p:nvSpPr>
          <p:spPr>
            <a:xfrm>
              <a:off x="6866803" y="8992605"/>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notebook</a:t>
              </a:r>
            </a:p>
          </p:txBody>
        </p:sp>
        <p:sp>
          <p:nvSpPr>
            <p:cNvPr id="1349" name="TextBox 1348">
              <a:extLst>
                <a:ext uri="{FF2B5EF4-FFF2-40B4-BE49-F238E27FC236}">
                  <a16:creationId xmlns:a16="http://schemas.microsoft.com/office/drawing/2014/main" id="{6260F977-F54E-2A80-84A4-74914D51CDEB}"/>
                </a:ext>
              </a:extLst>
            </p:cNvPr>
            <p:cNvSpPr txBox="1"/>
            <p:nvPr/>
          </p:nvSpPr>
          <p:spPr>
            <a:xfrm>
              <a:off x="4471605" y="5719105"/>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t>
              </a:r>
            </a:p>
          </p:txBody>
        </p:sp>
        <p:cxnSp>
          <p:nvCxnSpPr>
            <p:cNvPr id="1350" name="Straight Arrow Connector 1349">
              <a:extLst>
                <a:ext uri="{FF2B5EF4-FFF2-40B4-BE49-F238E27FC236}">
                  <a16:creationId xmlns:a16="http://schemas.microsoft.com/office/drawing/2014/main" id="{0ABE52A4-61DE-CF0E-3013-8DE8D3CE43C5}"/>
                </a:ext>
              </a:extLst>
            </p:cNvPr>
            <p:cNvCxnSpPr>
              <a:cxnSpLocks/>
              <a:endCxn id="24" idx="0"/>
            </p:cNvCxnSpPr>
            <p:nvPr/>
          </p:nvCxnSpPr>
          <p:spPr>
            <a:xfrm>
              <a:off x="4737285" y="6275051"/>
              <a:ext cx="1" cy="408272"/>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3E2E90BA-708A-A0DF-7E93-1E3489C1F5D8}"/>
                </a:ext>
              </a:extLst>
            </p:cNvPr>
            <p:cNvCxnSpPr>
              <a:cxnSpLocks/>
              <a:endCxn id="25" idx="0"/>
            </p:cNvCxnSpPr>
            <p:nvPr/>
          </p:nvCxnSpPr>
          <p:spPr>
            <a:xfrm>
              <a:off x="5125561" y="5880129"/>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9059D9A7-A5A4-D895-6338-B07E0190E35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86544" y="5384089"/>
              <a:ext cx="945167" cy="891269"/>
            </a:xfrm>
            <a:prstGeom prst="rect">
              <a:avLst/>
            </a:prstGeom>
          </p:spPr>
        </p:pic>
        <p:graphicFrame>
          <p:nvGraphicFramePr>
            <p:cNvPr id="1363" name="Table">
              <a:extLst>
                <a:ext uri="{FF2B5EF4-FFF2-40B4-BE49-F238E27FC236}">
                  <a16:creationId xmlns:a16="http://schemas.microsoft.com/office/drawing/2014/main" id="{F251D18D-7D0D-6FA9-5837-EC084F04D54C}"/>
                </a:ext>
              </a:extLst>
            </p:cNvPr>
            <p:cNvGraphicFramePr/>
            <p:nvPr>
              <p:extLst>
                <p:ext uri="{D42A27DB-BD31-4B8C-83A1-F6EECF244321}">
                  <p14:modId xmlns:p14="http://schemas.microsoft.com/office/powerpoint/2010/main" val="1856523107"/>
                </p:ext>
              </p:extLst>
            </p:nvPr>
          </p:nvGraphicFramePr>
          <p:xfrm>
            <a:off x="6069538" y="4207852"/>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cxnSp>
          <p:nvCxnSpPr>
            <p:cNvPr id="1366" name="Straight Connector 1365">
              <a:extLst>
                <a:ext uri="{FF2B5EF4-FFF2-40B4-BE49-F238E27FC236}">
                  <a16:creationId xmlns:a16="http://schemas.microsoft.com/office/drawing/2014/main" id="{640B61AF-0401-0DD6-00A0-5AE8AA26D05C}"/>
                </a:ext>
              </a:extLst>
            </p:cNvPr>
            <p:cNvCxnSpPr>
              <a:cxnSpLocks/>
            </p:cNvCxnSpPr>
            <p:nvPr/>
          </p:nvCxnSpPr>
          <p:spPr>
            <a:xfrm flipH="1">
              <a:off x="6097652" y="3495956"/>
              <a:ext cx="1245464" cy="429388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7" name="Straight Connector 1366">
              <a:extLst>
                <a:ext uri="{FF2B5EF4-FFF2-40B4-BE49-F238E27FC236}">
                  <a16:creationId xmlns:a16="http://schemas.microsoft.com/office/drawing/2014/main" id="{9F91767B-22DC-0163-62BF-CEA7D3DF7642}"/>
                </a:ext>
              </a:extLst>
            </p:cNvPr>
            <p:cNvCxnSpPr>
              <a:cxnSpLocks/>
            </p:cNvCxnSpPr>
            <p:nvPr/>
          </p:nvCxnSpPr>
          <p:spPr>
            <a:xfrm flipH="1">
              <a:off x="6082448" y="2496626"/>
              <a:ext cx="1262360" cy="25408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1A1BC274-64CC-8C3C-1879-46CEC16D8538}"/>
                </a:ext>
              </a:extLst>
            </p:cNvPr>
            <p:cNvCxnSpPr>
              <a:cxnSpLocks/>
            </p:cNvCxnSpPr>
            <p:nvPr/>
          </p:nvCxnSpPr>
          <p:spPr>
            <a:xfrm flipH="1">
              <a:off x="5607140" y="3512122"/>
              <a:ext cx="156649" cy="21316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5A79AE25-2DAC-43DF-5FE9-0EA26A24001A}"/>
                </a:ext>
              </a:extLst>
            </p:cNvPr>
            <p:cNvCxnSpPr>
              <a:cxnSpLocks/>
            </p:cNvCxnSpPr>
            <p:nvPr/>
          </p:nvCxnSpPr>
          <p:spPr>
            <a:xfrm flipH="1">
              <a:off x="4309143" y="2490314"/>
              <a:ext cx="1472430" cy="25308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0" name="Straight Connector 1369">
              <a:extLst>
                <a:ext uri="{FF2B5EF4-FFF2-40B4-BE49-F238E27FC236}">
                  <a16:creationId xmlns:a16="http://schemas.microsoft.com/office/drawing/2014/main" id="{3B1AF6D8-DD79-B9B1-00E8-54AA22D890C4}"/>
                </a:ext>
              </a:extLst>
            </p:cNvPr>
            <p:cNvCxnSpPr>
              <a:cxnSpLocks/>
            </p:cNvCxnSpPr>
            <p:nvPr/>
          </p:nvCxnSpPr>
          <p:spPr>
            <a:xfrm flipH="1">
              <a:off x="3824915" y="6756348"/>
              <a:ext cx="661865" cy="152568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1" name="Straight Connector 1370">
              <a:extLst>
                <a:ext uri="{FF2B5EF4-FFF2-40B4-BE49-F238E27FC236}">
                  <a16:creationId xmlns:a16="http://schemas.microsoft.com/office/drawing/2014/main" id="{08E31DC2-363C-EF10-5AE0-F70951CBF3D1}"/>
                </a:ext>
              </a:extLst>
            </p:cNvPr>
            <p:cNvCxnSpPr>
              <a:cxnSpLocks/>
            </p:cNvCxnSpPr>
            <p:nvPr/>
          </p:nvCxnSpPr>
          <p:spPr>
            <a:xfrm>
              <a:off x="5032239" y="6940933"/>
              <a:ext cx="494110" cy="134109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2" name="Straight Connector 1371">
              <a:extLst>
                <a:ext uri="{FF2B5EF4-FFF2-40B4-BE49-F238E27FC236}">
                  <a16:creationId xmlns:a16="http://schemas.microsoft.com/office/drawing/2014/main" id="{A9FDC635-FE1D-39F5-9E41-4996911FA977}"/>
                </a:ext>
              </a:extLst>
            </p:cNvPr>
            <p:cNvCxnSpPr>
              <a:cxnSpLocks/>
            </p:cNvCxnSpPr>
            <p:nvPr/>
          </p:nvCxnSpPr>
          <p:spPr>
            <a:xfrm>
              <a:off x="5015072" y="7475285"/>
              <a:ext cx="217080" cy="85809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3" name="Straight Connector 1372">
              <a:extLst>
                <a:ext uri="{FF2B5EF4-FFF2-40B4-BE49-F238E27FC236}">
                  <a16:creationId xmlns:a16="http://schemas.microsoft.com/office/drawing/2014/main" id="{886699EC-5F7D-8416-08F3-663CB02B226E}"/>
                </a:ext>
              </a:extLst>
            </p:cNvPr>
            <p:cNvCxnSpPr>
              <a:cxnSpLocks/>
            </p:cNvCxnSpPr>
            <p:nvPr/>
          </p:nvCxnSpPr>
          <p:spPr>
            <a:xfrm flipH="1">
              <a:off x="3821415" y="7482355"/>
              <a:ext cx="630243" cy="18827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4" name="Straight Connector 1373">
              <a:extLst>
                <a:ext uri="{FF2B5EF4-FFF2-40B4-BE49-F238E27FC236}">
                  <a16:creationId xmlns:a16="http://schemas.microsoft.com/office/drawing/2014/main" id="{BFD467AE-1DA1-1461-3DA0-8EBDD4F8B03D}"/>
                </a:ext>
              </a:extLst>
            </p:cNvPr>
            <p:cNvCxnSpPr>
              <a:cxnSpLocks/>
            </p:cNvCxnSpPr>
            <p:nvPr/>
          </p:nvCxnSpPr>
          <p:spPr>
            <a:xfrm>
              <a:off x="5370202" y="7475285"/>
              <a:ext cx="615722" cy="185227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5" name="Straight Connector 1374">
              <a:extLst>
                <a:ext uri="{FF2B5EF4-FFF2-40B4-BE49-F238E27FC236}">
                  <a16:creationId xmlns:a16="http://schemas.microsoft.com/office/drawing/2014/main" id="{7E457030-7980-CA67-3CF0-0E47698E2821}"/>
                </a:ext>
              </a:extLst>
            </p:cNvPr>
            <p:cNvCxnSpPr>
              <a:cxnSpLocks/>
            </p:cNvCxnSpPr>
            <p:nvPr/>
          </p:nvCxnSpPr>
          <p:spPr>
            <a:xfrm>
              <a:off x="5370202" y="6734507"/>
              <a:ext cx="625315" cy="154752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6" name="Straight Connector 1375">
              <a:extLst>
                <a:ext uri="{FF2B5EF4-FFF2-40B4-BE49-F238E27FC236}">
                  <a16:creationId xmlns:a16="http://schemas.microsoft.com/office/drawing/2014/main" id="{BF1589DB-73F5-16AC-7E4F-AF39BD03B4E4}"/>
                </a:ext>
              </a:extLst>
            </p:cNvPr>
            <p:cNvCxnSpPr>
              <a:cxnSpLocks/>
              <a:endCxn id="55" idx="0"/>
            </p:cNvCxnSpPr>
            <p:nvPr/>
          </p:nvCxnSpPr>
          <p:spPr>
            <a:xfrm>
              <a:off x="5928666" y="7468520"/>
              <a:ext cx="907988" cy="80560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61BBFD53-2181-4E0F-3BD3-24E3004C92A6}"/>
                </a:ext>
              </a:extLst>
            </p:cNvPr>
            <p:cNvCxnSpPr>
              <a:cxnSpLocks/>
            </p:cNvCxnSpPr>
            <p:nvPr/>
          </p:nvCxnSpPr>
          <p:spPr>
            <a:xfrm>
              <a:off x="5933611" y="6940933"/>
              <a:ext cx="1747420" cy="134109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grpSp>
        <p:nvGrpSpPr>
          <p:cNvPr id="1389" name="Group 1388">
            <a:extLst>
              <a:ext uri="{FF2B5EF4-FFF2-40B4-BE49-F238E27FC236}">
                <a16:creationId xmlns:a16="http://schemas.microsoft.com/office/drawing/2014/main" id="{33441676-6D79-4241-9A94-C8BBF162742C}"/>
              </a:ext>
            </a:extLst>
          </p:cNvPr>
          <p:cNvGrpSpPr/>
          <p:nvPr/>
        </p:nvGrpSpPr>
        <p:grpSpPr>
          <a:xfrm>
            <a:off x="3271165" y="5062685"/>
            <a:ext cx="1284719" cy="785098"/>
            <a:chOff x="8190693" y="7193255"/>
            <a:chExt cx="1284719" cy="785098"/>
          </a:xfrm>
        </p:grpSpPr>
        <p:sp>
          <p:nvSpPr>
            <p:cNvPr id="1384" name="Rectangle 1383">
              <a:extLst>
                <a:ext uri="{FF2B5EF4-FFF2-40B4-BE49-F238E27FC236}">
                  <a16:creationId xmlns:a16="http://schemas.microsoft.com/office/drawing/2014/main" id="{7FDEA274-B6A1-D8F0-9322-B58AFE4AAC0E}"/>
                </a:ext>
              </a:extLst>
            </p:cNvPr>
            <p:cNvSpPr/>
            <p:nvPr/>
          </p:nvSpPr>
          <p:spPr>
            <a:xfrm>
              <a:off x="8205962" y="721893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385" name="TextBox 1384">
              <a:extLst>
                <a:ext uri="{FF2B5EF4-FFF2-40B4-BE49-F238E27FC236}">
                  <a16:creationId xmlns:a16="http://schemas.microsoft.com/office/drawing/2014/main" id="{4FE49030-6CA4-AC2A-D3BD-154C5B6CCC30}"/>
                </a:ext>
              </a:extLst>
            </p:cNvPr>
            <p:cNvSpPr txBox="1"/>
            <p:nvPr/>
          </p:nvSpPr>
          <p:spPr>
            <a:xfrm>
              <a:off x="8190693" y="7193255"/>
              <a:ext cx="95469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GitHub Module</a:t>
              </a:r>
              <a:endParaRPr kumimoji="0" lang="en-US" sz="1000" b="0" i="0" u="none" strike="noStrike" cap="none" spc="0" normalizeH="0" baseline="0" dirty="0">
                <a:ln>
                  <a:noFill/>
                </a:ln>
                <a:solidFill>
                  <a:srgbClr val="4C4C4C"/>
                </a:solidFill>
                <a:effectLst/>
                <a:uFillTx/>
                <a:sym typeface="Source Sans Pro"/>
              </a:endParaRPr>
            </a:p>
          </p:txBody>
        </p:sp>
        <p:sp>
          <p:nvSpPr>
            <p:cNvPr id="1386" name="Rectangle 1385">
              <a:extLst>
                <a:ext uri="{FF2B5EF4-FFF2-40B4-BE49-F238E27FC236}">
                  <a16:creationId xmlns:a16="http://schemas.microsoft.com/office/drawing/2014/main" id="{106FB165-CFB1-54FE-2CDA-B3A6123CFA93}"/>
                </a:ext>
              </a:extLst>
            </p:cNvPr>
            <p:cNvSpPr/>
            <p:nvPr/>
          </p:nvSpPr>
          <p:spPr>
            <a:xfrm>
              <a:off x="8205962" y="7216295"/>
              <a:ext cx="956215"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8" name="TextBox 1387">
              <a:extLst>
                <a:ext uri="{FF2B5EF4-FFF2-40B4-BE49-F238E27FC236}">
                  <a16:creationId xmlns:a16="http://schemas.microsoft.com/office/drawing/2014/main" id="{E41C4D94-E934-EF21-DE5F-4C172DFA2155}"/>
                </a:ext>
              </a:extLst>
            </p:cNvPr>
            <p:cNvSpPr txBox="1"/>
            <p:nvPr/>
          </p:nvSpPr>
          <p:spPr>
            <a:xfrm>
              <a:off x="8519882" y="754589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grpSp>
      <p:sp>
        <p:nvSpPr>
          <p:cNvPr id="1401" name="Rectangle 1400">
            <a:extLst>
              <a:ext uri="{FF2B5EF4-FFF2-40B4-BE49-F238E27FC236}">
                <a16:creationId xmlns:a16="http://schemas.microsoft.com/office/drawing/2014/main" id="{248AB84D-0CDE-AB54-954F-1B556DC0947D}"/>
              </a:ext>
            </a:extLst>
          </p:cNvPr>
          <p:cNvSpPr/>
          <p:nvPr/>
        </p:nvSpPr>
        <p:spPr>
          <a:xfrm>
            <a:off x="4503745" y="3758560"/>
            <a:ext cx="744563" cy="44990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402" name="Rectangle 1401">
            <a:extLst>
              <a:ext uri="{FF2B5EF4-FFF2-40B4-BE49-F238E27FC236}">
                <a16:creationId xmlns:a16="http://schemas.microsoft.com/office/drawing/2014/main" id="{EABD9BB3-4CAE-61DB-B87C-6B13356D251F}"/>
              </a:ext>
            </a:extLst>
          </p:cNvPr>
          <p:cNvSpPr/>
          <p:nvPr/>
        </p:nvSpPr>
        <p:spPr>
          <a:xfrm>
            <a:off x="5683220" y="2585043"/>
            <a:ext cx="350778" cy="29750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1403" name="Straight Connector 1402">
            <a:extLst>
              <a:ext uri="{FF2B5EF4-FFF2-40B4-BE49-F238E27FC236}">
                <a16:creationId xmlns:a16="http://schemas.microsoft.com/office/drawing/2014/main" id="{63DCA068-9519-30AA-EEDE-694F06DE8C02}"/>
              </a:ext>
            </a:extLst>
          </p:cNvPr>
          <p:cNvCxnSpPr>
            <a:cxnSpLocks/>
          </p:cNvCxnSpPr>
          <p:nvPr/>
        </p:nvCxnSpPr>
        <p:spPr>
          <a:xfrm flipH="1">
            <a:off x="3271066" y="3729935"/>
            <a:ext cx="1252637" cy="136471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07" name="Straight Connector 1406">
            <a:extLst>
              <a:ext uri="{FF2B5EF4-FFF2-40B4-BE49-F238E27FC236}">
                <a16:creationId xmlns:a16="http://schemas.microsoft.com/office/drawing/2014/main" id="{20368D69-734C-2844-DA07-D8597E77663B}"/>
              </a:ext>
            </a:extLst>
          </p:cNvPr>
          <p:cNvCxnSpPr>
            <a:cxnSpLocks/>
          </p:cNvCxnSpPr>
          <p:nvPr/>
        </p:nvCxnSpPr>
        <p:spPr>
          <a:xfrm flipH="1">
            <a:off x="4503731" y="2585043"/>
            <a:ext cx="1179489" cy="117351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4" name="Straight Connector 453">
            <a:extLst>
              <a:ext uri="{FF2B5EF4-FFF2-40B4-BE49-F238E27FC236}">
                <a16:creationId xmlns:a16="http://schemas.microsoft.com/office/drawing/2014/main" id="{77A469C3-3C85-A7AF-5F4B-9F6519D75D4D}"/>
              </a:ext>
            </a:extLst>
          </p:cNvPr>
          <p:cNvCxnSpPr>
            <a:cxnSpLocks/>
          </p:cNvCxnSpPr>
          <p:nvPr/>
        </p:nvCxnSpPr>
        <p:spPr>
          <a:xfrm flipH="1">
            <a:off x="4551744" y="3775809"/>
            <a:ext cx="693809" cy="131884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72" name="Straight Connector 471">
            <a:extLst>
              <a:ext uri="{FF2B5EF4-FFF2-40B4-BE49-F238E27FC236}">
                <a16:creationId xmlns:a16="http://schemas.microsoft.com/office/drawing/2014/main" id="{1DF243BC-428E-D370-696D-B7E144E22C27}"/>
              </a:ext>
            </a:extLst>
          </p:cNvPr>
          <p:cNvCxnSpPr>
            <a:cxnSpLocks/>
          </p:cNvCxnSpPr>
          <p:nvPr/>
        </p:nvCxnSpPr>
        <p:spPr>
          <a:xfrm flipH="1">
            <a:off x="5258607" y="2592368"/>
            <a:ext cx="775391" cy="115886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75" name="Straight Connector 474">
            <a:extLst>
              <a:ext uri="{FF2B5EF4-FFF2-40B4-BE49-F238E27FC236}">
                <a16:creationId xmlns:a16="http://schemas.microsoft.com/office/drawing/2014/main" id="{7C39709A-BC71-41F3-8E59-35C01399B9D8}"/>
              </a:ext>
            </a:extLst>
          </p:cNvPr>
          <p:cNvCxnSpPr>
            <a:cxnSpLocks/>
            <a:endCxn id="1385" idx="0"/>
          </p:cNvCxnSpPr>
          <p:nvPr/>
        </p:nvCxnSpPr>
        <p:spPr>
          <a:xfrm flipH="1">
            <a:off x="3748511" y="4208461"/>
            <a:ext cx="751950" cy="85422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0" name="Straight Connector 479">
            <a:extLst>
              <a:ext uri="{FF2B5EF4-FFF2-40B4-BE49-F238E27FC236}">
                <a16:creationId xmlns:a16="http://schemas.microsoft.com/office/drawing/2014/main" id="{763134EA-15DB-2D60-63CC-DFCE0BC7E08C}"/>
              </a:ext>
            </a:extLst>
          </p:cNvPr>
          <p:cNvCxnSpPr>
            <a:cxnSpLocks/>
          </p:cNvCxnSpPr>
          <p:nvPr/>
        </p:nvCxnSpPr>
        <p:spPr>
          <a:xfrm flipH="1">
            <a:off x="4594301" y="4208461"/>
            <a:ext cx="651252" cy="161543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2" name="Straight Connector 481">
            <a:extLst>
              <a:ext uri="{FF2B5EF4-FFF2-40B4-BE49-F238E27FC236}">
                <a16:creationId xmlns:a16="http://schemas.microsoft.com/office/drawing/2014/main" id="{DA203215-4A3B-24FE-3BA9-8AF46F897981}"/>
              </a:ext>
            </a:extLst>
          </p:cNvPr>
          <p:cNvCxnSpPr>
            <a:cxnSpLocks/>
          </p:cNvCxnSpPr>
          <p:nvPr/>
        </p:nvCxnSpPr>
        <p:spPr>
          <a:xfrm flipV="1">
            <a:off x="5245553" y="2889869"/>
            <a:ext cx="788445" cy="131859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6" name="Straight Connector 485">
            <a:extLst>
              <a:ext uri="{FF2B5EF4-FFF2-40B4-BE49-F238E27FC236}">
                <a16:creationId xmlns:a16="http://schemas.microsoft.com/office/drawing/2014/main" id="{29F26A74-9853-396C-D49D-94E1F9C9017C}"/>
              </a:ext>
            </a:extLst>
          </p:cNvPr>
          <p:cNvCxnSpPr>
            <a:cxnSpLocks/>
            <a:stCxn id="1401" idx="0"/>
          </p:cNvCxnSpPr>
          <p:nvPr/>
        </p:nvCxnSpPr>
        <p:spPr>
          <a:xfrm flipV="1">
            <a:off x="4876027" y="2793931"/>
            <a:ext cx="846940" cy="96462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99" name="Straight Connector 498">
            <a:extLst>
              <a:ext uri="{FF2B5EF4-FFF2-40B4-BE49-F238E27FC236}">
                <a16:creationId xmlns:a16="http://schemas.microsoft.com/office/drawing/2014/main" id="{9EBF4830-5F52-D546-3B37-D6DE63CE31DB}"/>
              </a:ext>
            </a:extLst>
          </p:cNvPr>
          <p:cNvCxnSpPr>
            <a:cxnSpLocks/>
          </p:cNvCxnSpPr>
          <p:nvPr/>
        </p:nvCxnSpPr>
        <p:spPr>
          <a:xfrm>
            <a:off x="10527957" y="4835115"/>
            <a:ext cx="86497" cy="15506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702A1DB4-6220-A474-182E-B0AEF229C852}"/>
              </a:ext>
            </a:extLst>
          </p:cNvPr>
          <p:cNvCxnSpPr>
            <a:cxnSpLocks/>
          </p:cNvCxnSpPr>
          <p:nvPr/>
        </p:nvCxnSpPr>
        <p:spPr>
          <a:xfrm>
            <a:off x="8654849" y="3504326"/>
            <a:ext cx="618897" cy="133078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CFBACF6B-7A28-0A62-2EE7-3366A330E06F}"/>
              </a:ext>
            </a:extLst>
          </p:cNvPr>
          <p:cNvCxnSpPr>
            <a:cxnSpLocks/>
          </p:cNvCxnSpPr>
          <p:nvPr/>
        </p:nvCxnSpPr>
        <p:spPr>
          <a:xfrm>
            <a:off x="9954609" y="3545393"/>
            <a:ext cx="145631" cy="23041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91AAC4C7-4431-4128-49CD-47DA89891496}"/>
              </a:ext>
            </a:extLst>
          </p:cNvPr>
          <p:cNvCxnSpPr>
            <a:cxnSpLocks/>
          </p:cNvCxnSpPr>
          <p:nvPr/>
        </p:nvCxnSpPr>
        <p:spPr>
          <a:xfrm>
            <a:off x="8654849" y="2482896"/>
            <a:ext cx="629196"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5CC5BA72-F3CA-F3C9-005C-F3BDB61C382E}"/>
              </a:ext>
            </a:extLst>
          </p:cNvPr>
          <p:cNvCxnSpPr>
            <a:cxnSpLocks/>
          </p:cNvCxnSpPr>
          <p:nvPr/>
        </p:nvCxnSpPr>
        <p:spPr>
          <a:xfrm>
            <a:off x="9954609" y="2482896"/>
            <a:ext cx="573348"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A688A0F4-3989-75B6-B625-E4C687AB9BF7}"/>
              </a:ext>
            </a:extLst>
          </p:cNvPr>
          <p:cNvCxnSpPr>
            <a:cxnSpLocks/>
          </p:cNvCxnSpPr>
          <p:nvPr/>
        </p:nvCxnSpPr>
        <p:spPr>
          <a:xfrm>
            <a:off x="10552171" y="3775809"/>
            <a:ext cx="390649" cy="12143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9C412872-4C51-4E8C-B07B-4548284C388E}"/>
              </a:ext>
            </a:extLst>
          </p:cNvPr>
          <p:cNvCxnSpPr>
            <a:cxnSpLocks/>
          </p:cNvCxnSpPr>
          <p:nvPr/>
        </p:nvCxnSpPr>
        <p:spPr>
          <a:xfrm>
            <a:off x="9284045" y="3775809"/>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1430" name="Graphic 1429" descr="Paper outline">
            <a:extLst>
              <a:ext uri="{FF2B5EF4-FFF2-40B4-BE49-F238E27FC236}">
                <a16:creationId xmlns:a16="http://schemas.microsoft.com/office/drawing/2014/main" id="{B4CC1031-91D6-F047-5116-F6F74BFBEC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C422C7AA-F4B1-44A4-C445-79C341682324}"/>
              </a:ext>
            </a:extLst>
          </p:cNvPr>
          <p:cNvGraphicFramePr>
            <a:graphicFrameLocks noChangeAspect="1"/>
          </p:cNvGraphicFramePr>
          <p:nvPr>
            <p:extLst>
              <p:ext uri="{D42A27DB-BD31-4B8C-83A1-F6EECF244321}">
                <p14:modId xmlns:p14="http://schemas.microsoft.com/office/powerpoint/2010/main" val="1614913739"/>
              </p:ext>
            </p:extLst>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cxnSp>
        <p:nvCxnSpPr>
          <p:cNvPr id="1448" name="Straight Connector 1447">
            <a:extLst>
              <a:ext uri="{FF2B5EF4-FFF2-40B4-BE49-F238E27FC236}">
                <a16:creationId xmlns:a16="http://schemas.microsoft.com/office/drawing/2014/main" id="{B38B9D47-BED0-5857-54E8-4D27C6C131FB}"/>
              </a:ext>
            </a:extLst>
          </p:cNvPr>
          <p:cNvCxnSpPr>
            <a:cxnSpLocks/>
          </p:cNvCxnSpPr>
          <p:nvPr/>
        </p:nvCxnSpPr>
        <p:spPr>
          <a:xfrm flipV="1">
            <a:off x="5773841" y="4806461"/>
            <a:ext cx="122964" cy="24690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739223206"/>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CAD8C-2C25-F991-C7A1-81A856D29DFA}"/>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6CC0B6EA-253D-2CD4-F5A5-0BFB52A9E269}"/>
              </a:ext>
            </a:extLst>
          </p:cNvPr>
          <p:cNvPicPr>
            <a:picLocks noChangeAspect="1"/>
          </p:cNvPicPr>
          <p:nvPr/>
        </p:nvPicPr>
        <p:blipFill>
          <a:blip r:embed="rId4"/>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A79DA674-42BB-3880-3477-B6841706924D}"/>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51BC05B9-BCCA-22E7-2EB6-2D8C1D6D27A8}"/>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78B04E3E-32FC-869F-21E0-1F0D260B57E8}"/>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Data Schema</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84" name="Layout Suggestions">
            <a:extLst>
              <a:ext uri="{FF2B5EF4-FFF2-40B4-BE49-F238E27FC236}">
                <a16:creationId xmlns:a16="http://schemas.microsoft.com/office/drawing/2014/main" id="{E5AC370B-F61D-3859-C1D8-E09B210FC46C}"/>
              </a:ext>
            </a:extLst>
          </p:cNvPr>
          <p:cNvSpPr txBox="1"/>
          <p:nvPr/>
        </p:nvSpPr>
        <p:spPr>
          <a:xfrm>
            <a:off x="292287" y="1123238"/>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pic>
        <p:nvPicPr>
          <p:cNvPr id="8" name="Picture 7" descr="A picture containing text&#10;&#10;Description automatically generated">
            <a:extLst>
              <a:ext uri="{FF2B5EF4-FFF2-40B4-BE49-F238E27FC236}">
                <a16:creationId xmlns:a16="http://schemas.microsoft.com/office/drawing/2014/main" id="{D9DC9D48-F4FB-6983-216F-A0AF4F01C17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5D7E7D54-DD01-293C-029C-0D91D3CC1DC1}"/>
              </a:ext>
            </a:extLst>
          </p:cNvPr>
          <p:cNvSpPr txBox="1"/>
          <p:nvPr/>
        </p:nvSpPr>
        <p:spPr>
          <a:xfrm>
            <a:off x="286801" y="1226551"/>
            <a:ext cx="2768702"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combining of multiple sources, such as Git, Jira, and GitHub for analysis. This cheat sheet showcases a data schema for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facilitates identifying how to combine data sources of interest to the user.</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5BB4FAA4-3F52-E39B-3FF8-BE17D419CCB7}"/>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6">
                  <a:extLst>
                    <a:ext uri="{A12FA001-AC4F-418D-AE19-62706E023703}">
                      <ahyp:hlinkClr xmlns:ahyp="http://schemas.microsoft.com/office/drawing/2018/hyperlinkcolor" val="tx"/>
                    </a:ext>
                  </a:extLst>
                </a:hlinkClick>
              </a:rPr>
              <a:t>CC BY SA</a:t>
            </a:r>
            <a:r>
              <a:rPr lang="en-US" sz="1000" b="0">
                <a:solidFill>
                  <a:schemeClr val="tx1"/>
                </a:solidFill>
              </a:rPr>
              <a:t> John Flinn</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1451" name="Straight Arrow Connector 1450">
            <a:extLst>
              <a:ext uri="{FF2B5EF4-FFF2-40B4-BE49-F238E27FC236}">
                <a16:creationId xmlns:a16="http://schemas.microsoft.com/office/drawing/2014/main" id="{F707D482-A30E-FC79-4430-1F791127D8BE}"/>
              </a:ext>
            </a:extLst>
          </p:cNvPr>
          <p:cNvCxnSpPr>
            <a:cxnSpLocks/>
          </p:cNvCxnSpPr>
          <p:nvPr/>
        </p:nvCxnSpPr>
        <p:spPr>
          <a:xfrm>
            <a:off x="950631" y="4255510"/>
            <a:ext cx="1180755" cy="0"/>
          </a:xfrm>
          <a:prstGeom prst="straightConnector1">
            <a:avLst/>
          </a:prstGeom>
          <a:noFill/>
          <a:ln w="25400" cap="flat">
            <a:solidFill>
              <a:srgbClr val="C00000"/>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sp>
        <p:nvSpPr>
          <p:cNvPr id="1453" name="TextBox 1452">
            <a:extLst>
              <a:ext uri="{FF2B5EF4-FFF2-40B4-BE49-F238E27FC236}">
                <a16:creationId xmlns:a16="http://schemas.microsoft.com/office/drawing/2014/main" id="{733D8D95-F63A-0BAC-5BF1-94375421A779}"/>
              </a:ext>
            </a:extLst>
          </p:cNvPr>
          <p:cNvSpPr txBox="1"/>
          <p:nvPr/>
        </p:nvSpPr>
        <p:spPr>
          <a:xfrm>
            <a:off x="1190589" y="3931619"/>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solidFill>
                  <a:srgbClr val="C00000"/>
                </a:solidFill>
              </a:rPr>
              <a:t>Connection</a:t>
            </a:r>
            <a:endParaRPr kumimoji="0" lang="en-US" sz="1000" b="0" i="0" u="none" strike="noStrike" cap="none" spc="0" normalizeH="0" baseline="0">
              <a:ln>
                <a:noFill/>
              </a:ln>
              <a:solidFill>
                <a:srgbClr val="C00000"/>
              </a:solidFill>
              <a:effectLst/>
              <a:uFillTx/>
              <a:sym typeface="Source Sans Pro"/>
            </a:endParaRPr>
          </a:p>
        </p:txBody>
      </p:sp>
      <p:sp>
        <p:nvSpPr>
          <p:cNvPr id="42" name="Manipulate Variables">
            <a:extLst>
              <a:ext uri="{FF2B5EF4-FFF2-40B4-BE49-F238E27FC236}">
                <a16:creationId xmlns:a16="http://schemas.microsoft.com/office/drawing/2014/main" id="{A184F9AE-926A-995D-178F-6ACB2F9E1D2B}"/>
              </a:ext>
            </a:extLst>
          </p:cNvPr>
          <p:cNvSpPr txBox="1"/>
          <p:nvPr/>
        </p:nvSpPr>
        <p:spPr>
          <a:xfrm>
            <a:off x="353017" y="4806461"/>
            <a:ext cx="166791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Capabilities</a:t>
            </a:r>
            <a:endParaRPr/>
          </a:p>
        </p:txBody>
      </p:sp>
      <p:sp>
        <p:nvSpPr>
          <p:cNvPr id="43" name="Manipulate Variables">
            <a:extLst>
              <a:ext uri="{FF2B5EF4-FFF2-40B4-BE49-F238E27FC236}">
                <a16:creationId xmlns:a16="http://schemas.microsoft.com/office/drawing/2014/main" id="{B1BC3E01-2DD9-56BE-03BC-9F2084B9A4EA}"/>
              </a:ext>
            </a:extLst>
          </p:cNvPr>
          <p:cNvSpPr txBox="1"/>
          <p:nvPr/>
        </p:nvSpPr>
        <p:spPr>
          <a:xfrm>
            <a:off x="11271437" y="6580180"/>
            <a:ext cx="2523761" cy="25199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bg2">
                    <a:lumMod val="25000"/>
                  </a:schemeClr>
                </a:solidFill>
              </a:rPr>
              <a:t>Module Functions</a:t>
            </a:r>
          </a:p>
        </p:txBody>
      </p:sp>
      <p:sp>
        <p:nvSpPr>
          <p:cNvPr id="44" name="Create a visual hierarchy. Help users navigate the page with titles, subtitles, and subsubtitles">
            <a:extLst>
              <a:ext uri="{FF2B5EF4-FFF2-40B4-BE49-F238E27FC236}">
                <a16:creationId xmlns:a16="http://schemas.microsoft.com/office/drawing/2014/main" id="{C57F4D4F-2E8C-CAD3-8575-181C4D0BAF7E}"/>
              </a:ext>
            </a:extLst>
          </p:cNvPr>
          <p:cNvSpPr txBox="1"/>
          <p:nvPr/>
        </p:nvSpPr>
        <p:spPr>
          <a:xfrm>
            <a:off x="11189640" y="3956384"/>
            <a:ext cx="2564002" cy="775003"/>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solidFill>
                  <a:schemeClr val="accent2"/>
                </a:solidFill>
                <a:latin typeface="Source Sans Pro" panose="020B0503030403020204" pitchFamily="34" charset="0"/>
                <a:ea typeface="Source Sans Pro" panose="020B0503030403020204" pitchFamily="34" charset="0"/>
              </a:rPr>
              <a:t>Tables </a:t>
            </a:r>
            <a:r>
              <a:rPr lang="en-US">
                <a:latin typeface="Source Sans Pro" panose="020B0503030403020204" pitchFamily="34" charset="0"/>
                <a:ea typeface="Source Sans Pro" panose="020B0503030403020204" pitchFamily="34" charset="0"/>
              </a:rPr>
              <a:t>can be </a:t>
            </a:r>
            <a:r>
              <a:rPr lang="en-US">
                <a:solidFill>
                  <a:schemeClr val="accent5"/>
                </a:solidFill>
                <a:latin typeface="Source Sans Pro" panose="020B0503030403020204" pitchFamily="34" charset="0"/>
                <a:ea typeface="Source Sans Pro" panose="020B0503030403020204" pitchFamily="34" charset="0"/>
              </a:rPr>
              <a:t>called</a:t>
            </a:r>
            <a:r>
              <a:rPr lang="en-US">
                <a:latin typeface="Source Sans Pro" panose="020B0503030403020204" pitchFamily="34" charset="0"/>
                <a:ea typeface="Source Sans Pro" panose="020B0503030403020204" pitchFamily="34" charset="0"/>
              </a:rPr>
              <a:t> by files outside of a specific module’s scope when two modules with different sources intersect.</a:t>
            </a:r>
            <a:endPar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endParaRPr>
          </a:p>
        </p:txBody>
      </p:sp>
      <p:sp>
        <p:nvSpPr>
          <p:cNvPr id="45" name="Create a visual hierarchy. Help users navigate the page with titles, subtitles, and subsubtitles">
            <a:extLst>
              <a:ext uri="{FF2B5EF4-FFF2-40B4-BE49-F238E27FC236}">
                <a16:creationId xmlns:a16="http://schemas.microsoft.com/office/drawing/2014/main" id="{6D142D99-B479-F7B2-C140-90FA25070E1B}"/>
              </a:ext>
            </a:extLst>
          </p:cNvPr>
          <p:cNvSpPr txBox="1"/>
          <p:nvPr/>
        </p:nvSpPr>
        <p:spPr>
          <a:xfrm>
            <a:off x="11255144" y="6926776"/>
            <a:ext cx="2564002" cy="2731436"/>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4570" tIns="54570" rIns="54570" bIns="54570">
            <a:spAutoFit/>
          </a:bodyPr>
          <a:lstStyle/>
          <a:p>
            <a:r>
              <a:rPr lang="en-US" sz="1000" b="0">
                <a:solidFill>
                  <a:schemeClr val="bg2">
                    <a:lumMod val="10000"/>
                  </a:schemeClr>
                </a:solidFill>
                <a:latin typeface="Source Sans Pro" panose="020B0503030403020204" pitchFamily="34" charset="0"/>
                <a:ea typeface="Source Sans Pro" panose="020B0503030403020204" pitchFamily="34" charset="0"/>
              </a:rPr>
              <a:t>Tables use standardized R data structures. These are not limited to simple tables; they can represent sparse matrices, graph edge lists, and more- all interconnected by key columns.</a:t>
            </a:r>
            <a:br>
              <a:rPr lang="en-US" sz="1000" b="0">
                <a:solidFill>
                  <a:schemeClr val="bg2">
                    <a:lumMod val="10000"/>
                  </a:schemeClr>
                </a:solidFill>
                <a:latin typeface="Source Sans Pro" panose="020B0503030403020204" pitchFamily="34" charset="0"/>
                <a:ea typeface="Source Sans Pro" panose="020B0503030403020204" pitchFamily="34" charset="0"/>
              </a:rPr>
            </a:br>
            <a:br>
              <a:rPr lang="en-US" sz="1000" b="0">
                <a:solidFill>
                  <a:schemeClr val="bg2">
                    <a:lumMod val="10000"/>
                  </a:schemeClr>
                </a:solidFill>
                <a:latin typeface="Source Sans Pro" panose="020B0503030403020204" pitchFamily="34" charset="0"/>
                <a:ea typeface="Source Sans Pro" panose="020B0503030403020204" pitchFamily="34" charset="0"/>
              </a:rPr>
            </a:br>
            <a:r>
              <a:rPr lang="en-US" sz="1000" b="0">
                <a:solidFill>
                  <a:schemeClr val="bg2">
                    <a:lumMod val="10000"/>
                  </a:schemeClr>
                </a:solidFill>
                <a:latin typeface="Source Sans Pro" panose="020B0503030403020204" pitchFamily="34" charset="0"/>
                <a:ea typeface="Source Sans Pro" panose="020B0503030403020204" pitchFamily="34" charset="0"/>
              </a:rPr>
              <a:t>File use R resources-including .</a:t>
            </a:r>
            <a:r>
              <a:rPr lang="en-US" sz="1000" b="0" err="1">
                <a:solidFill>
                  <a:schemeClr val="bg2">
                    <a:lumMod val="10000"/>
                  </a:schemeClr>
                </a:solidFill>
                <a:latin typeface="Source Sans Pro" panose="020B0503030403020204" pitchFamily="34" charset="0"/>
                <a:ea typeface="Source Sans Pro" panose="020B0503030403020204" pitchFamily="34" charset="0"/>
              </a:rPr>
              <a:t>Rmd</a:t>
            </a:r>
            <a:r>
              <a:rPr lang="en-US" sz="1000" b="0">
                <a:solidFill>
                  <a:schemeClr val="bg2">
                    <a:lumMod val="10000"/>
                  </a:schemeClr>
                </a:solidFill>
                <a:latin typeface="Source Sans Pro" panose="020B0503030403020204" pitchFamily="34" charset="0"/>
                <a:ea typeface="Source Sans Pro" panose="020B0503030403020204" pitchFamily="34" charset="0"/>
              </a:rPr>
              <a:t> files, .R scripts, and functions that are internal to a module and operate consistently on standardized internal R tables. </a:t>
            </a:r>
            <a: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t>Example of internal file’s function</a:t>
            </a:r>
            <a:b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br>
            <a:b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br>
            <a:r>
              <a:rPr lang="en-US" sz="1050" err="1"/>
              <a:t>bipartite_graph_projection</a:t>
            </a:r>
            <a:r>
              <a:rPr lang="en-US" sz="1050"/>
              <a:t>()</a:t>
            </a:r>
          </a:p>
          <a:p>
            <a:r>
              <a:rPr lang="en-US" sz="1000" b="0"/>
              <a:t>Performs bipartite projection on multimodal graphs.</a:t>
            </a:r>
            <a:endParaRPr lang="en-US" sz="1050"/>
          </a:p>
          <a:p>
            <a:endParaRPr lang="en-US" sz="1000" b="0">
              <a:solidFill>
                <a:schemeClr val="bg2">
                  <a:lumMod val="10000"/>
                </a:schemeClr>
              </a:solidFill>
              <a:latin typeface="Source Sans Pro" panose="020B0503030403020204" pitchFamily="34" charset="0"/>
              <a:ea typeface="Source Sans Pro" panose="020B0503030403020204" pitchFamily="34" charset="0"/>
            </a:endParaRPr>
          </a:p>
        </p:txBody>
      </p:sp>
      <p:sp>
        <p:nvSpPr>
          <p:cNvPr id="46" name="Manipulate Variables">
            <a:extLst>
              <a:ext uri="{FF2B5EF4-FFF2-40B4-BE49-F238E27FC236}">
                <a16:creationId xmlns:a16="http://schemas.microsoft.com/office/drawing/2014/main" id="{AE410C0C-AF2D-31CB-A1F7-BFE6BCB9FBBC}"/>
              </a:ext>
            </a:extLst>
          </p:cNvPr>
          <p:cNvSpPr txBox="1"/>
          <p:nvPr/>
        </p:nvSpPr>
        <p:spPr>
          <a:xfrm>
            <a:off x="11179341" y="3635595"/>
            <a:ext cx="2583071"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External Tables</a:t>
            </a:r>
            <a:endParaRPr lang="en-US" sz="2500">
              <a:solidFill>
                <a:schemeClr val="tx2"/>
              </a:solidFill>
            </a:endParaRPr>
          </a:p>
        </p:txBody>
      </p:sp>
      <p:sp>
        <p:nvSpPr>
          <p:cNvPr id="58" name="Layout Suggestions">
            <a:extLst>
              <a:ext uri="{FF2B5EF4-FFF2-40B4-BE49-F238E27FC236}">
                <a16:creationId xmlns:a16="http://schemas.microsoft.com/office/drawing/2014/main" id="{2F3D9625-3621-F8F6-A865-7C8734EC4433}"/>
              </a:ext>
            </a:extLst>
          </p:cNvPr>
          <p:cNvSpPr txBox="1"/>
          <p:nvPr/>
        </p:nvSpPr>
        <p:spPr>
          <a:xfrm>
            <a:off x="11193314" y="1937456"/>
            <a:ext cx="240242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Raw Data</a:t>
            </a:r>
          </a:p>
        </p:txBody>
      </p:sp>
      <p:sp>
        <p:nvSpPr>
          <p:cNvPr id="59" name="TextBox 58">
            <a:extLst>
              <a:ext uri="{FF2B5EF4-FFF2-40B4-BE49-F238E27FC236}">
                <a16:creationId xmlns:a16="http://schemas.microsoft.com/office/drawing/2014/main" id="{E2B4E4A7-68EB-A8A4-1528-0BCD7A31AD1C}"/>
              </a:ext>
            </a:extLst>
          </p:cNvPr>
          <p:cNvSpPr txBox="1"/>
          <p:nvPr/>
        </p:nvSpPr>
        <p:spPr>
          <a:xfrm>
            <a:off x="11174830" y="2323567"/>
            <a:ext cx="2635144"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rgbClr val="000000"/>
                </a:solidFill>
                <a:latin typeface="Source Sans Pro" panose="020B0503030403020204" pitchFamily="34" charset="0"/>
                <a:ea typeface="Source Sans Pro" panose="020B0503030403020204" pitchFamily="34" charset="0"/>
              </a:rPr>
              <a:t>Handles diverse raw data formats such as CSV, gitlog, and Mbox from local or network sources, then loads them as initial R structures for standardization. </a:t>
            </a:r>
            <a:r>
              <a:rPr lang="en-US" b="0" dirty="0">
                <a:solidFill>
                  <a:schemeClr val="accent2"/>
                </a:solidFill>
                <a:latin typeface="Source Sans Pro" panose="020B0503030403020204" pitchFamily="34" charset="0"/>
                <a:ea typeface="Source Sans Pro" panose="020B0503030403020204" pitchFamily="34" charset="0"/>
              </a:rPr>
              <a:t>Data</a:t>
            </a:r>
            <a:r>
              <a:rPr lang="en-US" b="0" dirty="0">
                <a:solidFill>
                  <a:srgbClr val="000000"/>
                </a:solidFill>
                <a:latin typeface="Source Sans Pro" panose="020B0503030403020204" pitchFamily="34" charset="0"/>
                <a:ea typeface="Source Sans Pro" panose="020B0503030403020204" pitchFamily="34" charset="0"/>
              </a:rPr>
              <a:t> can exist outside a module when merging multiple sources.</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60" name="Layout Suggestions">
            <a:extLst>
              <a:ext uri="{FF2B5EF4-FFF2-40B4-BE49-F238E27FC236}">
                <a16:creationId xmlns:a16="http://schemas.microsoft.com/office/drawing/2014/main" id="{82FB09ED-A492-6569-DC45-DEFEA66CBA7E}"/>
              </a:ext>
            </a:extLst>
          </p:cNvPr>
          <p:cNvSpPr txBox="1"/>
          <p:nvPr/>
        </p:nvSpPr>
        <p:spPr>
          <a:xfrm>
            <a:off x="304121" y="2442179"/>
            <a:ext cx="2990314"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Connecting Modules</a:t>
            </a:r>
          </a:p>
        </p:txBody>
      </p:sp>
      <p:sp>
        <p:nvSpPr>
          <p:cNvPr id="61" name="TextBox 60">
            <a:extLst>
              <a:ext uri="{FF2B5EF4-FFF2-40B4-BE49-F238E27FC236}">
                <a16:creationId xmlns:a16="http://schemas.microsoft.com/office/drawing/2014/main" id="{76C51AF8-9E5B-C399-9302-A2E3B430C23B}"/>
              </a:ext>
            </a:extLst>
          </p:cNvPr>
          <p:cNvSpPr txBox="1"/>
          <p:nvPr/>
        </p:nvSpPr>
        <p:spPr>
          <a:xfrm>
            <a:off x="295202" y="2653350"/>
            <a:ext cx="2308743" cy="1478273"/>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Tables</a:t>
            </a:r>
            <a:r>
              <a:rPr lang="en-US" b="0" dirty="0">
                <a:solidFill>
                  <a:srgbClr val="000000"/>
                </a:solidFill>
                <a:latin typeface="Source Sans Pro" panose="020B0503030403020204" pitchFamily="34" charset="0"/>
                <a:ea typeface="Source Sans Pro" panose="020B0503030403020204" pitchFamily="34" charset="0"/>
                <a:sym typeface="Source Sans Pro Light"/>
              </a:rPr>
              <a:t> are used as the </a:t>
            </a:r>
            <a:r>
              <a:rPr lang="en-US" dirty="0">
                <a:solidFill>
                  <a:srgbClr val="000000"/>
                </a:solidFill>
                <a:latin typeface="Source Sans Pro" panose="020B0503030403020204" pitchFamily="34" charset="0"/>
                <a:ea typeface="Source Sans Pro" panose="020B0503030403020204" pitchFamily="34" charset="0"/>
                <a:sym typeface="Source Sans Pro Light"/>
              </a:rPr>
              <a:t>sole</a:t>
            </a:r>
            <a:r>
              <a:rPr lang="en-US" b="0" dirty="0">
                <a:solidFill>
                  <a:srgbClr val="000000"/>
                </a:solidFill>
                <a:latin typeface="Source Sans Pro" panose="020B0503030403020204" pitchFamily="34" charset="0"/>
                <a:ea typeface="Source Sans Pro" panose="020B0503030403020204" pitchFamily="34" charset="0"/>
                <a:sym typeface="Source Sans Pro Light"/>
              </a:rPr>
              <a:t> connection between modules. Modules or raw data sources do not interact directly. Modules connect by table’s </a:t>
            </a:r>
            <a:r>
              <a:rPr lang="en-US" b="0" dirty="0">
                <a:solidFill>
                  <a:schemeClr val="accent1">
                    <a:lumMod val="50000"/>
                  </a:schemeClr>
                </a:solidFill>
                <a:latin typeface="Source Sans Pro" panose="020B0503030403020204" pitchFamily="34" charset="0"/>
                <a:ea typeface="Source Sans Pro" panose="020B0503030403020204" pitchFamily="34" charset="0"/>
                <a:sym typeface="Source Sans Pro Light"/>
              </a:rPr>
              <a:t>columns</a:t>
            </a:r>
            <a:r>
              <a:rPr lang="en-US" b="0" dirty="0">
                <a:solidFill>
                  <a:schemeClr val="accent2"/>
                </a:solidFill>
                <a:latin typeface="Source Sans Pro" panose="020B0503030403020204" pitchFamily="34" charset="0"/>
                <a:ea typeface="Source Sans Pro" panose="020B0503030403020204" pitchFamily="34" charset="0"/>
                <a:sym typeface="Source Sans Pro Light"/>
              </a:rPr>
              <a:t> </a:t>
            </a:r>
            <a:r>
              <a:rPr lang="en-US" b="0" dirty="0">
                <a:solidFill>
                  <a:srgbClr val="000000"/>
                </a:solidFill>
                <a:latin typeface="Source Sans Pro" panose="020B0503030403020204" pitchFamily="34" charset="0"/>
                <a:ea typeface="Source Sans Pro" panose="020B0503030403020204" pitchFamily="34" charset="0"/>
                <a:sym typeface="Source Sans Pro Light"/>
              </a:rPr>
              <a:t>- indicated by the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dark blue row </a:t>
            </a:r>
            <a:r>
              <a:rPr lang="en-US" b="0" dirty="0">
                <a:solidFill>
                  <a:srgbClr val="000000"/>
                </a:solidFill>
                <a:latin typeface="Source Sans Pro" panose="020B0503030403020204" pitchFamily="34" charset="0"/>
                <a:ea typeface="Source Sans Pro" panose="020B0503030403020204" pitchFamily="34" charset="0"/>
                <a:sym typeface="Source Sans Pro Light"/>
              </a:rPr>
              <a:t>within a common R data table structure. </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62" name="Layout Suggestions">
            <a:extLst>
              <a:ext uri="{FF2B5EF4-FFF2-40B4-BE49-F238E27FC236}">
                <a16:creationId xmlns:a16="http://schemas.microsoft.com/office/drawing/2014/main" id="{261D17B7-73C6-26CC-FC9F-7C55E35D7CC3}"/>
              </a:ext>
            </a:extLst>
          </p:cNvPr>
          <p:cNvSpPr txBox="1"/>
          <p:nvPr/>
        </p:nvSpPr>
        <p:spPr>
          <a:xfrm>
            <a:off x="11233351" y="4820165"/>
            <a:ext cx="197260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Modules</a:t>
            </a:r>
          </a:p>
        </p:txBody>
      </p:sp>
      <p:sp>
        <p:nvSpPr>
          <p:cNvPr id="63" name="TextBox 62">
            <a:extLst>
              <a:ext uri="{FF2B5EF4-FFF2-40B4-BE49-F238E27FC236}">
                <a16:creationId xmlns:a16="http://schemas.microsoft.com/office/drawing/2014/main" id="{64F7C79A-B654-56B9-3B1B-4F3B51E644EB}"/>
              </a:ext>
            </a:extLst>
          </p:cNvPr>
          <p:cNvSpPr txBox="1"/>
          <p:nvPr/>
        </p:nvSpPr>
        <p:spPr>
          <a:xfrm>
            <a:off x="11216090" y="5201967"/>
            <a:ext cx="2567224"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Reusable containers for R scripts (.R files), functions, and notebooks for a specific source only. They ingest and process standardized tables to generate graphs, metrics, and transformed data for analysis.</a:t>
            </a:r>
          </a:p>
        </p:txBody>
      </p:sp>
      <p:sp>
        <p:nvSpPr>
          <p:cNvPr id="256" name="Layout Suggestions">
            <a:extLst>
              <a:ext uri="{FF2B5EF4-FFF2-40B4-BE49-F238E27FC236}">
                <a16:creationId xmlns:a16="http://schemas.microsoft.com/office/drawing/2014/main" id="{98A3F295-56E9-6C06-D0A8-D15945130A00}"/>
              </a:ext>
            </a:extLst>
          </p:cNvPr>
          <p:cNvSpPr txBox="1"/>
          <p:nvPr/>
        </p:nvSpPr>
        <p:spPr>
          <a:xfrm>
            <a:off x="398137" y="8909853"/>
            <a:ext cx="203853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Notebooks</a:t>
            </a:r>
          </a:p>
        </p:txBody>
      </p:sp>
      <p:sp>
        <p:nvSpPr>
          <p:cNvPr id="257" name="TextBox 256">
            <a:extLst>
              <a:ext uri="{FF2B5EF4-FFF2-40B4-BE49-F238E27FC236}">
                <a16:creationId xmlns:a16="http://schemas.microsoft.com/office/drawing/2014/main" id="{D507C2CB-1228-2896-E270-7963BE7F106C}"/>
              </a:ext>
            </a:extLst>
          </p:cNvPr>
          <p:cNvSpPr txBox="1"/>
          <p:nvPr/>
        </p:nvSpPr>
        <p:spPr>
          <a:xfrm>
            <a:off x="379610" y="9146463"/>
            <a:ext cx="2374466" cy="9796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Acting as the u</a:t>
            </a:r>
            <a:r>
              <a:rPr lang="en-US" b="0" dirty="0">
                <a:solidFill>
                  <a:schemeClr val="bg2">
                    <a:lumMod val="10000"/>
                  </a:schemeClr>
                </a:solidFill>
                <a:latin typeface="Source Sans Pro" panose="020B0503030403020204" pitchFamily="34" charset="0"/>
                <a:ea typeface="Source Sans Pro" panose="020B0503030403020204" pitchFamily="34" charset="0"/>
              </a:rPr>
              <a:t>ser interface. These .</a:t>
            </a:r>
            <a:r>
              <a:rPr lang="en-US" b="0" dirty="0" err="1">
                <a:solidFill>
                  <a:schemeClr val="bg2">
                    <a:lumMod val="10000"/>
                  </a:schemeClr>
                </a:solidFill>
                <a:latin typeface="Source Sans Pro" panose="020B0503030403020204" pitchFamily="34" charset="0"/>
                <a:ea typeface="Source Sans Pro" panose="020B0503030403020204" pitchFamily="34" charset="0"/>
              </a:rPr>
              <a:t>Rmd</a:t>
            </a:r>
            <a:r>
              <a:rPr lang="en-US" b="0" dirty="0">
                <a:solidFill>
                  <a:schemeClr val="bg2">
                    <a:lumMod val="10000"/>
                  </a:schemeClr>
                </a:solidFill>
                <a:latin typeface="Source Sans Pro" panose="020B0503030403020204" pitchFamily="34" charset="0"/>
                <a:ea typeface="Source Sans Pro" panose="020B0503030403020204" pitchFamily="34" charset="0"/>
              </a:rPr>
              <a:t> files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call specific modules- passing and receiving standardized R tables to create final analyses and exports.</a:t>
            </a:r>
            <a:r>
              <a:rPr lang="en-US" b="0" dirty="0">
                <a:solidFill>
                  <a:schemeClr val="bg2">
                    <a:lumMod val="10000"/>
                  </a:schemeClr>
                </a:solidFill>
                <a:latin typeface="Source Sans Pro" panose="020B0503030403020204" pitchFamily="34" charset="0"/>
                <a:ea typeface="Source Sans Pro" panose="020B0503030403020204" pitchFamily="34" charset="0"/>
              </a:rPr>
              <a:t> </a:t>
            </a:r>
          </a:p>
        </p:txBody>
      </p:sp>
      <p:sp>
        <p:nvSpPr>
          <p:cNvPr id="315" name="Create a visual hierarchy. Help users navigate the page with titles, subtitles, and subsubtitles">
            <a:extLst>
              <a:ext uri="{FF2B5EF4-FFF2-40B4-BE49-F238E27FC236}">
                <a16:creationId xmlns:a16="http://schemas.microsoft.com/office/drawing/2014/main" id="{3FFEA389-A84C-0B68-10F5-8D33790E4743}"/>
              </a:ext>
            </a:extLst>
          </p:cNvPr>
          <p:cNvSpPr txBox="1">
            <a:spLocks/>
          </p:cNvSpPr>
          <p:nvPr/>
        </p:nvSpPr>
        <p:spPr>
          <a:xfrm>
            <a:off x="348460" y="5119763"/>
            <a:ext cx="2308743" cy="6088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FontTx/>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sym typeface="Source Sans Pro Light"/>
              </a:rPr>
              <a:t>Downloaders</a:t>
            </a:r>
            <a:r>
              <a:rPr lang="en-US">
                <a:latin typeface="Source Sans Pro" panose="020B0503030403020204" pitchFamily="34" charset="0"/>
                <a:ea typeface="Source Sans Pro" panose="020B0503030403020204" pitchFamily="34" charset="0"/>
                <a:cs typeface="Shruti" panose="020B0502040204020203" pitchFamily="34" charset="0"/>
                <a:sym typeface="Source Sans Pro Light"/>
              </a:rPr>
              <a:t>: Loads the raw data into the module by call of the notebook.</a:t>
            </a:r>
            <a:endParaRPr lang="en-US">
              <a:latin typeface="Source Sans Pro" panose="020B0503030403020204" pitchFamily="34" charset="0"/>
              <a:ea typeface="Source Sans Pro" panose="020B0503030403020204" pitchFamily="34" charset="0"/>
              <a:cs typeface="Shruti" panose="020B0502040204020203" pitchFamily="34" charset="0"/>
            </a:endParaRPr>
          </a:p>
        </p:txBody>
      </p:sp>
      <p:sp>
        <p:nvSpPr>
          <p:cNvPr id="316" name="Create a visual hierarchy. Help users navigate the page with titles, subtitles, and subsubtitles">
            <a:extLst>
              <a:ext uri="{FF2B5EF4-FFF2-40B4-BE49-F238E27FC236}">
                <a16:creationId xmlns:a16="http://schemas.microsoft.com/office/drawing/2014/main" id="{D00CF179-0964-BFA0-7D2C-607BF5CBDA35}"/>
              </a:ext>
            </a:extLst>
          </p:cNvPr>
          <p:cNvSpPr txBox="1">
            <a:spLocks/>
          </p:cNvSpPr>
          <p:nvPr/>
        </p:nvSpPr>
        <p:spPr>
          <a:xfrm>
            <a:off x="359284" y="5572130"/>
            <a:ext cx="2324095" cy="9412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Parsers</a:t>
            </a:r>
            <a:r>
              <a:rPr lang="en-US">
                <a:latin typeface="Source Sans Pro" panose="020B0503030403020204" pitchFamily="34" charset="0"/>
                <a:ea typeface="Source Sans Pro" panose="020B0503030403020204" pitchFamily="34" charset="0"/>
                <a:cs typeface="Shruti" panose="020B0502040204020203" pitchFamily="34" charset="0"/>
              </a:rPr>
              <a:t>: Automatically normalize diverse raw sources into uniform, structured R tables that are reusable across multiple transformations.</a:t>
            </a:r>
          </a:p>
        </p:txBody>
      </p:sp>
      <p:sp>
        <p:nvSpPr>
          <p:cNvPr id="317" name="Create a visual hierarchy. Help users navigate the page with titles, subtitles, and subsubtitles">
            <a:extLst>
              <a:ext uri="{FF2B5EF4-FFF2-40B4-BE49-F238E27FC236}">
                <a16:creationId xmlns:a16="http://schemas.microsoft.com/office/drawing/2014/main" id="{A76107E6-7DD9-ACE9-0379-F5C66DA1AB94}"/>
              </a:ext>
            </a:extLst>
          </p:cNvPr>
          <p:cNvSpPr txBox="1">
            <a:spLocks/>
          </p:cNvSpPr>
          <p:nvPr/>
        </p:nvSpPr>
        <p:spPr>
          <a:xfrm>
            <a:off x="317687" y="7150766"/>
            <a:ext cx="2227587" cy="6088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Executable</a:t>
            </a:r>
            <a:r>
              <a:rPr lang="en-US">
                <a:latin typeface="Source Sans Pro" panose="020B0503030403020204" pitchFamily="34" charset="0"/>
                <a:ea typeface="Source Sans Pro" panose="020B0503030403020204" pitchFamily="34" charset="0"/>
                <a:cs typeface="Shruti" panose="020B0502040204020203" pitchFamily="34" charset="0"/>
                <a:sym typeface="Source Sans Pro Light"/>
              </a:rPr>
              <a:t>: Output final data and analytical results directly to the terminal or console.</a:t>
            </a:r>
            <a:endParaRPr lang="en-US">
              <a:latin typeface="Source Sans Pro" panose="020B0503030403020204" pitchFamily="34" charset="0"/>
              <a:ea typeface="Source Sans Pro" panose="020B0503030403020204" pitchFamily="34" charset="0"/>
              <a:cs typeface="Shruti" panose="020B0502040204020203" pitchFamily="34" charset="0"/>
            </a:endParaRPr>
          </a:p>
        </p:txBody>
      </p:sp>
      <p:sp>
        <p:nvSpPr>
          <p:cNvPr id="318" name="Create a visual hierarchy. Help users navigate the page with titles, subtitles, and subsubtitles">
            <a:extLst>
              <a:ext uri="{FF2B5EF4-FFF2-40B4-BE49-F238E27FC236}">
                <a16:creationId xmlns:a16="http://schemas.microsoft.com/office/drawing/2014/main" id="{E5571F51-6111-5C6C-76F5-476BEAFBF10D}"/>
              </a:ext>
            </a:extLst>
          </p:cNvPr>
          <p:cNvSpPr txBox="1">
            <a:spLocks/>
          </p:cNvSpPr>
          <p:nvPr/>
        </p:nvSpPr>
        <p:spPr>
          <a:xfrm>
            <a:off x="355308" y="6317198"/>
            <a:ext cx="2313467" cy="9412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Transformations</a:t>
            </a:r>
            <a:r>
              <a:rPr lang="en-US">
                <a:latin typeface="Source Sans Pro" panose="020B0503030403020204" pitchFamily="34" charset="0"/>
                <a:ea typeface="Source Sans Pro" panose="020B0503030403020204" pitchFamily="34" charset="0"/>
                <a:cs typeface="Shruti" panose="020B0502040204020203" pitchFamily="34" charset="0"/>
              </a:rPr>
              <a:t>: utilize functions-such as bipartite, temporal, and multimodal-to reshape tables into nodes, edges, and complex relationships.</a:t>
            </a:r>
            <a:endParaRPr lang="en-US">
              <a:latin typeface="Source Sans Pro" panose="020B0503030403020204" pitchFamily="34" charset="0"/>
              <a:ea typeface="Source Sans Pro" panose="020B0503030403020204" pitchFamily="34" charset="0"/>
              <a:cs typeface="Shruti" panose="020B0502040204020203" pitchFamily="34" charset="0"/>
              <a:sym typeface="Source Sans Pro Light"/>
            </a:endParaRPr>
          </a:p>
        </p:txBody>
      </p:sp>
      <p:graphicFrame>
        <p:nvGraphicFramePr>
          <p:cNvPr id="311" name="Table">
            <a:extLst>
              <a:ext uri="{FF2B5EF4-FFF2-40B4-BE49-F238E27FC236}">
                <a16:creationId xmlns:a16="http://schemas.microsoft.com/office/drawing/2014/main" id="{47AFE132-7CF7-51DC-00AC-77D50541DB33}"/>
              </a:ext>
            </a:extLst>
          </p:cNvPr>
          <p:cNvGraphicFramePr/>
          <p:nvPr/>
        </p:nvGraphicFramePr>
        <p:xfrm>
          <a:off x="452563" y="4220153"/>
          <a:ext cx="449721" cy="426720"/>
        </p:xfrm>
        <a:graphic>
          <a:graphicData uri="http://schemas.openxmlformats.org/drawingml/2006/table">
            <a:tbl>
              <a:tblPr firstRow="1">
                <a:tableStyleId>{4C3C2611-4C71-4FC5-86AE-919BDF0F9419}</a:tableStyleId>
              </a:tblPr>
              <a:tblGrid>
                <a:gridCol w="176632">
                  <a:extLst>
                    <a:ext uri="{9D8B030D-6E8A-4147-A177-3AD203B41FA5}">
                      <a16:colId xmlns:a16="http://schemas.microsoft.com/office/drawing/2014/main" val="20000"/>
                    </a:ext>
                  </a:extLst>
                </a:gridCol>
                <a:gridCol w="123182">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5582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aphicFrame>
        <p:nvGraphicFramePr>
          <p:cNvPr id="314" name="Table">
            <a:extLst>
              <a:ext uri="{FF2B5EF4-FFF2-40B4-BE49-F238E27FC236}">
                <a16:creationId xmlns:a16="http://schemas.microsoft.com/office/drawing/2014/main" id="{7546A899-98EB-5F03-91B4-CCDC3462AC38}"/>
              </a:ext>
            </a:extLst>
          </p:cNvPr>
          <p:cNvGraphicFramePr/>
          <p:nvPr/>
        </p:nvGraphicFramePr>
        <p:xfrm>
          <a:off x="2131386" y="4208461"/>
          <a:ext cx="306944" cy="42672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5833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pic>
        <p:nvPicPr>
          <p:cNvPr id="348" name="Graphic 347" descr="Paper outline">
            <a:extLst>
              <a:ext uri="{FF2B5EF4-FFF2-40B4-BE49-F238E27FC236}">
                <a16:creationId xmlns:a16="http://schemas.microsoft.com/office/drawing/2014/main" id="{AB0E26E7-580A-8F43-73F8-792E56F6997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0122" y="8108102"/>
            <a:ext cx="486868" cy="459104"/>
          </a:xfrm>
          <a:prstGeom prst="rect">
            <a:avLst/>
          </a:prstGeom>
        </p:spPr>
      </p:pic>
      <p:pic>
        <p:nvPicPr>
          <p:cNvPr id="349" name="Graphic 348" descr="Paper outline">
            <a:extLst>
              <a:ext uri="{FF2B5EF4-FFF2-40B4-BE49-F238E27FC236}">
                <a16:creationId xmlns:a16="http://schemas.microsoft.com/office/drawing/2014/main" id="{7B89A062-759A-955C-E42D-71DAC70EE3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3873" y="8105768"/>
            <a:ext cx="486868" cy="459104"/>
          </a:xfrm>
          <a:prstGeom prst="rect">
            <a:avLst/>
          </a:prstGeom>
        </p:spPr>
      </p:pic>
      <p:pic>
        <p:nvPicPr>
          <p:cNvPr id="350" name="Graphic 349" descr="Paper outline">
            <a:extLst>
              <a:ext uri="{FF2B5EF4-FFF2-40B4-BE49-F238E27FC236}">
                <a16:creationId xmlns:a16="http://schemas.microsoft.com/office/drawing/2014/main" id="{36B63468-0562-52EC-7B25-9EBC43CF6C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04376" y="8108577"/>
            <a:ext cx="486868" cy="459104"/>
          </a:xfrm>
          <a:prstGeom prst="rect">
            <a:avLst/>
          </a:prstGeom>
        </p:spPr>
      </p:pic>
      <p:pic>
        <p:nvPicPr>
          <p:cNvPr id="351" name="Graphic 350" descr="Paper outline">
            <a:extLst>
              <a:ext uri="{FF2B5EF4-FFF2-40B4-BE49-F238E27FC236}">
                <a16:creationId xmlns:a16="http://schemas.microsoft.com/office/drawing/2014/main" id="{5A1CDE4F-AA40-7050-9DCA-801EE8E6D7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74063" y="8112531"/>
            <a:ext cx="486868" cy="459104"/>
          </a:xfrm>
          <a:prstGeom prst="rect">
            <a:avLst/>
          </a:prstGeom>
        </p:spPr>
      </p:pic>
      <p:pic>
        <p:nvPicPr>
          <p:cNvPr id="352" name="Graphic 351" descr="Paper outline">
            <a:extLst>
              <a:ext uri="{FF2B5EF4-FFF2-40B4-BE49-F238E27FC236}">
                <a16:creationId xmlns:a16="http://schemas.microsoft.com/office/drawing/2014/main" id="{76EDEA62-EFF1-458A-A820-D9B0D8FA51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033681" y="8109313"/>
            <a:ext cx="486868" cy="459104"/>
          </a:xfrm>
          <a:prstGeom prst="rect">
            <a:avLst/>
          </a:prstGeom>
        </p:spPr>
      </p:pic>
      <p:sp>
        <p:nvSpPr>
          <p:cNvPr id="353" name="TextBox 352">
            <a:extLst>
              <a:ext uri="{FF2B5EF4-FFF2-40B4-BE49-F238E27FC236}">
                <a16:creationId xmlns:a16="http://schemas.microsoft.com/office/drawing/2014/main" id="{799130E1-8E86-FE28-A8ED-39BD10637B33}"/>
              </a:ext>
            </a:extLst>
          </p:cNvPr>
          <p:cNvSpPr txBox="1"/>
          <p:nvPr/>
        </p:nvSpPr>
        <p:spPr>
          <a:xfrm>
            <a:off x="909619" y="7812782"/>
            <a:ext cx="69142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Downloaders</a:t>
            </a:r>
            <a:endParaRPr kumimoji="0" lang="en-US" sz="800" b="0" i="0" u="none" strike="noStrike" cap="none" spc="0" normalizeH="0" baseline="0">
              <a:ln>
                <a:noFill/>
              </a:ln>
              <a:solidFill>
                <a:srgbClr val="4C4C4C"/>
              </a:solidFill>
              <a:effectLst/>
              <a:uFillTx/>
              <a:sym typeface="Source Sans Pro"/>
            </a:endParaRPr>
          </a:p>
        </p:txBody>
      </p:sp>
      <p:sp>
        <p:nvSpPr>
          <p:cNvPr id="354" name="TextBox 353">
            <a:extLst>
              <a:ext uri="{FF2B5EF4-FFF2-40B4-BE49-F238E27FC236}">
                <a16:creationId xmlns:a16="http://schemas.microsoft.com/office/drawing/2014/main" id="{73C27086-FE95-AE27-7A3C-4EE68FAC76EB}"/>
              </a:ext>
            </a:extLst>
          </p:cNvPr>
          <p:cNvSpPr txBox="1"/>
          <p:nvPr/>
        </p:nvSpPr>
        <p:spPr>
          <a:xfrm>
            <a:off x="1732036" y="7812782"/>
            <a:ext cx="44035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Parsers</a:t>
            </a:r>
            <a:endParaRPr kumimoji="0" lang="en-US" sz="800" b="0" i="0" u="none" strike="noStrike" cap="none" spc="0" normalizeH="0" baseline="0">
              <a:ln>
                <a:noFill/>
              </a:ln>
              <a:solidFill>
                <a:srgbClr val="4C4C4C"/>
              </a:solidFill>
              <a:effectLst/>
              <a:uFillTx/>
              <a:sym typeface="Source Sans Pro"/>
            </a:endParaRPr>
          </a:p>
        </p:txBody>
      </p:sp>
      <p:sp>
        <p:nvSpPr>
          <p:cNvPr id="355" name="TextBox 354">
            <a:extLst>
              <a:ext uri="{FF2B5EF4-FFF2-40B4-BE49-F238E27FC236}">
                <a16:creationId xmlns:a16="http://schemas.microsoft.com/office/drawing/2014/main" id="{0BFE4381-7CFB-94CD-2733-F7FDCFC9195F}"/>
              </a:ext>
            </a:extLst>
          </p:cNvPr>
          <p:cNvSpPr txBox="1"/>
          <p:nvPr/>
        </p:nvSpPr>
        <p:spPr>
          <a:xfrm>
            <a:off x="2198485" y="7816893"/>
            <a:ext cx="709505"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Transformers</a:t>
            </a:r>
            <a:endParaRPr kumimoji="0" lang="en-US" sz="800" b="0" i="0" u="none" strike="noStrike" cap="none" spc="0" normalizeH="0" baseline="0">
              <a:ln>
                <a:noFill/>
              </a:ln>
              <a:solidFill>
                <a:srgbClr val="4C4C4C"/>
              </a:solidFill>
              <a:effectLst/>
              <a:uFillTx/>
              <a:sym typeface="Source Sans Pro"/>
            </a:endParaRPr>
          </a:p>
        </p:txBody>
      </p:sp>
      <p:sp>
        <p:nvSpPr>
          <p:cNvPr id="358" name="TextBox 357">
            <a:extLst>
              <a:ext uri="{FF2B5EF4-FFF2-40B4-BE49-F238E27FC236}">
                <a16:creationId xmlns:a16="http://schemas.microsoft.com/office/drawing/2014/main" id="{B7836AE0-1375-23B8-A15A-9F727631F3E0}"/>
              </a:ext>
            </a:extLst>
          </p:cNvPr>
          <p:cNvSpPr txBox="1"/>
          <p:nvPr/>
        </p:nvSpPr>
        <p:spPr>
          <a:xfrm>
            <a:off x="2949412" y="7822584"/>
            <a:ext cx="64330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Executable</a:t>
            </a:r>
            <a:endParaRPr kumimoji="0" lang="en-US" sz="800" b="0" i="0" u="none" strike="noStrike" cap="none" spc="0" normalizeH="0" baseline="0">
              <a:ln>
                <a:noFill/>
              </a:ln>
              <a:solidFill>
                <a:srgbClr val="4C4C4C"/>
              </a:solidFill>
              <a:effectLst/>
              <a:uFillTx/>
              <a:sym typeface="Source Sans Pro"/>
            </a:endParaRPr>
          </a:p>
        </p:txBody>
      </p:sp>
      <p:sp>
        <p:nvSpPr>
          <p:cNvPr id="360" name="TextBox 359">
            <a:extLst>
              <a:ext uri="{FF2B5EF4-FFF2-40B4-BE49-F238E27FC236}">
                <a16:creationId xmlns:a16="http://schemas.microsoft.com/office/drawing/2014/main" id="{ED0A3E22-4484-2542-A74C-D12762FAFA2E}"/>
              </a:ext>
            </a:extLst>
          </p:cNvPr>
          <p:cNvSpPr txBox="1"/>
          <p:nvPr/>
        </p:nvSpPr>
        <p:spPr>
          <a:xfrm>
            <a:off x="265729" y="7807195"/>
            <a:ext cx="67087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N</a:t>
            </a:r>
            <a:r>
              <a:rPr kumimoji="0" lang="en-US" sz="800" b="0" i="0" u="none" strike="noStrike" cap="none" spc="0" normalizeH="0" baseline="0">
                <a:ln>
                  <a:noFill/>
                </a:ln>
                <a:solidFill>
                  <a:srgbClr val="4C4C4C"/>
                </a:solidFill>
                <a:effectLst/>
                <a:uFillTx/>
                <a:sym typeface="Source Sans Pro"/>
              </a:rPr>
              <a:t>otebook</a:t>
            </a:r>
          </a:p>
        </p:txBody>
      </p:sp>
      <p:cxnSp>
        <p:nvCxnSpPr>
          <p:cNvPr id="361" name="Connector: Elbow 360">
            <a:extLst>
              <a:ext uri="{FF2B5EF4-FFF2-40B4-BE49-F238E27FC236}">
                <a16:creationId xmlns:a16="http://schemas.microsoft.com/office/drawing/2014/main" id="{BF8BD811-F516-77C5-3246-282E2F3A5EEA}"/>
              </a:ext>
            </a:extLst>
          </p:cNvPr>
          <p:cNvCxnSpPr>
            <a:cxnSpLocks/>
            <a:stCxn id="348" idx="3"/>
            <a:endCxn id="349" idx="1"/>
          </p:cNvCxnSpPr>
          <p:nvPr/>
        </p:nvCxnSpPr>
        <p:spPr>
          <a:xfrm flipV="1">
            <a:off x="876990" y="8335320"/>
            <a:ext cx="156883" cy="233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5" name="Connector: Elbow 364">
            <a:extLst>
              <a:ext uri="{FF2B5EF4-FFF2-40B4-BE49-F238E27FC236}">
                <a16:creationId xmlns:a16="http://schemas.microsoft.com/office/drawing/2014/main" id="{542D3647-BB90-3F53-A2CB-13A56A84F8DF}"/>
              </a:ext>
            </a:extLst>
          </p:cNvPr>
          <p:cNvCxnSpPr>
            <a:cxnSpLocks/>
            <a:stCxn id="349" idx="3"/>
            <a:endCxn id="350" idx="1"/>
          </p:cNvCxnSpPr>
          <p:nvPr/>
        </p:nvCxnSpPr>
        <p:spPr>
          <a:xfrm>
            <a:off x="1520741" y="8335320"/>
            <a:ext cx="183635" cy="2809"/>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0" name="Connector: Elbow 369">
            <a:extLst>
              <a:ext uri="{FF2B5EF4-FFF2-40B4-BE49-F238E27FC236}">
                <a16:creationId xmlns:a16="http://schemas.microsoft.com/office/drawing/2014/main" id="{B03D39A7-98E0-8207-B96D-3BC4C96B4CFE}"/>
              </a:ext>
            </a:extLst>
          </p:cNvPr>
          <p:cNvCxnSpPr>
            <a:cxnSpLocks/>
            <a:stCxn id="350" idx="3"/>
            <a:endCxn id="351" idx="1"/>
          </p:cNvCxnSpPr>
          <p:nvPr/>
        </p:nvCxnSpPr>
        <p:spPr>
          <a:xfrm>
            <a:off x="2191244" y="8338129"/>
            <a:ext cx="182819" cy="395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5" name="Connector: Elbow 374">
            <a:extLst>
              <a:ext uri="{FF2B5EF4-FFF2-40B4-BE49-F238E27FC236}">
                <a16:creationId xmlns:a16="http://schemas.microsoft.com/office/drawing/2014/main" id="{8F51BCC0-185D-BC88-EC31-6E21A757479B}"/>
              </a:ext>
            </a:extLst>
          </p:cNvPr>
          <p:cNvCxnSpPr>
            <a:cxnSpLocks/>
            <a:stCxn id="351" idx="3"/>
            <a:endCxn id="352" idx="1"/>
          </p:cNvCxnSpPr>
          <p:nvPr/>
        </p:nvCxnSpPr>
        <p:spPr>
          <a:xfrm flipV="1">
            <a:off x="2860931" y="8338865"/>
            <a:ext cx="172750" cy="3218"/>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8" name="Connector: Elbow 377">
            <a:extLst>
              <a:ext uri="{FF2B5EF4-FFF2-40B4-BE49-F238E27FC236}">
                <a16:creationId xmlns:a16="http://schemas.microsoft.com/office/drawing/2014/main" id="{6447CA5A-0120-6570-F271-769843281DFF}"/>
              </a:ext>
            </a:extLst>
          </p:cNvPr>
          <p:cNvCxnSpPr>
            <a:cxnSpLocks/>
            <a:stCxn id="352" idx="2"/>
            <a:endCxn id="348" idx="2"/>
          </p:cNvCxnSpPr>
          <p:nvPr/>
        </p:nvCxnSpPr>
        <p:spPr>
          <a:xfrm rot="5400000" flipH="1">
            <a:off x="1954730" y="7246033"/>
            <a:ext cx="1211" cy="2643559"/>
          </a:xfrm>
          <a:prstGeom prst="bentConnector3">
            <a:avLst>
              <a:gd name="adj1" fmla="val -13105615"/>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aphicFrame>
        <p:nvGraphicFramePr>
          <p:cNvPr id="416" name="Table">
            <a:extLst>
              <a:ext uri="{FF2B5EF4-FFF2-40B4-BE49-F238E27FC236}">
                <a16:creationId xmlns:a16="http://schemas.microsoft.com/office/drawing/2014/main" id="{AD4248F3-110F-7935-CE47-46304E7D9211}"/>
              </a:ext>
            </a:extLst>
          </p:cNvPr>
          <p:cNvGraphicFramePr/>
          <p:nvPr/>
        </p:nvGraphicFramePr>
        <p:xfrm>
          <a:off x="11339485" y="9571508"/>
          <a:ext cx="583752" cy="426720"/>
        </p:xfrm>
        <a:graphic>
          <a:graphicData uri="http://schemas.openxmlformats.org/drawingml/2006/table">
            <a:tbl>
              <a:tblPr firstRow="1">
                <a:tableStyleId>{4C3C2611-4C71-4FC5-86AE-919BDF0F9419}</a:tableStyleId>
              </a:tblPr>
              <a:tblGrid>
                <a:gridCol w="145938">
                  <a:extLst>
                    <a:ext uri="{9D8B030D-6E8A-4147-A177-3AD203B41FA5}">
                      <a16:colId xmlns:a16="http://schemas.microsoft.com/office/drawing/2014/main" val="20000"/>
                    </a:ext>
                  </a:extLst>
                </a:gridCol>
                <a:gridCol w="145938">
                  <a:extLst>
                    <a:ext uri="{9D8B030D-6E8A-4147-A177-3AD203B41FA5}">
                      <a16:colId xmlns:a16="http://schemas.microsoft.com/office/drawing/2014/main" val="20001"/>
                    </a:ext>
                  </a:extLst>
                </a:gridCol>
                <a:gridCol w="143419">
                  <a:extLst>
                    <a:ext uri="{9D8B030D-6E8A-4147-A177-3AD203B41FA5}">
                      <a16:colId xmlns:a16="http://schemas.microsoft.com/office/drawing/2014/main" val="4215651073"/>
                    </a:ext>
                  </a:extLst>
                </a:gridCol>
                <a:gridCol w="148457">
                  <a:extLst>
                    <a:ext uri="{9D8B030D-6E8A-4147-A177-3AD203B41FA5}">
                      <a16:colId xmlns:a16="http://schemas.microsoft.com/office/drawing/2014/main" val="2693890572"/>
                    </a:ext>
                  </a:extLst>
                </a:gridCol>
              </a:tblGrid>
              <a:tr h="55826">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417" name="Google Shape;156;p1">
            <a:extLst>
              <a:ext uri="{FF2B5EF4-FFF2-40B4-BE49-F238E27FC236}">
                <a16:creationId xmlns:a16="http://schemas.microsoft.com/office/drawing/2014/main" id="{FA16EF0C-4E18-4357-E697-455C401D86AE}"/>
              </a:ext>
            </a:extLst>
          </p:cNvPr>
          <p:cNvGrpSpPr/>
          <p:nvPr/>
        </p:nvGrpSpPr>
        <p:grpSpPr>
          <a:xfrm>
            <a:off x="12421243" y="9388178"/>
            <a:ext cx="1319179" cy="746313"/>
            <a:chOff x="10592773" y="5229745"/>
            <a:chExt cx="3298954" cy="1741391"/>
          </a:xfrm>
        </p:grpSpPr>
        <p:sp>
          <p:nvSpPr>
            <p:cNvPr id="418" name="Google Shape;157;p1">
              <a:extLst>
                <a:ext uri="{FF2B5EF4-FFF2-40B4-BE49-F238E27FC236}">
                  <a16:creationId xmlns:a16="http://schemas.microsoft.com/office/drawing/2014/main" id="{10D42D41-A9DC-8A76-6992-369450B0EF22}"/>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19" name="Google Shape;158;p1">
              <a:extLst>
                <a:ext uri="{FF2B5EF4-FFF2-40B4-BE49-F238E27FC236}">
                  <a16:creationId xmlns:a16="http://schemas.microsoft.com/office/drawing/2014/main" id="{B140F5C6-3369-F696-99EF-87CA468B7AB8}"/>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0" name="Google Shape;159;p1">
              <a:extLst>
                <a:ext uri="{FF2B5EF4-FFF2-40B4-BE49-F238E27FC236}">
                  <a16:creationId xmlns:a16="http://schemas.microsoft.com/office/drawing/2014/main" id="{411194F0-5818-6FC5-3777-106934ABB41F}"/>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1" name="Google Shape;160;p1">
              <a:extLst>
                <a:ext uri="{FF2B5EF4-FFF2-40B4-BE49-F238E27FC236}">
                  <a16:creationId xmlns:a16="http://schemas.microsoft.com/office/drawing/2014/main" id="{4E94E2A6-F542-EAB0-6AF0-42524A0B9F9B}"/>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2" name="Google Shape;161;p1">
              <a:extLst>
                <a:ext uri="{FF2B5EF4-FFF2-40B4-BE49-F238E27FC236}">
                  <a16:creationId xmlns:a16="http://schemas.microsoft.com/office/drawing/2014/main" id="{5F5FAF47-0ED2-B265-B528-ECA6A5419010}"/>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3" name="Google Shape;162;p1">
              <a:extLst>
                <a:ext uri="{FF2B5EF4-FFF2-40B4-BE49-F238E27FC236}">
                  <a16:creationId xmlns:a16="http://schemas.microsoft.com/office/drawing/2014/main" id="{C1F7CC97-D951-1FF2-3A0B-55626DBACB32}"/>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4" name="Google Shape;163;p1">
              <a:extLst>
                <a:ext uri="{FF2B5EF4-FFF2-40B4-BE49-F238E27FC236}">
                  <a16:creationId xmlns:a16="http://schemas.microsoft.com/office/drawing/2014/main" id="{C51CB915-4E4D-A61D-C9FD-16E20FFBC70B}"/>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5" name="Google Shape;164;p1">
              <a:extLst>
                <a:ext uri="{FF2B5EF4-FFF2-40B4-BE49-F238E27FC236}">
                  <a16:creationId xmlns:a16="http://schemas.microsoft.com/office/drawing/2014/main" id="{8A1ECCE8-3997-3FCC-E0CA-A6FD2EC3808A}"/>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6" name="Google Shape;165;p1">
              <a:extLst>
                <a:ext uri="{FF2B5EF4-FFF2-40B4-BE49-F238E27FC236}">
                  <a16:creationId xmlns:a16="http://schemas.microsoft.com/office/drawing/2014/main" id="{60BD64B5-8854-705A-6E93-D89B6FAFA44B}"/>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7" name="Google Shape;166;p1">
              <a:extLst>
                <a:ext uri="{FF2B5EF4-FFF2-40B4-BE49-F238E27FC236}">
                  <a16:creationId xmlns:a16="http://schemas.microsoft.com/office/drawing/2014/main" id="{6539EE5E-F65B-C51A-6851-C8DE07F738A9}"/>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8" name="Google Shape;167;p1">
              <a:extLst>
                <a:ext uri="{FF2B5EF4-FFF2-40B4-BE49-F238E27FC236}">
                  <a16:creationId xmlns:a16="http://schemas.microsoft.com/office/drawing/2014/main" id="{68A808EB-8907-494B-0C2B-F63F2F9B71B4}"/>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9" name="Google Shape;168;p1">
              <a:extLst>
                <a:ext uri="{FF2B5EF4-FFF2-40B4-BE49-F238E27FC236}">
                  <a16:creationId xmlns:a16="http://schemas.microsoft.com/office/drawing/2014/main" id="{159F92A8-E5F7-205B-0C1D-F55B0245F125}"/>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0" name="Google Shape;169;p1">
              <a:extLst>
                <a:ext uri="{FF2B5EF4-FFF2-40B4-BE49-F238E27FC236}">
                  <a16:creationId xmlns:a16="http://schemas.microsoft.com/office/drawing/2014/main" id="{8BA66BF1-254A-4EF1-E16F-F4FA911AE518}"/>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1" name="Google Shape;170;p1">
              <a:extLst>
                <a:ext uri="{FF2B5EF4-FFF2-40B4-BE49-F238E27FC236}">
                  <a16:creationId xmlns:a16="http://schemas.microsoft.com/office/drawing/2014/main" id="{6E0F21C5-0D9A-D5AA-873C-206EBCDFE678}"/>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2" name="Google Shape;171;p1">
              <a:extLst>
                <a:ext uri="{FF2B5EF4-FFF2-40B4-BE49-F238E27FC236}">
                  <a16:creationId xmlns:a16="http://schemas.microsoft.com/office/drawing/2014/main" id="{445A98E9-5E89-3C85-E7E7-0CCEB2DD580B}"/>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33" name="Google Shape;172;p1">
              <a:extLst>
                <a:ext uri="{FF2B5EF4-FFF2-40B4-BE49-F238E27FC236}">
                  <a16:creationId xmlns:a16="http://schemas.microsoft.com/office/drawing/2014/main" id="{FB3A45B7-42B6-4A12-54FC-9F088DB5B67F}"/>
                </a:ext>
              </a:extLst>
            </p:cNvPr>
            <p:cNvCxnSpPr>
              <a:stCxn id="418" idx="2"/>
              <a:endCxn id="427"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434" name="Google Shape;173;p1">
              <a:extLst>
                <a:ext uri="{FF2B5EF4-FFF2-40B4-BE49-F238E27FC236}">
                  <a16:creationId xmlns:a16="http://schemas.microsoft.com/office/drawing/2014/main" id="{1E557FBD-4CA4-0DC6-B8E4-657FCC6251C0}"/>
                </a:ext>
              </a:extLst>
            </p:cNvPr>
            <p:cNvCxnSpPr>
              <a:stCxn id="427" idx="2"/>
              <a:endCxn id="445"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435" name="Google Shape;175;p1">
              <a:extLst>
                <a:ext uri="{FF2B5EF4-FFF2-40B4-BE49-F238E27FC236}">
                  <a16:creationId xmlns:a16="http://schemas.microsoft.com/office/drawing/2014/main" id="{012AD22A-3630-072A-3702-B8CC0534C2F6}"/>
                </a:ext>
              </a:extLst>
            </p:cNvPr>
            <p:cNvCxnSpPr>
              <a:stCxn id="432" idx="1"/>
              <a:endCxn id="442"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436" name="Google Shape;177;p1">
              <a:extLst>
                <a:ext uri="{FF2B5EF4-FFF2-40B4-BE49-F238E27FC236}">
                  <a16:creationId xmlns:a16="http://schemas.microsoft.com/office/drawing/2014/main" id="{AB0D68CD-949E-D9AA-8029-17FED41CF042}"/>
                </a:ext>
              </a:extLst>
            </p:cNvPr>
            <p:cNvCxnSpPr>
              <a:stCxn id="432" idx="2"/>
              <a:endCxn id="43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437" name="Google Shape;178;p1">
              <a:extLst>
                <a:ext uri="{FF2B5EF4-FFF2-40B4-BE49-F238E27FC236}">
                  <a16:creationId xmlns:a16="http://schemas.microsoft.com/office/drawing/2014/main" id="{1E3B0CF3-B7D4-E26A-0503-3B8F31801A27}"/>
                </a:ext>
              </a:extLst>
            </p:cNvPr>
            <p:cNvCxnSpPr>
              <a:stCxn id="431" idx="2"/>
              <a:endCxn id="430"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438" name="Google Shape;179;p1">
              <a:extLst>
                <a:ext uri="{FF2B5EF4-FFF2-40B4-BE49-F238E27FC236}">
                  <a16:creationId xmlns:a16="http://schemas.microsoft.com/office/drawing/2014/main" id="{CE7C9712-2AD8-D2D3-AE96-0F777409D2B7}"/>
                </a:ext>
              </a:extLst>
            </p:cNvPr>
            <p:cNvCxnSpPr>
              <a:stCxn id="442" idx="2"/>
              <a:endCxn id="428"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439" name="Google Shape;180;p1">
              <a:extLst>
                <a:ext uri="{FF2B5EF4-FFF2-40B4-BE49-F238E27FC236}">
                  <a16:creationId xmlns:a16="http://schemas.microsoft.com/office/drawing/2014/main" id="{5C2497E1-EA87-065F-12D0-01B9F5A587CE}"/>
                </a:ext>
              </a:extLst>
            </p:cNvPr>
            <p:cNvCxnSpPr>
              <a:stCxn id="427" idx="1"/>
              <a:endCxn id="42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440" name="Google Shape;181;p1">
              <a:extLst>
                <a:ext uri="{FF2B5EF4-FFF2-40B4-BE49-F238E27FC236}">
                  <a16:creationId xmlns:a16="http://schemas.microsoft.com/office/drawing/2014/main" id="{02A49899-878E-37E4-89C2-A7ACFD6CB55C}"/>
                </a:ext>
              </a:extLst>
            </p:cNvPr>
            <p:cNvCxnSpPr>
              <a:stCxn id="455" idx="2"/>
              <a:endCxn id="442"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441" name="Google Shape;183;p1">
              <a:extLst>
                <a:ext uri="{FF2B5EF4-FFF2-40B4-BE49-F238E27FC236}">
                  <a16:creationId xmlns:a16="http://schemas.microsoft.com/office/drawing/2014/main" id="{823999E3-E823-AE23-E6F0-71FD7DD15ABC}"/>
                </a:ext>
              </a:extLst>
            </p:cNvPr>
            <p:cNvCxnSpPr>
              <a:stCxn id="455" idx="2"/>
              <a:endCxn id="428"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2" name="Google Shape;176;p1">
              <a:extLst>
                <a:ext uri="{FF2B5EF4-FFF2-40B4-BE49-F238E27FC236}">
                  <a16:creationId xmlns:a16="http://schemas.microsoft.com/office/drawing/2014/main" id="{8E8B1CBA-596D-FD5C-4AF9-BFF2A0B478B4}"/>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43" name="Google Shape;184;p1">
              <a:extLst>
                <a:ext uri="{FF2B5EF4-FFF2-40B4-BE49-F238E27FC236}">
                  <a16:creationId xmlns:a16="http://schemas.microsoft.com/office/drawing/2014/main" id="{7AFC757B-9D52-9E8F-34BE-EDA34CB0E7FD}"/>
                </a:ext>
              </a:extLst>
            </p:cNvPr>
            <p:cNvCxnSpPr>
              <a:stCxn id="418" idx="2"/>
              <a:endCxn id="43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44" name="Google Shape;185;p1">
              <a:extLst>
                <a:ext uri="{FF2B5EF4-FFF2-40B4-BE49-F238E27FC236}">
                  <a16:creationId xmlns:a16="http://schemas.microsoft.com/office/drawing/2014/main" id="{782E64FD-85B2-B993-28A3-11E1D22875DB}"/>
                </a:ext>
              </a:extLst>
            </p:cNvPr>
            <p:cNvCxnSpPr>
              <a:stCxn id="418" idx="5"/>
              <a:endCxn id="424"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45" name="Google Shape;174;p1">
              <a:extLst>
                <a:ext uri="{FF2B5EF4-FFF2-40B4-BE49-F238E27FC236}">
                  <a16:creationId xmlns:a16="http://schemas.microsoft.com/office/drawing/2014/main" id="{96F761A0-9B71-36DE-963E-C75AE19A246B}"/>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46" name="Google Shape;186;p1">
              <a:extLst>
                <a:ext uri="{FF2B5EF4-FFF2-40B4-BE49-F238E27FC236}">
                  <a16:creationId xmlns:a16="http://schemas.microsoft.com/office/drawing/2014/main" id="{9DADD8D2-2172-C317-2483-CB0E792DF61D}"/>
                </a:ext>
              </a:extLst>
            </p:cNvPr>
            <p:cNvCxnSpPr>
              <a:stCxn id="455" idx="2"/>
              <a:endCxn id="43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47" name="Google Shape;187;p1">
              <a:extLst>
                <a:ext uri="{FF2B5EF4-FFF2-40B4-BE49-F238E27FC236}">
                  <a16:creationId xmlns:a16="http://schemas.microsoft.com/office/drawing/2014/main" id="{2999938C-7BEE-CF07-A85A-E04C0491D79E}"/>
                </a:ext>
              </a:extLst>
            </p:cNvPr>
            <p:cNvCxnSpPr>
              <a:stCxn id="452" idx="6"/>
              <a:endCxn id="423"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48" name="Google Shape;189;p1">
              <a:extLst>
                <a:ext uri="{FF2B5EF4-FFF2-40B4-BE49-F238E27FC236}">
                  <a16:creationId xmlns:a16="http://schemas.microsoft.com/office/drawing/2014/main" id="{5F2BB0F4-6F96-E079-0704-9D7425A20E17}"/>
                </a:ext>
              </a:extLst>
            </p:cNvPr>
            <p:cNvCxnSpPr>
              <a:stCxn id="423" idx="7"/>
              <a:endCxn id="421"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49" name="Google Shape;190;p1">
              <a:extLst>
                <a:ext uri="{FF2B5EF4-FFF2-40B4-BE49-F238E27FC236}">
                  <a16:creationId xmlns:a16="http://schemas.microsoft.com/office/drawing/2014/main" id="{F0D5C349-E3DA-8177-CC84-B56A52715C28}"/>
                </a:ext>
              </a:extLst>
            </p:cNvPr>
            <p:cNvCxnSpPr>
              <a:stCxn id="421" idx="6"/>
              <a:endCxn id="422"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0" name="Google Shape;191;p1">
              <a:extLst>
                <a:ext uri="{FF2B5EF4-FFF2-40B4-BE49-F238E27FC236}">
                  <a16:creationId xmlns:a16="http://schemas.microsoft.com/office/drawing/2014/main" id="{3E8B2264-4084-56BF-D9DA-03F2C08898D4}"/>
                </a:ext>
              </a:extLst>
            </p:cNvPr>
            <p:cNvCxnSpPr>
              <a:stCxn id="418" idx="6"/>
              <a:endCxn id="419"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52" name="Google Shape;188;p1">
              <a:extLst>
                <a:ext uri="{FF2B5EF4-FFF2-40B4-BE49-F238E27FC236}">
                  <a16:creationId xmlns:a16="http://schemas.microsoft.com/office/drawing/2014/main" id="{11B5E5A4-0BBE-C24D-119B-C632D8C9F8C5}"/>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53" name="Google Shape;192;p1">
              <a:extLst>
                <a:ext uri="{FF2B5EF4-FFF2-40B4-BE49-F238E27FC236}">
                  <a16:creationId xmlns:a16="http://schemas.microsoft.com/office/drawing/2014/main" id="{6E84C171-CBBA-3FA5-C1AE-BF89AC031204}"/>
                </a:ext>
              </a:extLst>
            </p:cNvPr>
            <p:cNvCxnSpPr>
              <a:stCxn id="419" idx="7"/>
              <a:endCxn id="420"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55" name="Google Shape;182;p1">
              <a:extLst>
                <a:ext uri="{FF2B5EF4-FFF2-40B4-BE49-F238E27FC236}">
                  <a16:creationId xmlns:a16="http://schemas.microsoft.com/office/drawing/2014/main" id="{18523680-C8FE-9985-3926-3BBBBD799F89}"/>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56" name="Google Shape;193;p1">
              <a:extLst>
                <a:ext uri="{FF2B5EF4-FFF2-40B4-BE49-F238E27FC236}">
                  <a16:creationId xmlns:a16="http://schemas.microsoft.com/office/drawing/2014/main" id="{924D2DAF-83AB-CB53-1351-99AFA77AFD56}"/>
                </a:ext>
              </a:extLst>
            </p:cNvPr>
            <p:cNvCxnSpPr>
              <a:stCxn id="432" idx="6"/>
              <a:endCxn id="424"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57" name="Google Shape;194;p1">
              <a:extLst>
                <a:ext uri="{FF2B5EF4-FFF2-40B4-BE49-F238E27FC236}">
                  <a16:creationId xmlns:a16="http://schemas.microsoft.com/office/drawing/2014/main" id="{3A637112-EC60-3F67-16C2-AF77858566C1}"/>
                </a:ext>
              </a:extLst>
            </p:cNvPr>
            <p:cNvCxnSpPr>
              <a:stCxn id="425" idx="1"/>
              <a:endCxn id="427"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58" name="Google Shape;195;p1">
              <a:extLst>
                <a:ext uri="{FF2B5EF4-FFF2-40B4-BE49-F238E27FC236}">
                  <a16:creationId xmlns:a16="http://schemas.microsoft.com/office/drawing/2014/main" id="{4EE4990D-16FC-B3CC-EE10-BA2DF2CD395E}"/>
                </a:ext>
              </a:extLst>
            </p:cNvPr>
            <p:cNvCxnSpPr>
              <a:stCxn id="455" idx="3"/>
              <a:endCxn id="43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59" name="Google Shape;196;p1">
              <a:extLst>
                <a:ext uri="{FF2B5EF4-FFF2-40B4-BE49-F238E27FC236}">
                  <a16:creationId xmlns:a16="http://schemas.microsoft.com/office/drawing/2014/main" id="{0B3A2DF8-45DE-5F33-57F8-72CAF278D3D2}"/>
                </a:ext>
              </a:extLst>
            </p:cNvPr>
            <p:cNvCxnSpPr>
              <a:stCxn id="452" idx="5"/>
              <a:endCxn id="425"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60" name="Google Shape;197;p1">
              <a:extLst>
                <a:ext uri="{FF2B5EF4-FFF2-40B4-BE49-F238E27FC236}">
                  <a16:creationId xmlns:a16="http://schemas.microsoft.com/office/drawing/2014/main" id="{22338080-122C-E464-3AF9-83BACDFB2E73}"/>
                </a:ext>
              </a:extLst>
            </p:cNvPr>
            <p:cNvCxnSpPr>
              <a:stCxn id="418" idx="6"/>
              <a:endCxn id="423"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61" name="Google Shape;198;p1">
              <a:extLst>
                <a:ext uri="{FF2B5EF4-FFF2-40B4-BE49-F238E27FC236}">
                  <a16:creationId xmlns:a16="http://schemas.microsoft.com/office/drawing/2014/main" id="{B70C95FE-54BE-081C-E5FA-2089E89B269A}"/>
                </a:ext>
              </a:extLst>
            </p:cNvPr>
            <p:cNvCxnSpPr>
              <a:stCxn id="452" idx="6"/>
              <a:endCxn id="426"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62" name="Google Shape;199;p1">
              <a:extLst>
                <a:ext uri="{FF2B5EF4-FFF2-40B4-BE49-F238E27FC236}">
                  <a16:creationId xmlns:a16="http://schemas.microsoft.com/office/drawing/2014/main" id="{E8EB0DCC-875B-D77F-1E31-D064B0CB9B5A}"/>
                </a:ext>
              </a:extLst>
            </p:cNvPr>
            <p:cNvCxnSpPr>
              <a:stCxn id="452" idx="3"/>
              <a:endCxn id="432"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63" name="Google Shape;200;p1">
              <a:extLst>
                <a:ext uri="{FF2B5EF4-FFF2-40B4-BE49-F238E27FC236}">
                  <a16:creationId xmlns:a16="http://schemas.microsoft.com/office/drawing/2014/main" id="{7719F0B6-ADDE-EBAC-561D-E63BFB8079E1}"/>
                </a:ext>
              </a:extLst>
            </p:cNvPr>
            <p:cNvCxnSpPr>
              <a:stCxn id="452" idx="6"/>
              <a:endCxn id="424"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cxnSp>
        <p:nvCxnSpPr>
          <p:cNvPr id="464" name="Connector: Elbow 463">
            <a:extLst>
              <a:ext uri="{FF2B5EF4-FFF2-40B4-BE49-F238E27FC236}">
                <a16:creationId xmlns:a16="http://schemas.microsoft.com/office/drawing/2014/main" id="{115CA18A-3E47-275C-F837-B6BEB57ED605}"/>
              </a:ext>
            </a:extLst>
          </p:cNvPr>
          <p:cNvCxnSpPr>
            <a:cxnSpLocks/>
          </p:cNvCxnSpPr>
          <p:nvPr/>
        </p:nvCxnSpPr>
        <p:spPr>
          <a:xfrm flipV="1">
            <a:off x="11923237" y="9758711"/>
            <a:ext cx="420221" cy="2700"/>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8" name="Straight Connector 37">
            <a:extLst>
              <a:ext uri="{FF2B5EF4-FFF2-40B4-BE49-F238E27FC236}">
                <a16:creationId xmlns:a16="http://schemas.microsoft.com/office/drawing/2014/main" id="{0D7A3F4F-8095-DCA4-464C-9D77171C609A}"/>
              </a:ext>
            </a:extLst>
          </p:cNvPr>
          <p:cNvCxnSpPr>
            <a:cxnSpLocks/>
          </p:cNvCxnSpPr>
          <p:nvPr/>
        </p:nvCxnSpPr>
        <p:spPr>
          <a:xfrm>
            <a:off x="9273746" y="4835115"/>
            <a:ext cx="383059" cy="9107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6" name="Rectangle 35">
            <a:extLst>
              <a:ext uri="{FF2B5EF4-FFF2-40B4-BE49-F238E27FC236}">
                <a16:creationId xmlns:a16="http://schemas.microsoft.com/office/drawing/2014/main" id="{C83FDFA6-FD7B-D9FF-B10B-7011315BEDF7}"/>
              </a:ext>
            </a:extLst>
          </p:cNvPr>
          <p:cNvSpPr/>
          <p:nvPr/>
        </p:nvSpPr>
        <p:spPr>
          <a:xfrm>
            <a:off x="8680087" y="2492985"/>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491" name="Group 490">
            <a:extLst>
              <a:ext uri="{FF2B5EF4-FFF2-40B4-BE49-F238E27FC236}">
                <a16:creationId xmlns:a16="http://schemas.microsoft.com/office/drawing/2014/main" id="{D4949D89-02B8-0F0D-4A9C-96CF101CC994}"/>
              </a:ext>
            </a:extLst>
          </p:cNvPr>
          <p:cNvGrpSpPr/>
          <p:nvPr/>
        </p:nvGrpSpPr>
        <p:grpSpPr>
          <a:xfrm>
            <a:off x="9657283" y="4976475"/>
            <a:ext cx="1321668" cy="780353"/>
            <a:chOff x="8698604" y="5126910"/>
            <a:chExt cx="1321668" cy="780353"/>
          </a:xfrm>
        </p:grpSpPr>
        <p:sp>
          <p:nvSpPr>
            <p:cNvPr id="52" name="Rectangle 51">
              <a:extLst>
                <a:ext uri="{FF2B5EF4-FFF2-40B4-BE49-F238E27FC236}">
                  <a16:creationId xmlns:a16="http://schemas.microsoft.com/office/drawing/2014/main" id="{DBF3B4A1-D304-B704-D231-800A34158042}"/>
                </a:ext>
              </a:extLst>
            </p:cNvPr>
            <p:cNvSpPr/>
            <p:nvPr/>
          </p:nvSpPr>
          <p:spPr>
            <a:xfrm>
              <a:off x="9217110" y="5140614"/>
              <a:ext cx="752708"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23F155DD-27E4-C1D6-54B2-D4D355352796}"/>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114A7E05-FFB3-3F7A-B708-3B49EB18365A}"/>
                </a:ext>
              </a:extLst>
            </p:cNvPr>
            <p:cNvSpPr txBox="1"/>
            <p:nvPr/>
          </p:nvSpPr>
          <p:spPr>
            <a:xfrm>
              <a:off x="9109495" y="5126910"/>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0E08B8A2-2E59-51E9-4837-3AF56640ABEB}"/>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A77A9139-F013-306E-C3DD-F72FD43C8A62}"/>
              </a:ext>
            </a:extLst>
          </p:cNvPr>
          <p:cNvGrpSpPr/>
          <p:nvPr/>
        </p:nvGrpSpPr>
        <p:grpSpPr>
          <a:xfrm>
            <a:off x="9170728" y="3743786"/>
            <a:ext cx="1528738" cy="1104564"/>
            <a:chOff x="9083317" y="3698917"/>
            <a:chExt cx="1528738" cy="1104564"/>
          </a:xfrm>
        </p:grpSpPr>
        <p:sp>
          <p:nvSpPr>
            <p:cNvPr id="35" name="Rectangle 34">
              <a:extLst>
                <a:ext uri="{FF2B5EF4-FFF2-40B4-BE49-F238E27FC236}">
                  <a16:creationId xmlns:a16="http://schemas.microsoft.com/office/drawing/2014/main" id="{9A0493C3-9584-E7CA-94DC-F287732268CD}"/>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A66CD468-FADD-3E0D-2793-07F0A3F40266}"/>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5361BF84-0549-6C28-687E-15B4CEE6EAB8}"/>
                </a:ext>
              </a:extLst>
            </p:cNvPr>
            <p:cNvSpPr txBox="1"/>
            <p:nvPr/>
          </p:nvSpPr>
          <p:spPr>
            <a:xfrm>
              <a:off x="9083317" y="3698917"/>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Schema</a:t>
              </a:r>
              <a:endParaRPr kumimoji="0" lang="en-US" sz="1000" b="0" i="0" u="none" strike="noStrike" cap="none" spc="0" normalizeH="0" baseline="0" dirty="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04998C89-6083-B6A0-22E4-F400ACE24207}"/>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5072AA12-8ED7-87BF-80FD-6766379F657B}"/>
                </a:ext>
              </a:extLst>
            </p:cNvPr>
            <p:cNvGraphicFramePr/>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cxnSp>
        <p:nvCxnSpPr>
          <p:cNvPr id="499" name="Straight Connector 498">
            <a:extLst>
              <a:ext uri="{FF2B5EF4-FFF2-40B4-BE49-F238E27FC236}">
                <a16:creationId xmlns:a16="http://schemas.microsoft.com/office/drawing/2014/main" id="{8857103E-96B9-B0B2-88CB-C0D1E540AD96}"/>
              </a:ext>
            </a:extLst>
          </p:cNvPr>
          <p:cNvCxnSpPr>
            <a:cxnSpLocks/>
          </p:cNvCxnSpPr>
          <p:nvPr/>
        </p:nvCxnSpPr>
        <p:spPr>
          <a:xfrm>
            <a:off x="10527957" y="4835115"/>
            <a:ext cx="86497" cy="15506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1B19BDC3-75F8-0F45-0297-B36959EA1509}"/>
              </a:ext>
            </a:extLst>
          </p:cNvPr>
          <p:cNvCxnSpPr>
            <a:cxnSpLocks/>
          </p:cNvCxnSpPr>
          <p:nvPr/>
        </p:nvCxnSpPr>
        <p:spPr>
          <a:xfrm>
            <a:off x="8695028" y="3539231"/>
            <a:ext cx="578718" cy="129588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2DE9BFB5-2AD7-35D4-A7C6-0F17E8FFCD8C}"/>
              </a:ext>
            </a:extLst>
          </p:cNvPr>
          <p:cNvCxnSpPr>
            <a:cxnSpLocks/>
          </p:cNvCxnSpPr>
          <p:nvPr/>
        </p:nvCxnSpPr>
        <p:spPr>
          <a:xfrm>
            <a:off x="9954609" y="3545393"/>
            <a:ext cx="145631" cy="23041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3C2F7AB9-AC04-4B2A-E1A2-0424421FD0AC}"/>
              </a:ext>
            </a:extLst>
          </p:cNvPr>
          <p:cNvCxnSpPr>
            <a:cxnSpLocks/>
          </p:cNvCxnSpPr>
          <p:nvPr/>
        </p:nvCxnSpPr>
        <p:spPr>
          <a:xfrm>
            <a:off x="8654849" y="2482896"/>
            <a:ext cx="629196"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DF74465A-3B8C-D2BB-62E0-AD175DDDB59C}"/>
              </a:ext>
            </a:extLst>
          </p:cNvPr>
          <p:cNvCxnSpPr>
            <a:cxnSpLocks/>
          </p:cNvCxnSpPr>
          <p:nvPr/>
        </p:nvCxnSpPr>
        <p:spPr>
          <a:xfrm>
            <a:off x="9954609" y="2482896"/>
            <a:ext cx="573348"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56C4782B-62BF-55E1-A56C-7491AAABDE6B}"/>
              </a:ext>
            </a:extLst>
          </p:cNvPr>
          <p:cNvCxnSpPr>
            <a:cxnSpLocks/>
          </p:cNvCxnSpPr>
          <p:nvPr/>
        </p:nvCxnSpPr>
        <p:spPr>
          <a:xfrm>
            <a:off x="10552171" y="3775809"/>
            <a:ext cx="390649" cy="12143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CFBCFE35-FF5C-2992-7ED0-1EFE7A0A73AB}"/>
              </a:ext>
            </a:extLst>
          </p:cNvPr>
          <p:cNvCxnSpPr>
            <a:cxnSpLocks/>
          </p:cNvCxnSpPr>
          <p:nvPr/>
        </p:nvCxnSpPr>
        <p:spPr>
          <a:xfrm>
            <a:off x="9284045" y="3775809"/>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468" name="Group 1467">
            <a:extLst>
              <a:ext uri="{FF2B5EF4-FFF2-40B4-BE49-F238E27FC236}">
                <a16:creationId xmlns:a16="http://schemas.microsoft.com/office/drawing/2014/main" id="{CD9D243A-931B-C730-FBB7-16E09F9DECC7}"/>
              </a:ext>
            </a:extLst>
          </p:cNvPr>
          <p:cNvGrpSpPr/>
          <p:nvPr/>
        </p:nvGrpSpPr>
        <p:grpSpPr>
          <a:xfrm>
            <a:off x="6850599" y="2520372"/>
            <a:ext cx="1556931" cy="1007599"/>
            <a:chOff x="6630023" y="2521628"/>
            <a:chExt cx="1556931" cy="1007599"/>
          </a:xfrm>
        </p:grpSpPr>
        <p:sp>
          <p:nvSpPr>
            <p:cNvPr id="6" name="Rectangle 5">
              <a:extLst>
                <a:ext uri="{FF2B5EF4-FFF2-40B4-BE49-F238E27FC236}">
                  <a16:creationId xmlns:a16="http://schemas.microsoft.com/office/drawing/2014/main" id="{656F32B7-818D-B204-8561-8E2B807C4772}"/>
                </a:ext>
              </a:extLst>
            </p:cNvPr>
            <p:cNvSpPr/>
            <p:nvPr/>
          </p:nvSpPr>
          <p:spPr>
            <a:xfrm>
              <a:off x="6630023" y="2521628"/>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 name="Graphic 14" descr="Folder outline">
              <a:extLst>
                <a:ext uri="{FF2B5EF4-FFF2-40B4-BE49-F238E27FC236}">
                  <a16:creationId xmlns:a16="http://schemas.microsoft.com/office/drawing/2014/main" id="{17DC7CFF-1410-5704-435D-20BE63B144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34532" y="2748747"/>
              <a:ext cx="657406" cy="657406"/>
            </a:xfrm>
            <a:prstGeom prst="rect">
              <a:avLst/>
            </a:prstGeom>
          </p:spPr>
        </p:pic>
        <p:sp>
          <p:nvSpPr>
            <p:cNvPr id="16" name="TextBox 15">
              <a:extLst>
                <a:ext uri="{FF2B5EF4-FFF2-40B4-BE49-F238E27FC236}">
                  <a16:creationId xmlns:a16="http://schemas.microsoft.com/office/drawing/2014/main" id="{E187CCCC-9FF8-399E-6CDE-B0DA08F651D4}"/>
                </a:ext>
              </a:extLst>
            </p:cNvPr>
            <p:cNvSpPr txBox="1"/>
            <p:nvPr/>
          </p:nvSpPr>
          <p:spPr>
            <a:xfrm>
              <a:off x="6839677" y="3180036"/>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grpSp>
      <p:pic>
        <p:nvPicPr>
          <p:cNvPr id="1346" name="Picture 1345">
            <a:extLst>
              <a:ext uri="{FF2B5EF4-FFF2-40B4-BE49-F238E27FC236}">
                <a16:creationId xmlns:a16="http://schemas.microsoft.com/office/drawing/2014/main" id="{79BAB3FB-15F3-2BEA-412B-B5AA69920E24}"/>
              </a:ext>
            </a:extLst>
          </p:cNvPr>
          <p:cNvPicPr>
            <a:picLocks noChangeAspect="1"/>
          </p:cNvPicPr>
          <p:nvPr/>
        </p:nvPicPr>
        <p:blipFill>
          <a:blip r:embed="rId9"/>
          <a:stretch>
            <a:fillRect/>
          </a:stretch>
        </p:blipFill>
        <p:spPr>
          <a:xfrm>
            <a:off x="6168070" y="8467258"/>
            <a:ext cx="1875456" cy="1745536"/>
          </a:xfrm>
          <a:prstGeom prst="rect">
            <a:avLst/>
          </a:prstGeom>
          <a:ln>
            <a:solidFill>
              <a:schemeClr val="bg2">
                <a:lumMod val="10000"/>
              </a:schemeClr>
            </a:solidFill>
          </a:ln>
        </p:spPr>
      </p:pic>
      <p:sp>
        <p:nvSpPr>
          <p:cNvPr id="1348" name="TextBox 1347">
            <a:extLst>
              <a:ext uri="{FF2B5EF4-FFF2-40B4-BE49-F238E27FC236}">
                <a16:creationId xmlns:a16="http://schemas.microsoft.com/office/drawing/2014/main" id="{C5EE592F-3884-7C18-DCB1-C5E2D441790A}"/>
              </a:ext>
            </a:extLst>
          </p:cNvPr>
          <p:cNvSpPr txBox="1"/>
          <p:nvPr/>
        </p:nvSpPr>
        <p:spPr>
          <a:xfrm>
            <a:off x="8383254" y="6210451"/>
            <a:ext cx="97753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err="1">
                <a:ln>
                  <a:noFill/>
                </a:ln>
                <a:solidFill>
                  <a:srgbClr val="4C4C4C"/>
                </a:solidFill>
                <a:effectLst/>
                <a:uFillTx/>
                <a:sym typeface="Source Sans Pro"/>
              </a:rPr>
              <a:t>bug_count.Rmd</a:t>
            </a:r>
            <a:endParaRPr kumimoji="0" lang="en-US" sz="1000" b="0" i="0" u="none" strike="noStrike" cap="none" spc="0" normalizeH="0" baseline="0" dirty="0">
              <a:ln>
                <a:noFill/>
              </a:ln>
              <a:solidFill>
                <a:srgbClr val="4C4C4C"/>
              </a:solidFill>
              <a:effectLst/>
              <a:uFillTx/>
              <a:sym typeface="Source Sans Pro"/>
            </a:endParaRPr>
          </a:p>
        </p:txBody>
      </p:sp>
      <p:grpSp>
        <p:nvGrpSpPr>
          <p:cNvPr id="1465" name="Group 1464">
            <a:extLst>
              <a:ext uri="{FF2B5EF4-FFF2-40B4-BE49-F238E27FC236}">
                <a16:creationId xmlns:a16="http://schemas.microsoft.com/office/drawing/2014/main" id="{D0520258-180C-0A15-3A40-BF147ADB9782}"/>
              </a:ext>
            </a:extLst>
          </p:cNvPr>
          <p:cNvGrpSpPr/>
          <p:nvPr/>
        </p:nvGrpSpPr>
        <p:grpSpPr>
          <a:xfrm>
            <a:off x="5686752" y="5105735"/>
            <a:ext cx="1844061" cy="2766168"/>
            <a:chOff x="5135152" y="5040083"/>
            <a:chExt cx="1844061" cy="2766168"/>
          </a:xfrm>
        </p:grpSpPr>
        <p:sp>
          <p:nvSpPr>
            <p:cNvPr id="21" name="Rectangle 20">
              <a:extLst>
                <a:ext uri="{FF2B5EF4-FFF2-40B4-BE49-F238E27FC236}">
                  <a16:creationId xmlns:a16="http://schemas.microsoft.com/office/drawing/2014/main" id="{469631F8-ECB2-742B-C613-AE6FD022E6BD}"/>
                </a:ext>
              </a:extLst>
            </p:cNvPr>
            <p:cNvSpPr/>
            <p:nvPr/>
          </p:nvSpPr>
          <p:spPr>
            <a:xfrm>
              <a:off x="5161541" y="5057825"/>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D76177EB-44F1-6BC4-AB66-E9E538876CF1}"/>
                </a:ext>
              </a:extLst>
            </p:cNvPr>
            <p:cNvSpPr txBox="1"/>
            <p:nvPr/>
          </p:nvSpPr>
          <p:spPr>
            <a:xfrm>
              <a:off x="6176943" y="5040083"/>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Module</a:t>
              </a:r>
              <a:endParaRPr kumimoji="0" lang="en-US" sz="1000" b="0" i="0" u="none" strike="noStrike" cap="none" spc="0" normalizeH="0" baseline="0" dirty="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84A8EDBD-CF7E-A724-175B-E7D8E796565D}"/>
                </a:ext>
              </a:extLst>
            </p:cNvPr>
            <p:cNvSpPr/>
            <p:nvPr/>
          </p:nvSpPr>
          <p:spPr>
            <a:xfrm>
              <a:off x="6141036" y="5056554"/>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5" name="Graphic 24" descr="Paper outline">
              <a:extLst>
                <a:ext uri="{FF2B5EF4-FFF2-40B4-BE49-F238E27FC236}">
                  <a16:creationId xmlns:a16="http://schemas.microsoft.com/office/drawing/2014/main" id="{373C6FBC-E951-95E3-7E72-4F2A5B0506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34046" y="6696331"/>
              <a:ext cx="945167" cy="891269"/>
            </a:xfrm>
            <a:prstGeom prst="rect">
              <a:avLst/>
            </a:prstGeom>
          </p:spPr>
        </p:pic>
        <p:sp>
          <p:nvSpPr>
            <p:cNvPr id="26" name="TextBox 25">
              <a:extLst>
                <a:ext uri="{FF2B5EF4-FFF2-40B4-BE49-F238E27FC236}">
                  <a16:creationId xmlns:a16="http://schemas.microsoft.com/office/drawing/2014/main" id="{BE70CEA9-3F56-98DC-409E-3A3444F3FAD8}"/>
                </a:ext>
              </a:extLst>
            </p:cNvPr>
            <p:cNvSpPr txBox="1"/>
            <p:nvPr/>
          </p:nvSpPr>
          <p:spPr>
            <a:xfrm>
              <a:off x="6213915" y="7436394"/>
              <a:ext cx="5361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r>
                <a:rPr kumimoji="0" lang="en-US" sz="1000" b="0" i="0" u="none" strike="noStrike" cap="none" spc="0" normalizeH="0" baseline="0" dirty="0" err="1">
                  <a:ln>
                    <a:noFill/>
                  </a:ln>
                  <a:solidFill>
                    <a:srgbClr val="4C4C4C"/>
                  </a:solidFill>
                  <a:effectLst/>
                  <a:uFillTx/>
                  <a:sym typeface="Source Sans Pro"/>
                </a:rPr>
                <a:t>Rmd</a:t>
              </a:r>
              <a:endParaRPr kumimoji="0" lang="en-US" sz="1000" b="0" i="0" u="none" strike="noStrike" cap="none" spc="0" normalizeH="0" baseline="0" dirty="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9488811E-E8F3-6804-DE3A-F61A8E60A08A}"/>
                </a:ext>
              </a:extLst>
            </p:cNvPr>
            <p:cNvSpPr txBox="1"/>
            <p:nvPr/>
          </p:nvSpPr>
          <p:spPr>
            <a:xfrm>
              <a:off x="5352769" y="7294592"/>
              <a:ext cx="62276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exec/*.R</a:t>
              </a:r>
              <a:endParaRPr kumimoji="0" lang="en-US" sz="1000" b="0" i="0" u="none" strike="noStrike" cap="none" spc="0" normalizeH="0" baseline="0" dirty="0">
                <a:ln>
                  <a:noFill/>
                </a:ln>
                <a:solidFill>
                  <a:srgbClr val="4C4C4C"/>
                </a:solidFill>
                <a:effectLst/>
                <a:uFillTx/>
                <a:sym typeface="Source Sans Pro"/>
              </a:endParaRPr>
            </a:p>
          </p:txBody>
        </p:sp>
        <p:pic>
          <p:nvPicPr>
            <p:cNvPr id="56" name="Picture 55">
              <a:extLst>
                <a:ext uri="{FF2B5EF4-FFF2-40B4-BE49-F238E27FC236}">
                  <a16:creationId xmlns:a16="http://schemas.microsoft.com/office/drawing/2014/main" id="{A8A601B1-4B71-D58F-6B7D-61B1DF191246}"/>
                </a:ext>
              </a:extLst>
            </p:cNvPr>
            <p:cNvPicPr>
              <a:picLocks noChangeAspect="1"/>
            </p:cNvPicPr>
            <p:nvPr/>
          </p:nvPicPr>
          <p:blipFill>
            <a:blip r:embed="rId10"/>
            <a:stretch>
              <a:fillRect/>
            </a:stretch>
          </p:blipFill>
          <p:spPr>
            <a:xfrm>
              <a:off x="5310193" y="6888832"/>
              <a:ext cx="656389" cy="619286"/>
            </a:xfrm>
            <a:prstGeom prst="rect">
              <a:avLst/>
            </a:prstGeom>
          </p:spPr>
        </p:pic>
        <p:sp>
          <p:nvSpPr>
            <p:cNvPr id="1349" name="TextBox 1348">
              <a:extLst>
                <a:ext uri="{FF2B5EF4-FFF2-40B4-BE49-F238E27FC236}">
                  <a16:creationId xmlns:a16="http://schemas.microsoft.com/office/drawing/2014/main" id="{9276169C-427C-E5E0-A733-700917F4667C}"/>
                </a:ext>
              </a:extLst>
            </p:cNvPr>
            <p:cNvSpPr txBox="1"/>
            <p:nvPr/>
          </p:nvSpPr>
          <p:spPr>
            <a:xfrm>
              <a:off x="5350854" y="6152060"/>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t>
              </a:r>
            </a:p>
          </p:txBody>
        </p:sp>
        <p:cxnSp>
          <p:nvCxnSpPr>
            <p:cNvPr id="1350" name="Straight Arrow Connector 1349">
              <a:extLst>
                <a:ext uri="{FF2B5EF4-FFF2-40B4-BE49-F238E27FC236}">
                  <a16:creationId xmlns:a16="http://schemas.microsoft.com/office/drawing/2014/main" id="{8E52D110-479A-085B-6335-4F623F220958}"/>
                </a:ext>
              </a:extLst>
            </p:cNvPr>
            <p:cNvCxnSpPr>
              <a:cxnSpLocks/>
              <a:stCxn id="1349" idx="2"/>
            </p:cNvCxnSpPr>
            <p:nvPr/>
          </p:nvCxnSpPr>
          <p:spPr>
            <a:xfrm flipH="1">
              <a:off x="5570921" y="6441802"/>
              <a:ext cx="34369" cy="548545"/>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F9CFA7AA-C697-A491-0B97-FEDD5B38181F}"/>
                </a:ext>
              </a:extLst>
            </p:cNvPr>
            <p:cNvCxnSpPr>
              <a:cxnSpLocks/>
              <a:endCxn id="25" idx="0"/>
            </p:cNvCxnSpPr>
            <p:nvPr/>
          </p:nvCxnSpPr>
          <p:spPr>
            <a:xfrm>
              <a:off x="5974169" y="5913400"/>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FE20ABEE-D2D9-8F02-FF73-82CDE44E239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5152" y="5417360"/>
              <a:ext cx="945167" cy="891269"/>
            </a:xfrm>
            <a:prstGeom prst="rect">
              <a:avLst/>
            </a:prstGeom>
          </p:spPr>
        </p:pic>
      </p:grpSp>
      <p:grpSp>
        <p:nvGrpSpPr>
          <p:cNvPr id="1466" name="Group 1465">
            <a:extLst>
              <a:ext uri="{FF2B5EF4-FFF2-40B4-BE49-F238E27FC236}">
                <a16:creationId xmlns:a16="http://schemas.microsoft.com/office/drawing/2014/main" id="{3FAF2C23-93E7-0EAE-FB12-41DCB7657C52}"/>
              </a:ext>
            </a:extLst>
          </p:cNvPr>
          <p:cNvGrpSpPr/>
          <p:nvPr/>
        </p:nvGrpSpPr>
        <p:grpSpPr>
          <a:xfrm>
            <a:off x="6413847" y="3789021"/>
            <a:ext cx="1916207" cy="1060748"/>
            <a:chOff x="5845051" y="3728173"/>
            <a:chExt cx="1916207" cy="1060748"/>
          </a:xfrm>
        </p:grpSpPr>
        <p:sp>
          <p:nvSpPr>
            <p:cNvPr id="2" name="Rectangle 1">
              <a:extLst>
                <a:ext uri="{FF2B5EF4-FFF2-40B4-BE49-F238E27FC236}">
                  <a16:creationId xmlns:a16="http://schemas.microsoft.com/office/drawing/2014/main" id="{174349C8-C259-179C-EE6A-C45867505D43}"/>
                </a:ext>
              </a:extLst>
            </p:cNvPr>
            <p:cNvSpPr/>
            <p:nvPr/>
          </p:nvSpPr>
          <p:spPr>
            <a:xfrm>
              <a:off x="5907666" y="3742301"/>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2F11A12A-BC5F-9117-1DC3-A51BEC7EFD7F}"/>
                </a:ext>
              </a:extLst>
            </p:cNvPr>
            <p:cNvGraphicFramePr/>
            <p:nvPr/>
          </p:nvGraphicFramePr>
          <p:xfrm>
            <a:off x="6191222" y="4102312"/>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29" name="Rectangle 28">
              <a:extLst>
                <a:ext uri="{FF2B5EF4-FFF2-40B4-BE49-F238E27FC236}">
                  <a16:creationId xmlns:a16="http://schemas.microsoft.com/office/drawing/2014/main" id="{C56F2C5C-2226-FAC9-CAF7-476E9C524FC0}"/>
                </a:ext>
              </a:extLst>
            </p:cNvPr>
            <p:cNvSpPr/>
            <p:nvPr/>
          </p:nvSpPr>
          <p:spPr>
            <a:xfrm>
              <a:off x="5907665" y="3740806"/>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56FAA58A-65EE-B70D-4425-B3B38CF1F1C6}"/>
                </a:ext>
              </a:extLst>
            </p:cNvPr>
            <p:cNvSpPr txBox="1"/>
            <p:nvPr/>
          </p:nvSpPr>
          <p:spPr>
            <a:xfrm>
              <a:off x="5845051" y="3728173"/>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Schema</a:t>
              </a:r>
              <a:endParaRPr kumimoji="0" lang="en-US" sz="1000" b="0" i="0" u="none" strike="noStrike" cap="none" spc="0" normalizeH="0" baseline="0" dirty="0">
                <a:ln>
                  <a:noFill/>
                </a:ln>
                <a:solidFill>
                  <a:srgbClr val="4C4C4C"/>
                </a:solidFill>
                <a:effectLst/>
                <a:uFillTx/>
                <a:sym typeface="Source Sans Pro"/>
              </a:endParaRPr>
            </a:p>
          </p:txBody>
        </p:sp>
        <p:graphicFrame>
          <p:nvGraphicFramePr>
            <p:cNvPr id="1363" name="Table">
              <a:extLst>
                <a:ext uri="{FF2B5EF4-FFF2-40B4-BE49-F238E27FC236}">
                  <a16:creationId xmlns:a16="http://schemas.microsoft.com/office/drawing/2014/main" id="{99A4BC91-C768-F014-03F6-E4157DAD7A05}"/>
                </a:ext>
              </a:extLst>
            </p:cNvPr>
            <p:cNvGraphicFramePr/>
            <p:nvPr/>
          </p:nvGraphicFramePr>
          <p:xfrm>
            <a:off x="6918146" y="4241123"/>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cxnSp>
        <p:nvCxnSpPr>
          <p:cNvPr id="1367" name="Straight Connector 1366">
            <a:extLst>
              <a:ext uri="{FF2B5EF4-FFF2-40B4-BE49-F238E27FC236}">
                <a16:creationId xmlns:a16="http://schemas.microsoft.com/office/drawing/2014/main" id="{2E7A27F6-0468-B128-4A5A-F58A1E973F68}"/>
              </a:ext>
            </a:extLst>
          </p:cNvPr>
          <p:cNvCxnSpPr>
            <a:cxnSpLocks/>
          </p:cNvCxnSpPr>
          <p:nvPr/>
        </p:nvCxnSpPr>
        <p:spPr>
          <a:xfrm flipH="1">
            <a:off x="8343417" y="2520372"/>
            <a:ext cx="64612" cy="127993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12B33A67-8C25-E5A5-C47B-56B549B41285}"/>
              </a:ext>
            </a:extLst>
          </p:cNvPr>
          <p:cNvCxnSpPr>
            <a:cxnSpLocks/>
          </p:cNvCxnSpPr>
          <p:nvPr/>
        </p:nvCxnSpPr>
        <p:spPr>
          <a:xfrm flipH="1">
            <a:off x="6716443" y="3531442"/>
            <a:ext cx="138077" cy="26886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BFEEC127-5115-9A05-5613-23F970148D29}"/>
              </a:ext>
            </a:extLst>
          </p:cNvPr>
          <p:cNvCxnSpPr>
            <a:cxnSpLocks/>
          </p:cNvCxnSpPr>
          <p:nvPr/>
        </p:nvCxnSpPr>
        <p:spPr>
          <a:xfrm flipV="1">
            <a:off x="6322950" y="4835115"/>
            <a:ext cx="157118" cy="31137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379" name="Group 1378">
            <a:extLst>
              <a:ext uri="{FF2B5EF4-FFF2-40B4-BE49-F238E27FC236}">
                <a16:creationId xmlns:a16="http://schemas.microsoft.com/office/drawing/2014/main" id="{7AA8F583-46D4-5CDD-1D36-081CDF377388}"/>
              </a:ext>
            </a:extLst>
          </p:cNvPr>
          <p:cNvGrpSpPr/>
          <p:nvPr/>
        </p:nvGrpSpPr>
        <p:grpSpPr>
          <a:xfrm>
            <a:off x="8184090" y="5095053"/>
            <a:ext cx="1374288" cy="1295919"/>
            <a:chOff x="7909757" y="4776204"/>
            <a:chExt cx="1374288" cy="1295919"/>
          </a:xfrm>
        </p:grpSpPr>
        <p:pic>
          <p:nvPicPr>
            <p:cNvPr id="1430" name="Graphic 1429" descr="Paper outline">
              <a:extLst>
                <a:ext uri="{FF2B5EF4-FFF2-40B4-BE49-F238E27FC236}">
                  <a16:creationId xmlns:a16="http://schemas.microsoft.com/office/drawing/2014/main" id="{414421B0-8F34-4920-D954-D38F2C6E6E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1ACA8A87-B270-09AA-478B-DDBAEC3B1FCE}"/>
                </a:ext>
              </a:extLst>
            </p:cNvPr>
            <p:cNvGraphicFramePr>
              <a:graphicFrameLocks noChangeAspect="1"/>
            </p:cNvGraphicFramePr>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grpSp>
      <p:cxnSp>
        <p:nvCxnSpPr>
          <p:cNvPr id="1448" name="Straight Connector 1447">
            <a:extLst>
              <a:ext uri="{FF2B5EF4-FFF2-40B4-BE49-F238E27FC236}">
                <a16:creationId xmlns:a16="http://schemas.microsoft.com/office/drawing/2014/main" id="{E45EC7D3-E629-1F82-2BD8-247AB5F1B35F}"/>
              </a:ext>
            </a:extLst>
          </p:cNvPr>
          <p:cNvCxnSpPr>
            <a:cxnSpLocks/>
          </p:cNvCxnSpPr>
          <p:nvPr/>
        </p:nvCxnSpPr>
        <p:spPr>
          <a:xfrm flipV="1">
            <a:off x="5724785" y="3800311"/>
            <a:ext cx="744838" cy="131932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 name="Elbow Connector 3">
            <a:extLst>
              <a:ext uri="{FF2B5EF4-FFF2-40B4-BE49-F238E27FC236}">
                <a16:creationId xmlns:a16="http://schemas.microsoft.com/office/drawing/2014/main" id="{EB862192-D8DC-DEE3-FD81-DA0C5670CCD0}"/>
              </a:ext>
            </a:extLst>
          </p:cNvPr>
          <p:cNvCxnSpPr>
            <a:cxnSpLocks/>
            <a:stCxn id="1363" idx="2"/>
            <a:endCxn id="1431" idx="1"/>
          </p:cNvCxnSpPr>
          <p:nvPr/>
        </p:nvCxnSpPr>
        <p:spPr>
          <a:xfrm rot="16200000" flipH="1">
            <a:off x="7631224" y="4946624"/>
            <a:ext cx="1135032" cy="795733"/>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0" name="Elbow Connector 9">
            <a:extLst>
              <a:ext uri="{FF2B5EF4-FFF2-40B4-BE49-F238E27FC236}">
                <a16:creationId xmlns:a16="http://schemas.microsoft.com/office/drawing/2014/main" id="{3F560441-BDBB-804C-D577-F2671931532B}"/>
              </a:ext>
            </a:extLst>
          </p:cNvPr>
          <p:cNvCxnSpPr>
            <a:cxnSpLocks/>
            <a:stCxn id="1364" idx="1"/>
            <a:endCxn id="1431" idx="3"/>
          </p:cNvCxnSpPr>
          <p:nvPr/>
        </p:nvCxnSpPr>
        <p:spPr>
          <a:xfrm rot="10800000" flipV="1">
            <a:off x="9135562" y="4516337"/>
            <a:ext cx="398594" cy="1395670"/>
          </a:xfrm>
          <a:prstGeom prst="bentConnector3">
            <a:avLst>
              <a:gd name="adj1" fmla="val 33901"/>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grpSp>
        <p:nvGrpSpPr>
          <p:cNvPr id="594" name="Group 593">
            <a:extLst>
              <a:ext uri="{FF2B5EF4-FFF2-40B4-BE49-F238E27FC236}">
                <a16:creationId xmlns:a16="http://schemas.microsoft.com/office/drawing/2014/main" id="{A48949A0-2C54-A228-1D46-3B90DD6EBFBE}"/>
              </a:ext>
            </a:extLst>
          </p:cNvPr>
          <p:cNvGrpSpPr/>
          <p:nvPr/>
        </p:nvGrpSpPr>
        <p:grpSpPr>
          <a:xfrm>
            <a:off x="4352650" y="2592286"/>
            <a:ext cx="1970300" cy="931124"/>
            <a:chOff x="3813695" y="2520372"/>
            <a:chExt cx="1970300" cy="931124"/>
          </a:xfrm>
        </p:grpSpPr>
        <p:sp>
          <p:nvSpPr>
            <p:cNvPr id="20" name="Rectangle 19">
              <a:extLst>
                <a:ext uri="{FF2B5EF4-FFF2-40B4-BE49-F238E27FC236}">
                  <a16:creationId xmlns:a16="http://schemas.microsoft.com/office/drawing/2014/main" id="{F2F94ADC-E96D-1419-07C6-8E10F02FEC2E}"/>
                </a:ext>
              </a:extLst>
            </p:cNvPr>
            <p:cNvSpPr/>
            <p:nvPr/>
          </p:nvSpPr>
          <p:spPr>
            <a:xfrm>
              <a:off x="5315152" y="31114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4869688F-6690-9048-995F-5A555ACA2BED}"/>
                </a:ext>
              </a:extLst>
            </p:cNvPr>
            <p:cNvSpPr/>
            <p:nvPr/>
          </p:nvSpPr>
          <p:spPr>
            <a:xfrm>
              <a:off x="4694990" y="29665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C7B3DF7E-87CC-0F54-5980-440286A54189}"/>
                </a:ext>
              </a:extLst>
            </p:cNvPr>
            <p:cNvSpPr/>
            <p:nvPr/>
          </p:nvSpPr>
          <p:spPr>
            <a:xfrm>
              <a:off x="4468490" y="2520372"/>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228AAFD2-5383-15D7-C5AF-3B35271A4FF3}"/>
                </a:ext>
              </a:extLst>
            </p:cNvPr>
            <p:cNvSpPr/>
            <p:nvPr/>
          </p:nvSpPr>
          <p:spPr>
            <a:xfrm>
              <a:off x="5220381" y="252162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353" name="Rectangle 1352">
              <a:extLst>
                <a:ext uri="{FF2B5EF4-FFF2-40B4-BE49-F238E27FC236}">
                  <a16:creationId xmlns:a16="http://schemas.microsoft.com/office/drawing/2014/main" id="{53289C76-AB30-7528-760E-8D9221FC4FD1}"/>
                </a:ext>
              </a:extLst>
            </p:cNvPr>
            <p:cNvSpPr/>
            <p:nvPr/>
          </p:nvSpPr>
          <p:spPr>
            <a:xfrm>
              <a:off x="3813695" y="277793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478" name="Straight Connector 477">
            <a:extLst>
              <a:ext uri="{FF2B5EF4-FFF2-40B4-BE49-F238E27FC236}">
                <a16:creationId xmlns:a16="http://schemas.microsoft.com/office/drawing/2014/main" id="{C5E0AD0B-F8F2-EF56-8F43-9C86C59F94A8}"/>
              </a:ext>
            </a:extLst>
          </p:cNvPr>
          <p:cNvCxnSpPr>
            <a:cxnSpLocks/>
          </p:cNvCxnSpPr>
          <p:nvPr/>
        </p:nvCxnSpPr>
        <p:spPr>
          <a:xfrm flipH="1">
            <a:off x="8043526" y="5753681"/>
            <a:ext cx="2875738" cy="448874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86D8422D-8F9C-3482-6FE2-674AC47237E0}"/>
              </a:ext>
            </a:extLst>
          </p:cNvPr>
          <p:cNvCxnSpPr>
            <a:cxnSpLocks/>
          </p:cNvCxnSpPr>
          <p:nvPr/>
        </p:nvCxnSpPr>
        <p:spPr>
          <a:xfrm flipH="1">
            <a:off x="8063979" y="6525849"/>
            <a:ext cx="344050" cy="194140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596" name="Group 595">
            <a:extLst>
              <a:ext uri="{FF2B5EF4-FFF2-40B4-BE49-F238E27FC236}">
                <a16:creationId xmlns:a16="http://schemas.microsoft.com/office/drawing/2014/main" id="{F5DE1205-192F-67AC-467E-3368B20BABE4}"/>
              </a:ext>
            </a:extLst>
          </p:cNvPr>
          <p:cNvGrpSpPr/>
          <p:nvPr/>
        </p:nvGrpSpPr>
        <p:grpSpPr>
          <a:xfrm>
            <a:off x="3971446" y="3827144"/>
            <a:ext cx="1763725" cy="931206"/>
            <a:chOff x="3243530" y="3828629"/>
            <a:chExt cx="1763725" cy="931206"/>
          </a:xfrm>
        </p:grpSpPr>
        <p:sp>
          <p:nvSpPr>
            <p:cNvPr id="34" name="Rectangle 33">
              <a:extLst>
                <a:ext uri="{FF2B5EF4-FFF2-40B4-BE49-F238E27FC236}">
                  <a16:creationId xmlns:a16="http://schemas.microsoft.com/office/drawing/2014/main" id="{3F201B1C-C892-4DD4-EDD1-75263AD2F50B}"/>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783EDB10-EA4C-839A-54D2-93C22E5FB8AA}"/>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9" name="Rectangle 38">
              <a:extLst>
                <a:ext uri="{FF2B5EF4-FFF2-40B4-BE49-F238E27FC236}">
                  <a16:creationId xmlns:a16="http://schemas.microsoft.com/office/drawing/2014/main" id="{FCA207BB-747C-984D-4CCE-3FCF860AA4BF}"/>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0" name="Rectangle 39">
              <a:extLst>
                <a:ext uri="{FF2B5EF4-FFF2-40B4-BE49-F238E27FC236}">
                  <a16:creationId xmlns:a16="http://schemas.microsoft.com/office/drawing/2014/main" id="{2FF42B6D-0B88-C751-169B-0D50DE589671}"/>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1354" name="Elbow Connector 1353">
              <a:extLst>
                <a:ext uri="{FF2B5EF4-FFF2-40B4-BE49-F238E27FC236}">
                  <a16:creationId xmlns:a16="http://schemas.microsoft.com/office/drawing/2014/main" id="{F59BD716-D672-631A-19D9-80F069963BED}"/>
                </a:ext>
              </a:extLst>
            </p:cNvPr>
            <p:cNvCxnSpPr>
              <a:cxnSpLocks/>
              <a:endCxn id="37"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57" name="Elbow Connector 1356">
              <a:extLst>
                <a:ext uri="{FF2B5EF4-FFF2-40B4-BE49-F238E27FC236}">
                  <a16:creationId xmlns:a16="http://schemas.microsoft.com/office/drawing/2014/main" id="{83FF6EEF-325B-1F5C-D3DF-08DAE9B98856}"/>
                </a:ext>
              </a:extLst>
            </p:cNvPr>
            <p:cNvCxnSpPr>
              <a:cxnSpLocks/>
              <a:stCxn id="37" idx="3"/>
              <a:endCxn id="40"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62" name="Elbow Connector 1361">
              <a:extLst>
                <a:ext uri="{FF2B5EF4-FFF2-40B4-BE49-F238E27FC236}">
                  <a16:creationId xmlns:a16="http://schemas.microsoft.com/office/drawing/2014/main" id="{96CDDF24-69E6-48AF-0498-22ECE9FFF9E6}"/>
                </a:ext>
              </a:extLst>
            </p:cNvPr>
            <p:cNvCxnSpPr>
              <a:cxnSpLocks/>
              <a:stCxn id="37" idx="2"/>
              <a:endCxn id="3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504" name="Rectangle 503">
              <a:extLst>
                <a:ext uri="{FF2B5EF4-FFF2-40B4-BE49-F238E27FC236}">
                  <a16:creationId xmlns:a16="http://schemas.microsoft.com/office/drawing/2014/main" id="{6193FAEE-56A3-1110-DFBB-34BEAC8DB371}"/>
                </a:ext>
              </a:extLst>
            </p:cNvPr>
            <p:cNvSpPr/>
            <p:nvPr/>
          </p:nvSpPr>
          <p:spPr>
            <a:xfrm>
              <a:off x="3254772" y="383285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6" name="Rectangle 505">
              <a:extLst>
                <a:ext uri="{FF2B5EF4-FFF2-40B4-BE49-F238E27FC236}">
                  <a16:creationId xmlns:a16="http://schemas.microsoft.com/office/drawing/2014/main" id="{BBB8552C-3731-A539-D463-601AF932904A}"/>
                </a:ext>
              </a:extLst>
            </p:cNvPr>
            <p:cNvSpPr/>
            <p:nvPr/>
          </p:nvSpPr>
          <p:spPr>
            <a:xfrm>
              <a:off x="3849960"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7" name="Rectangle 506">
              <a:extLst>
                <a:ext uri="{FF2B5EF4-FFF2-40B4-BE49-F238E27FC236}">
                  <a16:creationId xmlns:a16="http://schemas.microsoft.com/office/drawing/2014/main" id="{2DEA5EDA-F148-2BB6-06A9-10B00700F475}"/>
                </a:ext>
              </a:extLst>
            </p:cNvPr>
            <p:cNvSpPr/>
            <p:nvPr/>
          </p:nvSpPr>
          <p:spPr>
            <a:xfrm>
              <a:off x="4546928" y="44237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8" name="Rectangle 507">
              <a:extLst>
                <a:ext uri="{FF2B5EF4-FFF2-40B4-BE49-F238E27FC236}">
                  <a16:creationId xmlns:a16="http://schemas.microsoft.com/office/drawing/2014/main" id="{6F5B9A82-2EA3-ADDB-32E5-1200A7CA0651}"/>
                </a:ext>
              </a:extLst>
            </p:cNvPr>
            <p:cNvSpPr/>
            <p:nvPr/>
          </p:nvSpPr>
          <p:spPr>
            <a:xfrm>
              <a:off x="4520282"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1409" name="Group 1408">
            <a:extLst>
              <a:ext uri="{FF2B5EF4-FFF2-40B4-BE49-F238E27FC236}">
                <a16:creationId xmlns:a16="http://schemas.microsoft.com/office/drawing/2014/main" id="{EF6075B9-9CA1-7077-D6B0-6D579649FEBA}"/>
              </a:ext>
            </a:extLst>
          </p:cNvPr>
          <p:cNvGrpSpPr/>
          <p:nvPr/>
        </p:nvGrpSpPr>
        <p:grpSpPr>
          <a:xfrm>
            <a:off x="8855147" y="2668516"/>
            <a:ext cx="609170" cy="487299"/>
            <a:chOff x="8855147" y="2668516"/>
            <a:chExt cx="609170" cy="487299"/>
          </a:xfrm>
        </p:grpSpPr>
        <p:pic>
          <p:nvPicPr>
            <p:cNvPr id="509" name="Graphic 508" descr="Paper outline">
              <a:extLst>
                <a:ext uri="{FF2B5EF4-FFF2-40B4-BE49-F238E27FC236}">
                  <a16:creationId xmlns:a16="http://schemas.microsoft.com/office/drawing/2014/main" id="{10115E96-DCAA-0A7E-65D0-D326F7E5537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510" name="TextBox 509">
              <a:extLst>
                <a:ext uri="{FF2B5EF4-FFF2-40B4-BE49-F238E27FC236}">
                  <a16:creationId xmlns:a16="http://schemas.microsoft.com/office/drawing/2014/main" id="{7EA29B2C-3BFE-4CBA-6244-1FA127024400}"/>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a:t>
              </a:r>
              <a:r>
                <a:rPr lang="en-US" sz="1000" b="0" dirty="0" err="1"/>
                <a:t>json</a:t>
              </a:r>
              <a:endParaRPr kumimoji="0" lang="en-US" sz="1000" b="0" i="0" u="none" strike="noStrike" cap="none" spc="0" normalizeH="0" baseline="0" dirty="0">
                <a:ln>
                  <a:noFill/>
                </a:ln>
                <a:solidFill>
                  <a:srgbClr val="4C4C4C"/>
                </a:solidFill>
                <a:effectLst/>
                <a:uFillTx/>
                <a:sym typeface="Source Sans Pro"/>
              </a:endParaRPr>
            </a:p>
          </p:txBody>
        </p:sp>
      </p:grpSp>
      <p:grpSp>
        <p:nvGrpSpPr>
          <p:cNvPr id="1410" name="Group 1409">
            <a:extLst>
              <a:ext uri="{FF2B5EF4-FFF2-40B4-BE49-F238E27FC236}">
                <a16:creationId xmlns:a16="http://schemas.microsoft.com/office/drawing/2014/main" id="{B330BB43-E2EE-23BD-F8F2-B7AFD0A51D7F}"/>
              </a:ext>
            </a:extLst>
          </p:cNvPr>
          <p:cNvGrpSpPr/>
          <p:nvPr/>
        </p:nvGrpSpPr>
        <p:grpSpPr>
          <a:xfrm>
            <a:off x="9386272" y="2805738"/>
            <a:ext cx="609170" cy="487299"/>
            <a:chOff x="8855147" y="2668516"/>
            <a:chExt cx="609170" cy="487299"/>
          </a:xfrm>
        </p:grpSpPr>
        <p:pic>
          <p:nvPicPr>
            <p:cNvPr id="1412" name="Graphic 1411" descr="Paper outline">
              <a:extLst>
                <a:ext uri="{FF2B5EF4-FFF2-40B4-BE49-F238E27FC236}">
                  <a16:creationId xmlns:a16="http://schemas.microsoft.com/office/drawing/2014/main" id="{87949EF0-C0E5-C5D4-9929-700DBC3F997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3" name="TextBox 1412">
              <a:extLst>
                <a:ext uri="{FF2B5EF4-FFF2-40B4-BE49-F238E27FC236}">
                  <a16:creationId xmlns:a16="http://schemas.microsoft.com/office/drawing/2014/main" id="{F3036575-FD38-8A69-6704-1A9C8A5915EC}"/>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a:t>
              </a:r>
              <a:r>
                <a:rPr lang="en-US" sz="1000" b="0" dirty="0" err="1"/>
                <a:t>json</a:t>
              </a:r>
              <a:endParaRPr kumimoji="0" lang="en-US" sz="1000" b="0" i="0" u="none" strike="noStrike" cap="none" spc="0" normalizeH="0" baseline="0" dirty="0">
                <a:ln>
                  <a:noFill/>
                </a:ln>
                <a:solidFill>
                  <a:srgbClr val="4C4C4C"/>
                </a:solidFill>
                <a:effectLst/>
                <a:uFillTx/>
                <a:sym typeface="Source Sans Pro"/>
              </a:endParaRPr>
            </a:p>
          </p:txBody>
        </p:sp>
      </p:grpSp>
      <p:grpSp>
        <p:nvGrpSpPr>
          <p:cNvPr id="1414" name="Group 1413">
            <a:extLst>
              <a:ext uri="{FF2B5EF4-FFF2-40B4-BE49-F238E27FC236}">
                <a16:creationId xmlns:a16="http://schemas.microsoft.com/office/drawing/2014/main" id="{2DC66292-0DAD-C189-7BD7-9DF98F838733}"/>
              </a:ext>
            </a:extLst>
          </p:cNvPr>
          <p:cNvGrpSpPr/>
          <p:nvPr/>
        </p:nvGrpSpPr>
        <p:grpSpPr>
          <a:xfrm>
            <a:off x="9128389" y="3057486"/>
            <a:ext cx="609170" cy="487299"/>
            <a:chOff x="8855147" y="2668516"/>
            <a:chExt cx="609170" cy="487299"/>
          </a:xfrm>
        </p:grpSpPr>
        <p:pic>
          <p:nvPicPr>
            <p:cNvPr id="1416" name="Graphic 1415" descr="Paper outline">
              <a:extLst>
                <a:ext uri="{FF2B5EF4-FFF2-40B4-BE49-F238E27FC236}">
                  <a16:creationId xmlns:a16="http://schemas.microsoft.com/office/drawing/2014/main" id="{6CE1543C-E504-4510-D255-8FCF579F90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7" name="TextBox 1416">
              <a:extLst>
                <a:ext uri="{FF2B5EF4-FFF2-40B4-BE49-F238E27FC236}">
                  <a16:creationId xmlns:a16="http://schemas.microsoft.com/office/drawing/2014/main" id="{3593C760-E5CC-CFA1-8DE2-D6D37DA3EAFF}"/>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a:t>
              </a:r>
              <a:r>
                <a:rPr lang="en-US" sz="1000" b="0" dirty="0" err="1"/>
                <a:t>json</a:t>
              </a:r>
              <a:endParaRPr kumimoji="0" lang="en-US" sz="1000" b="0" i="0" u="none" strike="noStrike" cap="none" spc="0" normalizeH="0" baseline="0" dirty="0">
                <a:ln>
                  <a:noFill/>
                </a:ln>
                <a:solidFill>
                  <a:srgbClr val="4C4C4C"/>
                </a:solidFill>
                <a:effectLst/>
                <a:uFillTx/>
                <a:sym typeface="Source Sans Pro"/>
              </a:endParaRPr>
            </a:p>
          </p:txBody>
        </p:sp>
      </p:grpSp>
      <p:cxnSp>
        <p:nvCxnSpPr>
          <p:cNvPr id="1419" name="Elbow Connector 1418">
            <a:extLst>
              <a:ext uri="{FF2B5EF4-FFF2-40B4-BE49-F238E27FC236}">
                <a16:creationId xmlns:a16="http://schemas.microsoft.com/office/drawing/2014/main" id="{CB7AE157-7A26-95A9-B39E-F24A21C0495C}"/>
              </a:ext>
            </a:extLst>
          </p:cNvPr>
          <p:cNvCxnSpPr>
            <a:cxnSpLocks/>
            <a:endCxn id="35" idx="1"/>
          </p:cNvCxnSpPr>
          <p:nvPr/>
        </p:nvCxnSpPr>
        <p:spPr>
          <a:xfrm>
            <a:off x="8343417" y="4033372"/>
            <a:ext cx="928794" cy="270238"/>
          </a:xfrm>
          <a:prstGeom prst="bentConnector3">
            <a:avLst>
              <a:gd name="adj1" fmla="val 5000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grpSp>
        <p:nvGrpSpPr>
          <p:cNvPr id="600" name="Group 599">
            <a:extLst>
              <a:ext uri="{FF2B5EF4-FFF2-40B4-BE49-F238E27FC236}">
                <a16:creationId xmlns:a16="http://schemas.microsoft.com/office/drawing/2014/main" id="{6E6F7AC1-0F69-CC0E-02B6-4134220F3435}"/>
              </a:ext>
            </a:extLst>
          </p:cNvPr>
          <p:cNvGrpSpPr/>
          <p:nvPr/>
        </p:nvGrpSpPr>
        <p:grpSpPr>
          <a:xfrm>
            <a:off x="3438079" y="5444332"/>
            <a:ext cx="533273" cy="690603"/>
            <a:chOff x="3438079" y="5444332"/>
            <a:chExt cx="533273" cy="690603"/>
          </a:xfrm>
        </p:grpSpPr>
        <p:sp>
          <p:nvSpPr>
            <p:cNvPr id="1425" name="Rectangle 1424">
              <a:extLst>
                <a:ext uri="{FF2B5EF4-FFF2-40B4-BE49-F238E27FC236}">
                  <a16:creationId xmlns:a16="http://schemas.microsoft.com/office/drawing/2014/main" id="{8712F069-5196-B237-51A7-D316FB4FCF55}"/>
                </a:ext>
              </a:extLst>
            </p:cNvPr>
            <p:cNvSpPr/>
            <p:nvPr/>
          </p:nvSpPr>
          <p:spPr>
            <a:xfrm>
              <a:off x="3438079" y="5444332"/>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4" name="Rectangle 1433">
              <a:extLst>
                <a:ext uri="{FF2B5EF4-FFF2-40B4-BE49-F238E27FC236}">
                  <a16:creationId xmlns:a16="http://schemas.microsoft.com/office/drawing/2014/main" id="{62DC5FBC-BA3C-A3C6-8BB3-CC82A0922997}"/>
                </a:ext>
              </a:extLst>
            </p:cNvPr>
            <p:cNvSpPr/>
            <p:nvPr/>
          </p:nvSpPr>
          <p:spPr>
            <a:xfrm>
              <a:off x="3721885" y="5450730"/>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598" name="Group 597">
            <a:extLst>
              <a:ext uri="{FF2B5EF4-FFF2-40B4-BE49-F238E27FC236}">
                <a16:creationId xmlns:a16="http://schemas.microsoft.com/office/drawing/2014/main" id="{BDEEF723-A86A-1F0C-4944-4DA681BB2508}"/>
              </a:ext>
            </a:extLst>
          </p:cNvPr>
          <p:cNvGrpSpPr/>
          <p:nvPr/>
        </p:nvGrpSpPr>
        <p:grpSpPr>
          <a:xfrm>
            <a:off x="4960815" y="5156316"/>
            <a:ext cx="535182" cy="690603"/>
            <a:chOff x="4884855" y="5392548"/>
            <a:chExt cx="535182" cy="690603"/>
          </a:xfrm>
        </p:grpSpPr>
        <p:sp>
          <p:nvSpPr>
            <p:cNvPr id="1426" name="Rectangle 1425">
              <a:extLst>
                <a:ext uri="{FF2B5EF4-FFF2-40B4-BE49-F238E27FC236}">
                  <a16:creationId xmlns:a16="http://schemas.microsoft.com/office/drawing/2014/main" id="{6F1F5208-A808-CAD1-E398-B010B0BED442}"/>
                </a:ext>
              </a:extLst>
            </p:cNvPr>
            <p:cNvSpPr/>
            <p:nvPr/>
          </p:nvSpPr>
          <p:spPr>
            <a:xfrm>
              <a:off x="4884855" y="5392548"/>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5" name="Rectangle 1434">
              <a:extLst>
                <a:ext uri="{FF2B5EF4-FFF2-40B4-BE49-F238E27FC236}">
                  <a16:creationId xmlns:a16="http://schemas.microsoft.com/office/drawing/2014/main" id="{7CAAB113-9032-5870-7575-33ED28DF2EAA}"/>
                </a:ext>
              </a:extLst>
            </p:cNvPr>
            <p:cNvSpPr/>
            <p:nvPr/>
          </p:nvSpPr>
          <p:spPr>
            <a:xfrm>
              <a:off x="5170570" y="5399514"/>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601" name="Group 600">
            <a:extLst>
              <a:ext uri="{FF2B5EF4-FFF2-40B4-BE49-F238E27FC236}">
                <a16:creationId xmlns:a16="http://schemas.microsoft.com/office/drawing/2014/main" id="{60C725C9-E4AB-22D3-A69E-7A7CE1161907}"/>
              </a:ext>
            </a:extLst>
          </p:cNvPr>
          <p:cNvGrpSpPr/>
          <p:nvPr/>
        </p:nvGrpSpPr>
        <p:grpSpPr>
          <a:xfrm>
            <a:off x="4063605" y="6017106"/>
            <a:ext cx="532246" cy="690603"/>
            <a:chOff x="4073864" y="6252050"/>
            <a:chExt cx="532246" cy="690603"/>
          </a:xfrm>
        </p:grpSpPr>
        <p:sp>
          <p:nvSpPr>
            <p:cNvPr id="1428" name="Rectangle 1427">
              <a:extLst>
                <a:ext uri="{FF2B5EF4-FFF2-40B4-BE49-F238E27FC236}">
                  <a16:creationId xmlns:a16="http://schemas.microsoft.com/office/drawing/2014/main" id="{EF7C6F15-45F8-F9C1-BD68-B15E51FDD134}"/>
                </a:ext>
              </a:extLst>
            </p:cNvPr>
            <p:cNvSpPr/>
            <p:nvPr/>
          </p:nvSpPr>
          <p:spPr>
            <a:xfrm>
              <a:off x="4073864" y="6252050"/>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436" name="Rectangle 1435">
              <a:extLst>
                <a:ext uri="{FF2B5EF4-FFF2-40B4-BE49-F238E27FC236}">
                  <a16:creationId xmlns:a16="http://schemas.microsoft.com/office/drawing/2014/main" id="{C26C5F1C-F529-CFB7-4B58-7D30DF80278E}"/>
                </a:ext>
              </a:extLst>
            </p:cNvPr>
            <p:cNvSpPr/>
            <p:nvPr/>
          </p:nvSpPr>
          <p:spPr>
            <a:xfrm>
              <a:off x="4354638" y="625617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603" name="Group 602">
            <a:extLst>
              <a:ext uri="{FF2B5EF4-FFF2-40B4-BE49-F238E27FC236}">
                <a16:creationId xmlns:a16="http://schemas.microsoft.com/office/drawing/2014/main" id="{F63487AE-01D2-0712-6B7C-65653056F617}"/>
              </a:ext>
            </a:extLst>
          </p:cNvPr>
          <p:cNvGrpSpPr/>
          <p:nvPr/>
        </p:nvGrpSpPr>
        <p:grpSpPr>
          <a:xfrm>
            <a:off x="3640652" y="6880166"/>
            <a:ext cx="532640" cy="693751"/>
            <a:chOff x="3294361" y="6403905"/>
            <a:chExt cx="532640" cy="693751"/>
          </a:xfrm>
        </p:grpSpPr>
        <p:sp>
          <p:nvSpPr>
            <p:cNvPr id="1427" name="Rectangle 1426">
              <a:extLst>
                <a:ext uri="{FF2B5EF4-FFF2-40B4-BE49-F238E27FC236}">
                  <a16:creationId xmlns:a16="http://schemas.microsoft.com/office/drawing/2014/main" id="{87762B86-E80E-538B-83A2-4B26E82161A3}"/>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7" name="Rectangle 1436">
              <a:extLst>
                <a:ext uri="{FF2B5EF4-FFF2-40B4-BE49-F238E27FC236}">
                  <a16:creationId xmlns:a16="http://schemas.microsoft.com/office/drawing/2014/main" id="{09D171DE-9D5F-E8F6-37C7-0A9B81F7E62D}"/>
                </a:ext>
              </a:extLst>
            </p:cNvPr>
            <p:cNvSpPr/>
            <p:nvPr/>
          </p:nvSpPr>
          <p:spPr>
            <a:xfrm>
              <a:off x="3577534" y="6403905"/>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602" name="Group 601">
            <a:extLst>
              <a:ext uri="{FF2B5EF4-FFF2-40B4-BE49-F238E27FC236}">
                <a16:creationId xmlns:a16="http://schemas.microsoft.com/office/drawing/2014/main" id="{B7DD37DD-81DD-4BB0-09D4-30BA8EF454A7}"/>
              </a:ext>
            </a:extLst>
          </p:cNvPr>
          <p:cNvGrpSpPr/>
          <p:nvPr/>
        </p:nvGrpSpPr>
        <p:grpSpPr>
          <a:xfrm>
            <a:off x="4655261" y="7055485"/>
            <a:ext cx="532246" cy="690603"/>
            <a:chOff x="4407275" y="7069836"/>
            <a:chExt cx="532246" cy="690603"/>
          </a:xfrm>
        </p:grpSpPr>
        <p:sp>
          <p:nvSpPr>
            <p:cNvPr id="1429" name="Rectangle 1428">
              <a:extLst>
                <a:ext uri="{FF2B5EF4-FFF2-40B4-BE49-F238E27FC236}">
                  <a16:creationId xmlns:a16="http://schemas.microsoft.com/office/drawing/2014/main" id="{DEFDAC7D-B8D0-2BC9-255A-47B6813DA606}"/>
                </a:ext>
              </a:extLst>
            </p:cNvPr>
            <p:cNvSpPr/>
            <p:nvPr/>
          </p:nvSpPr>
          <p:spPr>
            <a:xfrm>
              <a:off x="4407275" y="7069836"/>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438" name="Rectangle 1437">
              <a:extLst>
                <a:ext uri="{FF2B5EF4-FFF2-40B4-BE49-F238E27FC236}">
                  <a16:creationId xmlns:a16="http://schemas.microsoft.com/office/drawing/2014/main" id="{7F874250-1508-97F0-945D-7A2A6D972691}"/>
                </a:ext>
              </a:extLst>
            </p:cNvPr>
            <p:cNvSpPr/>
            <p:nvPr/>
          </p:nvSpPr>
          <p:spPr>
            <a:xfrm>
              <a:off x="4690054" y="707957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1439" name="Elbow Connector 1438">
            <a:extLst>
              <a:ext uri="{FF2B5EF4-FFF2-40B4-BE49-F238E27FC236}">
                <a16:creationId xmlns:a16="http://schemas.microsoft.com/office/drawing/2014/main" id="{5DC60D96-3D1D-5B74-DA01-10CC5B24E16A}"/>
              </a:ext>
            </a:extLst>
          </p:cNvPr>
          <p:cNvCxnSpPr>
            <a:cxnSpLocks/>
            <a:stCxn id="39" idx="1"/>
            <a:endCxn id="633" idx="1"/>
          </p:cNvCxnSpPr>
          <p:nvPr/>
        </p:nvCxnSpPr>
        <p:spPr>
          <a:xfrm rot="10800000" flipH="1" flipV="1">
            <a:off x="3971446" y="3997158"/>
            <a:ext cx="230338" cy="1303295"/>
          </a:xfrm>
          <a:prstGeom prst="bentConnector3">
            <a:avLst>
              <a:gd name="adj1" fmla="val -99245"/>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3" name="Elbow Connector 1442">
            <a:extLst>
              <a:ext uri="{FF2B5EF4-FFF2-40B4-BE49-F238E27FC236}">
                <a16:creationId xmlns:a16="http://schemas.microsoft.com/office/drawing/2014/main" id="{73C7C44A-01BD-4A3A-B596-82A20012DF37}"/>
              </a:ext>
            </a:extLst>
          </p:cNvPr>
          <p:cNvCxnSpPr>
            <a:cxnSpLocks/>
            <a:stCxn id="633" idx="3"/>
          </p:cNvCxnSpPr>
          <p:nvPr/>
        </p:nvCxnSpPr>
        <p:spPr>
          <a:xfrm flipV="1">
            <a:off x="4585286" y="4554070"/>
            <a:ext cx="5798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9" name="Straight Connector 1448">
            <a:extLst>
              <a:ext uri="{FF2B5EF4-FFF2-40B4-BE49-F238E27FC236}">
                <a16:creationId xmlns:a16="http://schemas.microsoft.com/office/drawing/2014/main" id="{D3EE4AED-8B0C-6A28-E0A9-D0CF5577537F}"/>
              </a:ext>
            </a:extLst>
          </p:cNvPr>
          <p:cNvCxnSpPr>
            <a:cxnSpLocks/>
          </p:cNvCxnSpPr>
          <p:nvPr/>
        </p:nvCxnSpPr>
        <p:spPr>
          <a:xfrm>
            <a:off x="3782424" y="7874788"/>
            <a:ext cx="2374466" cy="23329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5" name="Straight Connector 1454">
            <a:extLst>
              <a:ext uri="{FF2B5EF4-FFF2-40B4-BE49-F238E27FC236}">
                <a16:creationId xmlns:a16="http://schemas.microsoft.com/office/drawing/2014/main" id="{97E3A3D1-66E7-95D6-91C1-1D62ACA8849B}"/>
              </a:ext>
            </a:extLst>
          </p:cNvPr>
          <p:cNvCxnSpPr>
            <a:cxnSpLocks/>
          </p:cNvCxnSpPr>
          <p:nvPr/>
        </p:nvCxnSpPr>
        <p:spPr>
          <a:xfrm>
            <a:off x="5257623" y="7816893"/>
            <a:ext cx="899267" cy="6398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53E56CAC-261E-2DF4-6967-3171AB1A876E}"/>
              </a:ext>
            </a:extLst>
          </p:cNvPr>
          <p:cNvCxnSpPr>
            <a:cxnSpLocks/>
          </p:cNvCxnSpPr>
          <p:nvPr/>
        </p:nvCxnSpPr>
        <p:spPr>
          <a:xfrm flipH="1">
            <a:off x="7497231" y="4835115"/>
            <a:ext cx="846186" cy="305493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6EA70CD8-96E0-54D9-06DA-E1F3C24831E9}"/>
              </a:ext>
            </a:extLst>
          </p:cNvPr>
          <p:cNvCxnSpPr>
            <a:cxnSpLocks/>
          </p:cNvCxnSpPr>
          <p:nvPr/>
        </p:nvCxnSpPr>
        <p:spPr>
          <a:xfrm flipH="1">
            <a:off x="6486021" y="2520372"/>
            <a:ext cx="368499" cy="130825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634DB2A9-86CB-E583-84AA-E37156DE7A5A}"/>
              </a:ext>
            </a:extLst>
          </p:cNvPr>
          <p:cNvCxnSpPr>
            <a:cxnSpLocks/>
          </p:cNvCxnSpPr>
          <p:nvPr/>
        </p:nvCxnSpPr>
        <p:spPr>
          <a:xfrm flipH="1">
            <a:off x="8343417" y="3531442"/>
            <a:ext cx="72500" cy="131589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76E6E841-A49D-6BBE-222E-8BEAB5D6257E}"/>
              </a:ext>
            </a:extLst>
          </p:cNvPr>
          <p:cNvCxnSpPr>
            <a:cxnSpLocks/>
          </p:cNvCxnSpPr>
          <p:nvPr/>
        </p:nvCxnSpPr>
        <p:spPr>
          <a:xfrm>
            <a:off x="7497231" y="7874788"/>
            <a:ext cx="546295" cy="5924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1" name="Straight Connector 610">
            <a:extLst>
              <a:ext uri="{FF2B5EF4-FFF2-40B4-BE49-F238E27FC236}">
                <a16:creationId xmlns:a16="http://schemas.microsoft.com/office/drawing/2014/main" id="{D4847A5A-AC2F-0365-EA3B-552AADD578E2}"/>
              </a:ext>
            </a:extLst>
          </p:cNvPr>
          <p:cNvCxnSpPr>
            <a:cxnSpLocks/>
          </p:cNvCxnSpPr>
          <p:nvPr/>
        </p:nvCxnSpPr>
        <p:spPr>
          <a:xfrm>
            <a:off x="5753809" y="7843746"/>
            <a:ext cx="431899" cy="62074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F2F8BE4C-05A5-551C-E660-C4A7B5EE6B9C}"/>
              </a:ext>
            </a:extLst>
          </p:cNvPr>
          <p:cNvCxnSpPr>
            <a:cxnSpLocks/>
          </p:cNvCxnSpPr>
          <p:nvPr/>
        </p:nvCxnSpPr>
        <p:spPr>
          <a:xfrm flipH="1">
            <a:off x="8054706" y="6443512"/>
            <a:ext cx="1217505" cy="373286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633" name="Graphic 632" descr="Paper outline">
            <a:extLst>
              <a:ext uri="{FF2B5EF4-FFF2-40B4-BE49-F238E27FC236}">
                <a16:creationId xmlns:a16="http://schemas.microsoft.com/office/drawing/2014/main" id="{6B76BFC6-C2EA-7F4A-E155-EAB4E8E71DC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01784" y="5119637"/>
            <a:ext cx="383502" cy="361633"/>
          </a:xfrm>
          <a:prstGeom prst="rect">
            <a:avLst/>
          </a:prstGeom>
        </p:spPr>
      </p:pic>
      <p:pic>
        <p:nvPicPr>
          <p:cNvPr id="637" name="Graphic 636" descr="Paper outline">
            <a:extLst>
              <a:ext uri="{FF2B5EF4-FFF2-40B4-BE49-F238E27FC236}">
                <a16:creationId xmlns:a16="http://schemas.microsoft.com/office/drawing/2014/main" id="{EA4B00AC-2A8B-E0FA-EDFE-9D43794FD0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8083" y="6011261"/>
            <a:ext cx="383502" cy="361633"/>
          </a:xfrm>
          <a:prstGeom prst="rect">
            <a:avLst/>
          </a:prstGeom>
        </p:spPr>
      </p:pic>
      <p:cxnSp>
        <p:nvCxnSpPr>
          <p:cNvPr id="638" name="Elbow Connector 637">
            <a:extLst>
              <a:ext uri="{FF2B5EF4-FFF2-40B4-BE49-F238E27FC236}">
                <a16:creationId xmlns:a16="http://schemas.microsoft.com/office/drawing/2014/main" id="{452150AD-93A1-76E5-F2AA-BC459F640153}"/>
              </a:ext>
            </a:extLst>
          </p:cNvPr>
          <p:cNvCxnSpPr>
            <a:cxnSpLocks/>
            <a:stCxn id="637" idx="3"/>
          </p:cNvCxnSpPr>
          <p:nvPr/>
        </p:nvCxnSpPr>
        <p:spPr>
          <a:xfrm flipV="1">
            <a:off x="5521585" y="4742078"/>
            <a:ext cx="110288" cy="14500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59" name="Elbow Connector 258">
            <a:extLst>
              <a:ext uri="{FF2B5EF4-FFF2-40B4-BE49-F238E27FC236}">
                <a16:creationId xmlns:a16="http://schemas.microsoft.com/office/drawing/2014/main" id="{B0FBAAC1-9FF6-5B5E-5CB6-518258E30798}"/>
              </a:ext>
            </a:extLst>
          </p:cNvPr>
          <p:cNvCxnSpPr>
            <a:cxnSpLocks/>
            <a:stCxn id="637" idx="1"/>
          </p:cNvCxnSpPr>
          <p:nvPr/>
        </p:nvCxnSpPr>
        <p:spPr>
          <a:xfrm rot="10800000">
            <a:off x="4751087" y="4516340"/>
            <a:ext cx="386996" cy="1675739"/>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C47DDCAC-0EB8-9067-FB09-1D995469AA22}"/>
              </a:ext>
            </a:extLst>
          </p:cNvPr>
          <p:cNvCxnSpPr>
            <a:cxnSpLocks/>
          </p:cNvCxnSpPr>
          <p:nvPr/>
        </p:nvCxnSpPr>
        <p:spPr>
          <a:xfrm flipV="1">
            <a:off x="7521762" y="3800311"/>
            <a:ext cx="789159" cy="132711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06DB7904-A91E-1368-45A5-18B5CC91374D}"/>
              </a:ext>
            </a:extLst>
          </p:cNvPr>
          <p:cNvSpPr txBox="1"/>
          <p:nvPr/>
        </p:nvSpPr>
        <p:spPr>
          <a:xfrm>
            <a:off x="2774827" y="9315081"/>
            <a:ext cx="378719"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57" name="Line">
            <a:extLst>
              <a:ext uri="{FF2B5EF4-FFF2-40B4-BE49-F238E27FC236}">
                <a16:creationId xmlns:a16="http://schemas.microsoft.com/office/drawing/2014/main" id="{5F3A68D6-5FA8-EBC5-74C7-95B489D16EDA}"/>
              </a:ext>
            </a:extLst>
          </p:cNvPr>
          <p:cNvSpPr/>
          <p:nvPr/>
        </p:nvSpPr>
        <p:spPr>
          <a:xfrm flipV="1">
            <a:off x="3300371" y="9019891"/>
            <a:ext cx="2083" cy="110957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1371" name="TextBox 1370">
            <a:extLst>
              <a:ext uri="{FF2B5EF4-FFF2-40B4-BE49-F238E27FC236}">
                <a16:creationId xmlns:a16="http://schemas.microsoft.com/office/drawing/2014/main" id="{42094DF9-AD5D-29CD-9FE4-082B7923A42C}"/>
              </a:ext>
            </a:extLst>
          </p:cNvPr>
          <p:cNvSpPr txBox="1"/>
          <p:nvPr/>
        </p:nvSpPr>
        <p:spPr>
          <a:xfrm>
            <a:off x="2723216" y="6231059"/>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1372" name="TextBox 1371">
            <a:extLst>
              <a:ext uri="{FF2B5EF4-FFF2-40B4-BE49-F238E27FC236}">
                <a16:creationId xmlns:a16="http://schemas.microsoft.com/office/drawing/2014/main" id="{7DE85E6F-65F8-8CB2-0C29-306E6FA06C59}"/>
              </a:ext>
            </a:extLst>
          </p:cNvPr>
          <p:cNvSpPr txBox="1"/>
          <p:nvPr/>
        </p:nvSpPr>
        <p:spPr>
          <a:xfrm>
            <a:off x="2865235" y="4272071"/>
            <a:ext cx="483345"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Table layer</a:t>
            </a:r>
            <a:endParaRPr kumimoji="0" lang="en-US" sz="1000" b="0" i="0" u="none" strike="noStrike" cap="none" spc="0" normalizeH="0" baseline="0" dirty="0">
              <a:ln>
                <a:noFill/>
              </a:ln>
              <a:solidFill>
                <a:srgbClr val="4C4C4C"/>
              </a:solidFill>
              <a:effectLst/>
              <a:uFillTx/>
              <a:sym typeface="Source Sans Pro"/>
            </a:endParaRPr>
          </a:p>
        </p:txBody>
      </p:sp>
      <p:sp>
        <p:nvSpPr>
          <p:cNvPr id="1373" name="Line">
            <a:extLst>
              <a:ext uri="{FF2B5EF4-FFF2-40B4-BE49-F238E27FC236}">
                <a16:creationId xmlns:a16="http://schemas.microsoft.com/office/drawing/2014/main" id="{95DEE2CF-574A-81E1-715B-7E4AA5A70EB4}"/>
              </a:ext>
            </a:extLst>
          </p:cNvPr>
          <p:cNvSpPr/>
          <p:nvPr/>
        </p:nvSpPr>
        <p:spPr>
          <a:xfrm flipH="1" flipV="1">
            <a:off x="3332450" y="5119636"/>
            <a:ext cx="0" cy="2639931"/>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1374" name="Line">
            <a:extLst>
              <a:ext uri="{FF2B5EF4-FFF2-40B4-BE49-F238E27FC236}">
                <a16:creationId xmlns:a16="http://schemas.microsoft.com/office/drawing/2014/main" id="{C4F29BBF-92E2-5137-43D1-CEBD4E337E93}"/>
              </a:ext>
            </a:extLst>
          </p:cNvPr>
          <p:cNvSpPr/>
          <p:nvPr/>
        </p:nvSpPr>
        <p:spPr>
          <a:xfrm flipV="1">
            <a:off x="3333087" y="3836233"/>
            <a:ext cx="2083" cy="110957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1375" name="Line">
            <a:extLst>
              <a:ext uri="{FF2B5EF4-FFF2-40B4-BE49-F238E27FC236}">
                <a16:creationId xmlns:a16="http://schemas.microsoft.com/office/drawing/2014/main" id="{22F034B2-E5B4-3A39-2DA6-4C4564B77A9A}"/>
              </a:ext>
            </a:extLst>
          </p:cNvPr>
          <p:cNvSpPr/>
          <p:nvPr/>
        </p:nvSpPr>
        <p:spPr>
          <a:xfrm flipV="1">
            <a:off x="3345269" y="2605551"/>
            <a:ext cx="2083" cy="110957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1376" name="TextBox 1375">
            <a:extLst>
              <a:ext uri="{FF2B5EF4-FFF2-40B4-BE49-F238E27FC236}">
                <a16:creationId xmlns:a16="http://schemas.microsoft.com/office/drawing/2014/main" id="{BA8777A7-B9D0-0E4C-9258-C19393BF668D}"/>
              </a:ext>
            </a:extLst>
          </p:cNvPr>
          <p:cNvSpPr txBox="1"/>
          <p:nvPr/>
        </p:nvSpPr>
        <p:spPr>
          <a:xfrm>
            <a:off x="2827995" y="2945491"/>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1377" name="Layout Suggestions">
            <a:extLst>
              <a:ext uri="{FF2B5EF4-FFF2-40B4-BE49-F238E27FC236}">
                <a16:creationId xmlns:a16="http://schemas.microsoft.com/office/drawing/2014/main" id="{6458BA26-1AFF-2831-9856-D0ADF1681D8A}"/>
              </a:ext>
            </a:extLst>
          </p:cNvPr>
          <p:cNvSpPr txBox="1"/>
          <p:nvPr/>
        </p:nvSpPr>
        <p:spPr>
          <a:xfrm>
            <a:off x="5612120" y="1533921"/>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err="1"/>
              <a:t>Kaiaulu</a:t>
            </a:r>
            <a:r>
              <a:rPr lang="en-US"/>
              <a:t> Architecture</a:t>
            </a:r>
            <a:endParaRPr/>
          </a:p>
        </p:txBody>
      </p:sp>
    </p:spTree>
    <p:extLst>
      <p:ext uri="{BB962C8B-B14F-4D97-AF65-F5344CB8AC3E}">
        <p14:creationId xmlns:p14="http://schemas.microsoft.com/office/powerpoint/2010/main" val="3524227018"/>
      </p:ext>
    </p:extLst>
  </p:cSld>
  <p:clrMapOvr>
    <a:masterClrMapping/>
  </p:clrMapOvr>
  <p:transition spd="med"/>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93FFB-CF58-8F0E-8717-4C1209CBB1BD}"/>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AF072C59-ABBB-59AB-C4CA-6CB163E1115F}"/>
              </a:ext>
            </a:extLst>
          </p:cNvPr>
          <p:cNvPicPr>
            <a:picLocks noChangeAspect="1"/>
          </p:cNvPicPr>
          <p:nvPr/>
        </p:nvPicPr>
        <p:blipFill>
          <a:blip r:embed="rId4"/>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625A34E0-60EB-912D-7E88-C93735DAF039}"/>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207D6E5B-1B87-6D1C-C2BB-4D6F62C1C6B5}"/>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A95662BD-C464-7739-FE06-ED5D5832F862}"/>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Schema</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2695D52C-4CBE-E34C-3E49-499BB78C4633}"/>
              </a:ext>
            </a:extLst>
          </p:cNvPr>
          <p:cNvSpPr txBox="1"/>
          <p:nvPr/>
        </p:nvSpPr>
        <p:spPr>
          <a:xfrm>
            <a:off x="248128" y="1385942"/>
            <a:ext cx="13497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C36CD086-1D63-2DE9-A268-DC65EB94708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CF0E13E7-E26C-A3BF-1C94-05AF2D53FB79}"/>
              </a:ext>
            </a:extLst>
          </p:cNvPr>
          <p:cNvSpPr txBox="1"/>
          <p:nvPr/>
        </p:nvSpPr>
        <p:spPr>
          <a:xfrm>
            <a:off x="207428" y="1677025"/>
            <a:ext cx="2768702"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combining of multiple sources, such as Git, Jira, and GitHub for analysis. This cheat sheet showcases the data schema for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facilitates identifying how to combine data sources of interest to the user.</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BCA1CB8F-AA40-8DE9-C27D-AAB029CDA022}"/>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6">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8" name="Layout Suggestions">
            <a:extLst>
              <a:ext uri="{FF2B5EF4-FFF2-40B4-BE49-F238E27FC236}">
                <a16:creationId xmlns:a16="http://schemas.microsoft.com/office/drawing/2014/main" id="{F49C8979-05AD-2C58-480B-69F56E53109E}"/>
              </a:ext>
            </a:extLst>
          </p:cNvPr>
          <p:cNvSpPr txBox="1"/>
          <p:nvPr/>
        </p:nvSpPr>
        <p:spPr>
          <a:xfrm>
            <a:off x="11580495" y="1549271"/>
            <a:ext cx="2229592" cy="95558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a:p>
            <a:pPr lvl="1" indent="0">
              <a:lnSpc>
                <a:spcPct val="80000"/>
              </a:lnSpc>
              <a:spcBef>
                <a:spcPts val="0"/>
              </a:spcBef>
              <a:defRPr sz="2500" b="0">
                <a:solidFill>
                  <a:srgbClr val="628DB5"/>
                </a:solidFill>
              </a:defRPr>
            </a:pPr>
            <a:endParaRPr lang="en-US" dirty="0"/>
          </a:p>
        </p:txBody>
      </p:sp>
      <p:sp>
        <p:nvSpPr>
          <p:cNvPr id="60" name="Layout Suggestions">
            <a:extLst>
              <a:ext uri="{FF2B5EF4-FFF2-40B4-BE49-F238E27FC236}">
                <a16:creationId xmlns:a16="http://schemas.microsoft.com/office/drawing/2014/main" id="{66300ED1-2F89-7DC2-3394-14319C1AD4DA}"/>
              </a:ext>
            </a:extLst>
          </p:cNvPr>
          <p:cNvSpPr txBox="1"/>
          <p:nvPr/>
        </p:nvSpPr>
        <p:spPr>
          <a:xfrm>
            <a:off x="246888" y="2925634"/>
            <a:ext cx="2990314"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Layers</a:t>
            </a:r>
          </a:p>
        </p:txBody>
      </p:sp>
      <p:sp>
        <p:nvSpPr>
          <p:cNvPr id="61" name="TextBox 60">
            <a:extLst>
              <a:ext uri="{FF2B5EF4-FFF2-40B4-BE49-F238E27FC236}">
                <a16:creationId xmlns:a16="http://schemas.microsoft.com/office/drawing/2014/main" id="{00E491CC-5D23-4ED3-FFE3-0986D75755F5}"/>
              </a:ext>
            </a:extLst>
          </p:cNvPr>
          <p:cNvSpPr txBox="1"/>
          <p:nvPr/>
        </p:nvSpPr>
        <p:spPr>
          <a:xfrm>
            <a:off x="207904" y="3569734"/>
            <a:ext cx="2308743"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uses exec 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Rmd</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files for users to interface to the program.</a:t>
            </a:r>
            <a:endParaRPr lang="en-US" b="0" dirty="0">
              <a:solidFill>
                <a:srgbClr val="000000"/>
              </a:solidFill>
              <a:latin typeface="Source Sans Pro" panose="020B0503030403020204" pitchFamily="34" charset="0"/>
              <a:ea typeface="Source Sans Pro" panose="020B0503030403020204" pitchFamily="34" charset="0"/>
            </a:endParaRPr>
          </a:p>
        </p:txBody>
      </p:sp>
      <p:cxnSp>
        <p:nvCxnSpPr>
          <p:cNvPr id="38" name="Straight Connector 37">
            <a:extLst>
              <a:ext uri="{FF2B5EF4-FFF2-40B4-BE49-F238E27FC236}">
                <a16:creationId xmlns:a16="http://schemas.microsoft.com/office/drawing/2014/main" id="{E8464DB3-C53D-49BF-7853-1E537389D647}"/>
              </a:ext>
            </a:extLst>
          </p:cNvPr>
          <p:cNvCxnSpPr>
            <a:cxnSpLocks/>
          </p:cNvCxnSpPr>
          <p:nvPr/>
        </p:nvCxnSpPr>
        <p:spPr>
          <a:xfrm>
            <a:off x="9680936" y="4757790"/>
            <a:ext cx="378975" cy="91856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6" name="Rectangle 35">
            <a:extLst>
              <a:ext uri="{FF2B5EF4-FFF2-40B4-BE49-F238E27FC236}">
                <a16:creationId xmlns:a16="http://schemas.microsoft.com/office/drawing/2014/main" id="{5E1DE90D-6AD0-D3BF-2D2A-4768CAA4BC4B}"/>
              </a:ext>
            </a:extLst>
          </p:cNvPr>
          <p:cNvSpPr/>
          <p:nvPr/>
        </p:nvSpPr>
        <p:spPr>
          <a:xfrm>
            <a:off x="9087277" y="2415660"/>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491" name="Group 490">
            <a:extLst>
              <a:ext uri="{FF2B5EF4-FFF2-40B4-BE49-F238E27FC236}">
                <a16:creationId xmlns:a16="http://schemas.microsoft.com/office/drawing/2014/main" id="{2D2D34AF-9DAB-3B97-24D4-4E0399A9A63D}"/>
              </a:ext>
            </a:extLst>
          </p:cNvPr>
          <p:cNvGrpSpPr/>
          <p:nvPr/>
        </p:nvGrpSpPr>
        <p:grpSpPr>
          <a:xfrm>
            <a:off x="10064473" y="4899150"/>
            <a:ext cx="1321668" cy="780353"/>
            <a:chOff x="8698604" y="5126910"/>
            <a:chExt cx="1321668" cy="780353"/>
          </a:xfrm>
        </p:grpSpPr>
        <p:sp>
          <p:nvSpPr>
            <p:cNvPr id="52" name="Rectangle 51">
              <a:extLst>
                <a:ext uri="{FF2B5EF4-FFF2-40B4-BE49-F238E27FC236}">
                  <a16:creationId xmlns:a16="http://schemas.microsoft.com/office/drawing/2014/main" id="{084585FF-521B-FC83-2752-D6751BD797DE}"/>
                </a:ext>
              </a:extLst>
            </p:cNvPr>
            <p:cNvSpPr/>
            <p:nvPr/>
          </p:nvSpPr>
          <p:spPr>
            <a:xfrm>
              <a:off x="9217110" y="5140614"/>
              <a:ext cx="752708"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56C45B8B-BBC7-9B7B-C773-9818B3A8203C}"/>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355AFBFF-3D36-A8E8-35E3-FA4979689CC4}"/>
                </a:ext>
              </a:extLst>
            </p:cNvPr>
            <p:cNvSpPr txBox="1"/>
            <p:nvPr/>
          </p:nvSpPr>
          <p:spPr>
            <a:xfrm>
              <a:off x="9109495" y="5126910"/>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module</a:t>
              </a:r>
              <a:endParaRPr kumimoji="0" lang="en-US" sz="1000" b="0" i="0" u="none" strike="noStrike" cap="none" spc="0" normalizeH="0" baseline="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A5B4228F-1165-BCA4-4893-839CC1A9A5EE}"/>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B9147060-4F48-CF11-1862-14A59323F764}"/>
              </a:ext>
            </a:extLst>
          </p:cNvPr>
          <p:cNvGrpSpPr/>
          <p:nvPr/>
        </p:nvGrpSpPr>
        <p:grpSpPr>
          <a:xfrm>
            <a:off x="9577918" y="3666461"/>
            <a:ext cx="1528738" cy="1104564"/>
            <a:chOff x="9083317" y="3698917"/>
            <a:chExt cx="1528738" cy="1104564"/>
          </a:xfrm>
        </p:grpSpPr>
        <p:sp>
          <p:nvSpPr>
            <p:cNvPr id="35" name="Rectangle 34">
              <a:extLst>
                <a:ext uri="{FF2B5EF4-FFF2-40B4-BE49-F238E27FC236}">
                  <a16:creationId xmlns:a16="http://schemas.microsoft.com/office/drawing/2014/main" id="{746B859B-79B6-804D-80DC-9E14EB6EB23E}"/>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535C5A95-14B7-7471-C12E-6C5BB1B77F12}"/>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ED5B3F88-0CFC-F7BF-D675-A410DF63C5CC}"/>
                </a:ext>
              </a:extLst>
            </p:cNvPr>
            <p:cNvSpPr txBox="1"/>
            <p:nvPr/>
          </p:nvSpPr>
          <p:spPr>
            <a:xfrm>
              <a:off x="9083317" y="3698917"/>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Schema</a:t>
              </a:r>
              <a:endParaRPr kumimoji="0" lang="en-US" sz="1000" b="0" i="0" u="none" strike="noStrike" cap="none" spc="0" normalizeH="0" baseline="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076F9615-0523-6108-4604-E203DFBA3FE1}"/>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EA35EB78-1F9C-52A7-FED9-5F72304EC1E3}"/>
                </a:ext>
              </a:extLst>
            </p:cNvPr>
            <p:cNvGraphicFramePr/>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cxnSp>
        <p:nvCxnSpPr>
          <p:cNvPr id="499" name="Straight Connector 498">
            <a:extLst>
              <a:ext uri="{FF2B5EF4-FFF2-40B4-BE49-F238E27FC236}">
                <a16:creationId xmlns:a16="http://schemas.microsoft.com/office/drawing/2014/main" id="{9CE5BA20-67B2-BFA9-560C-228C598858F5}"/>
              </a:ext>
            </a:extLst>
          </p:cNvPr>
          <p:cNvCxnSpPr>
            <a:cxnSpLocks/>
          </p:cNvCxnSpPr>
          <p:nvPr/>
        </p:nvCxnSpPr>
        <p:spPr>
          <a:xfrm>
            <a:off x="10944279" y="4766882"/>
            <a:ext cx="77365" cy="1459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78470ED9-31AD-9784-311E-C03F13DFF183}"/>
              </a:ext>
            </a:extLst>
          </p:cNvPr>
          <p:cNvCxnSpPr>
            <a:cxnSpLocks/>
          </p:cNvCxnSpPr>
          <p:nvPr/>
        </p:nvCxnSpPr>
        <p:spPr>
          <a:xfrm>
            <a:off x="9102218" y="3461906"/>
            <a:ext cx="578718" cy="129588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B1AD0FF1-E45C-96F1-21F9-32FEE9634811}"/>
              </a:ext>
            </a:extLst>
          </p:cNvPr>
          <p:cNvCxnSpPr>
            <a:cxnSpLocks/>
          </p:cNvCxnSpPr>
          <p:nvPr/>
        </p:nvCxnSpPr>
        <p:spPr>
          <a:xfrm>
            <a:off x="10361799" y="3460634"/>
            <a:ext cx="142794" cy="2203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CAE3FA76-1A5B-93F3-E932-92D744A47908}"/>
              </a:ext>
            </a:extLst>
          </p:cNvPr>
          <p:cNvCxnSpPr>
            <a:cxnSpLocks/>
          </p:cNvCxnSpPr>
          <p:nvPr/>
        </p:nvCxnSpPr>
        <p:spPr>
          <a:xfrm>
            <a:off x="9095165" y="2405571"/>
            <a:ext cx="596070"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A328375C-BF1A-7670-E6B2-FEC65CBDDAE6}"/>
              </a:ext>
            </a:extLst>
          </p:cNvPr>
          <p:cNvCxnSpPr>
            <a:cxnSpLocks/>
          </p:cNvCxnSpPr>
          <p:nvPr/>
        </p:nvCxnSpPr>
        <p:spPr>
          <a:xfrm>
            <a:off x="10361799" y="2405571"/>
            <a:ext cx="597562" cy="1275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21083F0F-81D4-7323-AEAA-355160A853F3}"/>
              </a:ext>
            </a:extLst>
          </p:cNvPr>
          <p:cNvCxnSpPr>
            <a:cxnSpLocks/>
          </p:cNvCxnSpPr>
          <p:nvPr/>
        </p:nvCxnSpPr>
        <p:spPr>
          <a:xfrm>
            <a:off x="10959361" y="3698484"/>
            <a:ext cx="365577" cy="12143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4194E192-F78E-8CE3-EFBC-EA64540003F8}"/>
              </a:ext>
            </a:extLst>
          </p:cNvPr>
          <p:cNvCxnSpPr>
            <a:cxnSpLocks/>
          </p:cNvCxnSpPr>
          <p:nvPr/>
        </p:nvCxnSpPr>
        <p:spPr>
          <a:xfrm>
            <a:off x="9691235" y="3698484"/>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468" name="Group 1467">
            <a:extLst>
              <a:ext uri="{FF2B5EF4-FFF2-40B4-BE49-F238E27FC236}">
                <a16:creationId xmlns:a16="http://schemas.microsoft.com/office/drawing/2014/main" id="{258B2161-E366-0283-6856-4327019CB4D9}"/>
              </a:ext>
            </a:extLst>
          </p:cNvPr>
          <p:cNvGrpSpPr/>
          <p:nvPr/>
        </p:nvGrpSpPr>
        <p:grpSpPr>
          <a:xfrm>
            <a:off x="7257789" y="2443047"/>
            <a:ext cx="1556931" cy="1007599"/>
            <a:chOff x="6630023" y="2521628"/>
            <a:chExt cx="1556931" cy="1007599"/>
          </a:xfrm>
        </p:grpSpPr>
        <p:sp>
          <p:nvSpPr>
            <p:cNvPr id="6" name="Rectangle 5">
              <a:extLst>
                <a:ext uri="{FF2B5EF4-FFF2-40B4-BE49-F238E27FC236}">
                  <a16:creationId xmlns:a16="http://schemas.microsoft.com/office/drawing/2014/main" id="{44B539DC-0B73-B48C-4DC6-628B404A38BF}"/>
                </a:ext>
              </a:extLst>
            </p:cNvPr>
            <p:cNvSpPr/>
            <p:nvPr/>
          </p:nvSpPr>
          <p:spPr>
            <a:xfrm>
              <a:off x="6630023" y="2521628"/>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 name="Graphic 14" descr="Folder outline">
              <a:extLst>
                <a:ext uri="{FF2B5EF4-FFF2-40B4-BE49-F238E27FC236}">
                  <a16:creationId xmlns:a16="http://schemas.microsoft.com/office/drawing/2014/main" id="{0E2515F6-5286-18D1-AF6E-DD70604C1F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34532" y="2748747"/>
              <a:ext cx="657406" cy="657406"/>
            </a:xfrm>
            <a:prstGeom prst="rect">
              <a:avLst/>
            </a:prstGeom>
          </p:spPr>
        </p:pic>
        <p:sp>
          <p:nvSpPr>
            <p:cNvPr id="16" name="TextBox 15">
              <a:extLst>
                <a:ext uri="{FF2B5EF4-FFF2-40B4-BE49-F238E27FC236}">
                  <a16:creationId xmlns:a16="http://schemas.microsoft.com/office/drawing/2014/main" id="{8044EDCB-1EB4-E38C-7A36-8C5B4D94B578}"/>
                </a:ext>
              </a:extLst>
            </p:cNvPr>
            <p:cNvSpPr txBox="1"/>
            <p:nvPr/>
          </p:nvSpPr>
          <p:spPr>
            <a:xfrm>
              <a:off x="6839677" y="3180036"/>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grpSp>
      <p:sp>
        <p:nvSpPr>
          <p:cNvPr id="1348" name="TextBox 1347">
            <a:extLst>
              <a:ext uri="{FF2B5EF4-FFF2-40B4-BE49-F238E27FC236}">
                <a16:creationId xmlns:a16="http://schemas.microsoft.com/office/drawing/2014/main" id="{3C6D5C3A-1D02-8E36-C9AE-D33D3CCCF7EC}"/>
              </a:ext>
            </a:extLst>
          </p:cNvPr>
          <p:cNvSpPr txBox="1"/>
          <p:nvPr/>
        </p:nvSpPr>
        <p:spPr>
          <a:xfrm>
            <a:off x="8790444" y="6133126"/>
            <a:ext cx="97753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err="1">
                <a:ln>
                  <a:noFill/>
                </a:ln>
                <a:solidFill>
                  <a:srgbClr val="4C4C4C"/>
                </a:solidFill>
                <a:effectLst/>
                <a:uFillTx/>
                <a:sym typeface="Source Sans Pro"/>
              </a:rPr>
              <a:t>bug_count.Rmd</a:t>
            </a:r>
            <a:endParaRPr kumimoji="0" lang="en-US" sz="1000" b="0" i="0" u="none" strike="noStrike" cap="none" spc="0" normalizeH="0" baseline="0">
              <a:ln>
                <a:noFill/>
              </a:ln>
              <a:solidFill>
                <a:srgbClr val="4C4C4C"/>
              </a:solidFill>
              <a:effectLst/>
              <a:uFillTx/>
              <a:sym typeface="Source Sans Pro"/>
            </a:endParaRPr>
          </a:p>
        </p:txBody>
      </p:sp>
      <p:grpSp>
        <p:nvGrpSpPr>
          <p:cNvPr id="1465" name="Group 1464">
            <a:extLst>
              <a:ext uri="{FF2B5EF4-FFF2-40B4-BE49-F238E27FC236}">
                <a16:creationId xmlns:a16="http://schemas.microsoft.com/office/drawing/2014/main" id="{3D2625FB-18A6-E5EE-3FFE-250B55C7D744}"/>
              </a:ext>
            </a:extLst>
          </p:cNvPr>
          <p:cNvGrpSpPr/>
          <p:nvPr/>
        </p:nvGrpSpPr>
        <p:grpSpPr>
          <a:xfrm>
            <a:off x="6093942" y="5028410"/>
            <a:ext cx="1844061" cy="2766168"/>
            <a:chOff x="5135152" y="5040083"/>
            <a:chExt cx="1844061" cy="2766168"/>
          </a:xfrm>
        </p:grpSpPr>
        <p:sp>
          <p:nvSpPr>
            <p:cNvPr id="21" name="Rectangle 20">
              <a:extLst>
                <a:ext uri="{FF2B5EF4-FFF2-40B4-BE49-F238E27FC236}">
                  <a16:creationId xmlns:a16="http://schemas.microsoft.com/office/drawing/2014/main" id="{3DF012C4-3F01-0BB0-FC50-D6B139F72F4A}"/>
                </a:ext>
              </a:extLst>
            </p:cNvPr>
            <p:cNvSpPr/>
            <p:nvPr/>
          </p:nvSpPr>
          <p:spPr>
            <a:xfrm>
              <a:off x="5161541" y="5057825"/>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E1B23AFD-3A2A-5DD4-2361-176C359DF308}"/>
                </a:ext>
              </a:extLst>
            </p:cNvPr>
            <p:cNvSpPr txBox="1"/>
            <p:nvPr/>
          </p:nvSpPr>
          <p:spPr>
            <a:xfrm>
              <a:off x="6176943" y="5040083"/>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7870ED76-9DA5-DA73-68CE-460C684B3F1E}"/>
                </a:ext>
              </a:extLst>
            </p:cNvPr>
            <p:cNvSpPr/>
            <p:nvPr/>
          </p:nvSpPr>
          <p:spPr>
            <a:xfrm>
              <a:off x="6141036" y="5056554"/>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5" name="Graphic 24" descr="Paper outline">
              <a:extLst>
                <a:ext uri="{FF2B5EF4-FFF2-40B4-BE49-F238E27FC236}">
                  <a16:creationId xmlns:a16="http://schemas.microsoft.com/office/drawing/2014/main" id="{8064DB72-BD8D-8E68-3686-6800B7FBDD1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34046" y="6696331"/>
              <a:ext cx="945167" cy="891269"/>
            </a:xfrm>
            <a:prstGeom prst="rect">
              <a:avLst/>
            </a:prstGeom>
          </p:spPr>
        </p:pic>
        <p:sp>
          <p:nvSpPr>
            <p:cNvPr id="26" name="TextBox 25">
              <a:extLst>
                <a:ext uri="{FF2B5EF4-FFF2-40B4-BE49-F238E27FC236}">
                  <a16:creationId xmlns:a16="http://schemas.microsoft.com/office/drawing/2014/main" id="{E0B0EC81-3791-02C8-C1D7-DE6A52A4B95F}"/>
                </a:ext>
              </a:extLst>
            </p:cNvPr>
            <p:cNvSpPr txBox="1"/>
            <p:nvPr/>
          </p:nvSpPr>
          <p:spPr>
            <a:xfrm>
              <a:off x="6213915" y="7436394"/>
              <a:ext cx="5361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77948BBB-AF21-8371-B274-CBB168073686}"/>
                </a:ext>
              </a:extLst>
            </p:cNvPr>
            <p:cNvSpPr txBox="1"/>
            <p:nvPr/>
          </p:nvSpPr>
          <p:spPr>
            <a:xfrm>
              <a:off x="5352769" y="7294592"/>
              <a:ext cx="62276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exec/*.R</a:t>
              </a:r>
              <a:endParaRPr kumimoji="0" lang="en-US" sz="1000" b="0" i="0" u="none" strike="noStrike" cap="none" spc="0" normalizeH="0" baseline="0">
                <a:ln>
                  <a:noFill/>
                </a:ln>
                <a:solidFill>
                  <a:srgbClr val="4C4C4C"/>
                </a:solidFill>
                <a:effectLst/>
                <a:uFillTx/>
                <a:sym typeface="Source Sans Pro"/>
              </a:endParaRPr>
            </a:p>
          </p:txBody>
        </p:sp>
        <p:pic>
          <p:nvPicPr>
            <p:cNvPr id="56" name="Picture 55">
              <a:extLst>
                <a:ext uri="{FF2B5EF4-FFF2-40B4-BE49-F238E27FC236}">
                  <a16:creationId xmlns:a16="http://schemas.microsoft.com/office/drawing/2014/main" id="{2EDDE067-4242-CFB8-9606-814175D84107}"/>
                </a:ext>
              </a:extLst>
            </p:cNvPr>
            <p:cNvPicPr>
              <a:picLocks noChangeAspect="1"/>
            </p:cNvPicPr>
            <p:nvPr/>
          </p:nvPicPr>
          <p:blipFill>
            <a:blip r:embed="rId9"/>
            <a:stretch>
              <a:fillRect/>
            </a:stretch>
          </p:blipFill>
          <p:spPr>
            <a:xfrm>
              <a:off x="5310193" y="6888832"/>
              <a:ext cx="656389" cy="619286"/>
            </a:xfrm>
            <a:prstGeom prst="rect">
              <a:avLst/>
            </a:prstGeom>
          </p:spPr>
        </p:pic>
        <p:sp>
          <p:nvSpPr>
            <p:cNvPr id="1349" name="TextBox 1348">
              <a:extLst>
                <a:ext uri="{FF2B5EF4-FFF2-40B4-BE49-F238E27FC236}">
                  <a16:creationId xmlns:a16="http://schemas.microsoft.com/office/drawing/2014/main" id="{4D2A0BF2-2171-683E-48D5-7737065830B7}"/>
                </a:ext>
              </a:extLst>
            </p:cNvPr>
            <p:cNvSpPr txBox="1"/>
            <p:nvPr/>
          </p:nvSpPr>
          <p:spPr>
            <a:xfrm>
              <a:off x="5350854" y="6152060"/>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cxnSp>
          <p:nvCxnSpPr>
            <p:cNvPr id="1350" name="Straight Arrow Connector 1349">
              <a:extLst>
                <a:ext uri="{FF2B5EF4-FFF2-40B4-BE49-F238E27FC236}">
                  <a16:creationId xmlns:a16="http://schemas.microsoft.com/office/drawing/2014/main" id="{B2CD4D92-4827-737E-9316-D069A59485EB}"/>
                </a:ext>
              </a:extLst>
            </p:cNvPr>
            <p:cNvCxnSpPr>
              <a:cxnSpLocks/>
              <a:stCxn id="1349" idx="2"/>
            </p:cNvCxnSpPr>
            <p:nvPr/>
          </p:nvCxnSpPr>
          <p:spPr>
            <a:xfrm flipH="1">
              <a:off x="5570921" y="6441802"/>
              <a:ext cx="34369" cy="548545"/>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2FEE2280-C2C6-84C1-34A5-9FC0196722CA}"/>
                </a:ext>
              </a:extLst>
            </p:cNvPr>
            <p:cNvCxnSpPr>
              <a:cxnSpLocks/>
              <a:endCxn id="25" idx="0"/>
            </p:cNvCxnSpPr>
            <p:nvPr/>
          </p:nvCxnSpPr>
          <p:spPr>
            <a:xfrm>
              <a:off x="5974169" y="5913400"/>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09BAEBC4-71F9-2D71-A013-021B7B03535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35152" y="5417360"/>
              <a:ext cx="945167" cy="891269"/>
            </a:xfrm>
            <a:prstGeom prst="rect">
              <a:avLst/>
            </a:prstGeom>
          </p:spPr>
        </p:pic>
      </p:grpSp>
      <p:grpSp>
        <p:nvGrpSpPr>
          <p:cNvPr id="1466" name="Group 1465">
            <a:extLst>
              <a:ext uri="{FF2B5EF4-FFF2-40B4-BE49-F238E27FC236}">
                <a16:creationId xmlns:a16="http://schemas.microsoft.com/office/drawing/2014/main" id="{B1673FC5-2839-FC71-2DAE-741E7DF98B2D}"/>
              </a:ext>
            </a:extLst>
          </p:cNvPr>
          <p:cNvGrpSpPr/>
          <p:nvPr/>
        </p:nvGrpSpPr>
        <p:grpSpPr>
          <a:xfrm>
            <a:off x="6821037" y="3711696"/>
            <a:ext cx="1916207" cy="1060748"/>
            <a:chOff x="5845051" y="3728173"/>
            <a:chExt cx="1916207" cy="1060748"/>
          </a:xfrm>
        </p:grpSpPr>
        <p:sp>
          <p:nvSpPr>
            <p:cNvPr id="2" name="Rectangle 1">
              <a:extLst>
                <a:ext uri="{FF2B5EF4-FFF2-40B4-BE49-F238E27FC236}">
                  <a16:creationId xmlns:a16="http://schemas.microsoft.com/office/drawing/2014/main" id="{F9F48CB8-7E6C-C20A-4172-F20C807154A2}"/>
                </a:ext>
              </a:extLst>
            </p:cNvPr>
            <p:cNvSpPr/>
            <p:nvPr/>
          </p:nvSpPr>
          <p:spPr>
            <a:xfrm>
              <a:off x="5907666" y="3742301"/>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1F9A9332-44D5-7EDF-67F5-6DD10FE76BB3}"/>
                </a:ext>
              </a:extLst>
            </p:cNvPr>
            <p:cNvGraphicFramePr/>
            <p:nvPr/>
          </p:nvGraphicFramePr>
          <p:xfrm>
            <a:off x="6191222" y="4102312"/>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29" name="Rectangle 28">
              <a:extLst>
                <a:ext uri="{FF2B5EF4-FFF2-40B4-BE49-F238E27FC236}">
                  <a16:creationId xmlns:a16="http://schemas.microsoft.com/office/drawing/2014/main" id="{A1BF2753-BFBE-7F94-8277-10CB27C1A3B9}"/>
                </a:ext>
              </a:extLst>
            </p:cNvPr>
            <p:cNvSpPr/>
            <p:nvPr/>
          </p:nvSpPr>
          <p:spPr>
            <a:xfrm>
              <a:off x="5907665" y="3740806"/>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63C57542-EC09-7E9C-6A7C-54A90B7DE5E2}"/>
                </a:ext>
              </a:extLst>
            </p:cNvPr>
            <p:cNvSpPr txBox="1"/>
            <p:nvPr/>
          </p:nvSpPr>
          <p:spPr>
            <a:xfrm>
              <a:off x="5845051" y="3728173"/>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Schema</a:t>
              </a:r>
              <a:endParaRPr kumimoji="0" lang="en-US" sz="1000" b="0" i="0" u="none" strike="noStrike" cap="none" spc="0" normalizeH="0" baseline="0">
                <a:ln>
                  <a:noFill/>
                </a:ln>
                <a:solidFill>
                  <a:srgbClr val="4C4C4C"/>
                </a:solidFill>
                <a:effectLst/>
                <a:uFillTx/>
                <a:sym typeface="Source Sans Pro"/>
              </a:endParaRPr>
            </a:p>
          </p:txBody>
        </p:sp>
        <p:graphicFrame>
          <p:nvGraphicFramePr>
            <p:cNvPr id="1363" name="Table">
              <a:extLst>
                <a:ext uri="{FF2B5EF4-FFF2-40B4-BE49-F238E27FC236}">
                  <a16:creationId xmlns:a16="http://schemas.microsoft.com/office/drawing/2014/main" id="{017D6DD7-82BE-63E5-85DE-9345708AC584}"/>
                </a:ext>
              </a:extLst>
            </p:cNvPr>
            <p:cNvGraphicFramePr/>
            <p:nvPr/>
          </p:nvGraphicFramePr>
          <p:xfrm>
            <a:off x="6918146" y="4241123"/>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cxnSp>
        <p:nvCxnSpPr>
          <p:cNvPr id="1367" name="Straight Connector 1366">
            <a:extLst>
              <a:ext uri="{FF2B5EF4-FFF2-40B4-BE49-F238E27FC236}">
                <a16:creationId xmlns:a16="http://schemas.microsoft.com/office/drawing/2014/main" id="{2B9CCE37-1A39-A8FB-4925-6639CD2D701C}"/>
              </a:ext>
            </a:extLst>
          </p:cNvPr>
          <p:cNvCxnSpPr>
            <a:cxnSpLocks/>
          </p:cNvCxnSpPr>
          <p:nvPr/>
        </p:nvCxnSpPr>
        <p:spPr>
          <a:xfrm flipH="1">
            <a:off x="8750607" y="2443047"/>
            <a:ext cx="64612" cy="127993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5DAC397E-F0A7-10B4-24C1-3A150CC74AA3}"/>
              </a:ext>
            </a:extLst>
          </p:cNvPr>
          <p:cNvCxnSpPr>
            <a:cxnSpLocks/>
          </p:cNvCxnSpPr>
          <p:nvPr/>
        </p:nvCxnSpPr>
        <p:spPr>
          <a:xfrm flipH="1">
            <a:off x="7123633" y="3454117"/>
            <a:ext cx="138077" cy="26886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1D2ED4F2-8118-C6A1-65F2-1771B1AB935B}"/>
              </a:ext>
            </a:extLst>
          </p:cNvPr>
          <p:cNvCxnSpPr>
            <a:cxnSpLocks/>
          </p:cNvCxnSpPr>
          <p:nvPr/>
        </p:nvCxnSpPr>
        <p:spPr>
          <a:xfrm flipV="1">
            <a:off x="6748485" y="4757790"/>
            <a:ext cx="138773" cy="2923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379" name="Group 1378">
            <a:extLst>
              <a:ext uri="{FF2B5EF4-FFF2-40B4-BE49-F238E27FC236}">
                <a16:creationId xmlns:a16="http://schemas.microsoft.com/office/drawing/2014/main" id="{4994C4E3-528C-2CC3-E801-DAA75A5A8762}"/>
              </a:ext>
            </a:extLst>
          </p:cNvPr>
          <p:cNvGrpSpPr/>
          <p:nvPr/>
        </p:nvGrpSpPr>
        <p:grpSpPr>
          <a:xfrm>
            <a:off x="8591280" y="5017728"/>
            <a:ext cx="1374288" cy="1295919"/>
            <a:chOff x="7909757" y="4776204"/>
            <a:chExt cx="1374288" cy="1295919"/>
          </a:xfrm>
        </p:grpSpPr>
        <p:pic>
          <p:nvPicPr>
            <p:cNvPr id="1430" name="Graphic 1429" descr="Paper outline">
              <a:extLst>
                <a:ext uri="{FF2B5EF4-FFF2-40B4-BE49-F238E27FC236}">
                  <a16:creationId xmlns:a16="http://schemas.microsoft.com/office/drawing/2014/main" id="{08E9163F-60E2-4AB2-3AD3-80D976C2950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A3FE5006-C36A-CAFB-3EE4-A7E94BFC2B16}"/>
                </a:ext>
              </a:extLst>
            </p:cNvPr>
            <p:cNvGraphicFramePr>
              <a:graphicFrameLocks noChangeAspect="1"/>
            </p:cNvGraphicFramePr>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grpSp>
      <p:cxnSp>
        <p:nvCxnSpPr>
          <p:cNvPr id="1448" name="Straight Connector 1447">
            <a:extLst>
              <a:ext uri="{FF2B5EF4-FFF2-40B4-BE49-F238E27FC236}">
                <a16:creationId xmlns:a16="http://schemas.microsoft.com/office/drawing/2014/main" id="{ACA57D02-C0B1-14ED-9A97-B2438535E4A3}"/>
              </a:ext>
            </a:extLst>
          </p:cNvPr>
          <p:cNvCxnSpPr>
            <a:cxnSpLocks/>
          </p:cNvCxnSpPr>
          <p:nvPr/>
        </p:nvCxnSpPr>
        <p:spPr>
          <a:xfrm flipV="1">
            <a:off x="6131975" y="3722986"/>
            <a:ext cx="744838" cy="131932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 name="Elbow Connector 3">
            <a:extLst>
              <a:ext uri="{FF2B5EF4-FFF2-40B4-BE49-F238E27FC236}">
                <a16:creationId xmlns:a16="http://schemas.microsoft.com/office/drawing/2014/main" id="{0CAAE1D8-C587-E634-838E-6AD01BC20393}"/>
              </a:ext>
            </a:extLst>
          </p:cNvPr>
          <p:cNvCxnSpPr>
            <a:cxnSpLocks/>
            <a:stCxn id="1363" idx="2"/>
            <a:endCxn id="1431" idx="1"/>
          </p:cNvCxnSpPr>
          <p:nvPr/>
        </p:nvCxnSpPr>
        <p:spPr>
          <a:xfrm rot="16200000" flipH="1">
            <a:off x="8038414" y="4869299"/>
            <a:ext cx="1135032" cy="795733"/>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0" name="Elbow Connector 9">
            <a:extLst>
              <a:ext uri="{FF2B5EF4-FFF2-40B4-BE49-F238E27FC236}">
                <a16:creationId xmlns:a16="http://schemas.microsoft.com/office/drawing/2014/main" id="{3A8448DE-8DE7-261E-0446-E9ED0F000672}"/>
              </a:ext>
            </a:extLst>
          </p:cNvPr>
          <p:cNvCxnSpPr>
            <a:cxnSpLocks/>
            <a:stCxn id="1364" idx="1"/>
            <a:endCxn id="1431" idx="3"/>
          </p:cNvCxnSpPr>
          <p:nvPr/>
        </p:nvCxnSpPr>
        <p:spPr>
          <a:xfrm rot="10800000" flipV="1">
            <a:off x="9542752" y="4439012"/>
            <a:ext cx="398594" cy="1395670"/>
          </a:xfrm>
          <a:prstGeom prst="bentConnector3">
            <a:avLst>
              <a:gd name="adj1" fmla="val 33901"/>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grpSp>
        <p:nvGrpSpPr>
          <p:cNvPr id="594" name="Group 593">
            <a:extLst>
              <a:ext uri="{FF2B5EF4-FFF2-40B4-BE49-F238E27FC236}">
                <a16:creationId xmlns:a16="http://schemas.microsoft.com/office/drawing/2014/main" id="{491AE9B7-AEB7-08B3-676C-4B3167A65F62}"/>
              </a:ext>
            </a:extLst>
          </p:cNvPr>
          <p:cNvGrpSpPr/>
          <p:nvPr/>
        </p:nvGrpSpPr>
        <p:grpSpPr>
          <a:xfrm>
            <a:off x="4759840" y="2514961"/>
            <a:ext cx="1970300" cy="931124"/>
            <a:chOff x="3813695" y="2520372"/>
            <a:chExt cx="1970300" cy="931124"/>
          </a:xfrm>
        </p:grpSpPr>
        <p:sp>
          <p:nvSpPr>
            <p:cNvPr id="20" name="Rectangle 19">
              <a:extLst>
                <a:ext uri="{FF2B5EF4-FFF2-40B4-BE49-F238E27FC236}">
                  <a16:creationId xmlns:a16="http://schemas.microsoft.com/office/drawing/2014/main" id="{8087EF80-CF06-6950-A2F3-E1A215B68A27}"/>
                </a:ext>
              </a:extLst>
            </p:cNvPr>
            <p:cNvSpPr/>
            <p:nvPr/>
          </p:nvSpPr>
          <p:spPr>
            <a:xfrm>
              <a:off x="5315152" y="31114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42204F32-0001-7997-AFA5-70A931DF9DBD}"/>
                </a:ext>
              </a:extLst>
            </p:cNvPr>
            <p:cNvSpPr/>
            <p:nvPr/>
          </p:nvSpPr>
          <p:spPr>
            <a:xfrm>
              <a:off x="4694990" y="29665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C51F1618-ABB0-2E7B-259A-27841C55260D}"/>
                </a:ext>
              </a:extLst>
            </p:cNvPr>
            <p:cNvSpPr/>
            <p:nvPr/>
          </p:nvSpPr>
          <p:spPr>
            <a:xfrm>
              <a:off x="4468490" y="2520372"/>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76F26C10-E591-61E8-5283-BED9E092E501}"/>
                </a:ext>
              </a:extLst>
            </p:cNvPr>
            <p:cNvSpPr/>
            <p:nvPr/>
          </p:nvSpPr>
          <p:spPr>
            <a:xfrm>
              <a:off x="5220381" y="252162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53" name="Rectangle 1352">
              <a:extLst>
                <a:ext uri="{FF2B5EF4-FFF2-40B4-BE49-F238E27FC236}">
                  <a16:creationId xmlns:a16="http://schemas.microsoft.com/office/drawing/2014/main" id="{08A7307B-0CEB-0126-B67D-D740F4CF36F6}"/>
                </a:ext>
              </a:extLst>
            </p:cNvPr>
            <p:cNvSpPr/>
            <p:nvPr/>
          </p:nvSpPr>
          <p:spPr>
            <a:xfrm>
              <a:off x="3813695" y="277793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8" name="Straight Connector 477">
            <a:extLst>
              <a:ext uri="{FF2B5EF4-FFF2-40B4-BE49-F238E27FC236}">
                <a16:creationId xmlns:a16="http://schemas.microsoft.com/office/drawing/2014/main" id="{77CD1BE9-D318-8CBC-F13A-783C861804B9}"/>
              </a:ext>
            </a:extLst>
          </p:cNvPr>
          <p:cNvCxnSpPr>
            <a:cxnSpLocks/>
          </p:cNvCxnSpPr>
          <p:nvPr/>
        </p:nvCxnSpPr>
        <p:spPr>
          <a:xfrm flipH="1">
            <a:off x="8450716" y="5676356"/>
            <a:ext cx="2875738" cy="448874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8DB8BE57-F031-C4F4-B9EA-F4EFEF680B0D}"/>
              </a:ext>
            </a:extLst>
          </p:cNvPr>
          <p:cNvCxnSpPr>
            <a:cxnSpLocks/>
          </p:cNvCxnSpPr>
          <p:nvPr/>
        </p:nvCxnSpPr>
        <p:spPr>
          <a:xfrm flipH="1">
            <a:off x="8445720" y="6448524"/>
            <a:ext cx="369499" cy="194140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596" name="Group 595">
            <a:extLst>
              <a:ext uri="{FF2B5EF4-FFF2-40B4-BE49-F238E27FC236}">
                <a16:creationId xmlns:a16="http://schemas.microsoft.com/office/drawing/2014/main" id="{81176F7C-8EEF-F11E-67D0-99B22D4B0D43}"/>
              </a:ext>
            </a:extLst>
          </p:cNvPr>
          <p:cNvGrpSpPr/>
          <p:nvPr/>
        </p:nvGrpSpPr>
        <p:grpSpPr>
          <a:xfrm>
            <a:off x="4378636" y="3749819"/>
            <a:ext cx="1763725" cy="931206"/>
            <a:chOff x="3243530" y="3828629"/>
            <a:chExt cx="1763725" cy="931206"/>
          </a:xfrm>
        </p:grpSpPr>
        <p:sp>
          <p:nvSpPr>
            <p:cNvPr id="34" name="Rectangle 33">
              <a:extLst>
                <a:ext uri="{FF2B5EF4-FFF2-40B4-BE49-F238E27FC236}">
                  <a16:creationId xmlns:a16="http://schemas.microsoft.com/office/drawing/2014/main" id="{A0FD42D6-8A04-D25A-9D44-EED362F275F3}"/>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DB8E676A-8B96-9A0B-2D54-2BDAAEC97C73}"/>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9" name="Rectangle 38">
              <a:extLst>
                <a:ext uri="{FF2B5EF4-FFF2-40B4-BE49-F238E27FC236}">
                  <a16:creationId xmlns:a16="http://schemas.microsoft.com/office/drawing/2014/main" id="{F5D8810C-94C5-5230-F41C-44925E991D4E}"/>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 name="Rectangle 39">
              <a:extLst>
                <a:ext uri="{FF2B5EF4-FFF2-40B4-BE49-F238E27FC236}">
                  <a16:creationId xmlns:a16="http://schemas.microsoft.com/office/drawing/2014/main" id="{C511E388-CFBE-C8FB-FE65-4A53C3759199}"/>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54" name="Elbow Connector 1353">
              <a:extLst>
                <a:ext uri="{FF2B5EF4-FFF2-40B4-BE49-F238E27FC236}">
                  <a16:creationId xmlns:a16="http://schemas.microsoft.com/office/drawing/2014/main" id="{77709279-8952-F648-2576-CB93531F2875}"/>
                </a:ext>
              </a:extLst>
            </p:cNvPr>
            <p:cNvCxnSpPr>
              <a:cxnSpLocks/>
              <a:endCxn id="37"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57" name="Elbow Connector 1356">
              <a:extLst>
                <a:ext uri="{FF2B5EF4-FFF2-40B4-BE49-F238E27FC236}">
                  <a16:creationId xmlns:a16="http://schemas.microsoft.com/office/drawing/2014/main" id="{68DFD903-B75D-6531-638D-8D38E9372821}"/>
                </a:ext>
              </a:extLst>
            </p:cNvPr>
            <p:cNvCxnSpPr>
              <a:cxnSpLocks/>
              <a:stCxn id="37" idx="3"/>
              <a:endCxn id="40"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62" name="Elbow Connector 1361">
              <a:extLst>
                <a:ext uri="{FF2B5EF4-FFF2-40B4-BE49-F238E27FC236}">
                  <a16:creationId xmlns:a16="http://schemas.microsoft.com/office/drawing/2014/main" id="{FD8F0A19-DE4E-9AC2-BE09-0A5D4B597F4F}"/>
                </a:ext>
              </a:extLst>
            </p:cNvPr>
            <p:cNvCxnSpPr>
              <a:cxnSpLocks/>
              <a:stCxn id="37" idx="2"/>
              <a:endCxn id="3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504" name="Rectangle 503">
              <a:extLst>
                <a:ext uri="{FF2B5EF4-FFF2-40B4-BE49-F238E27FC236}">
                  <a16:creationId xmlns:a16="http://schemas.microsoft.com/office/drawing/2014/main" id="{0CC7859B-077E-54FD-C0BE-63CC3DF49702}"/>
                </a:ext>
              </a:extLst>
            </p:cNvPr>
            <p:cNvSpPr/>
            <p:nvPr/>
          </p:nvSpPr>
          <p:spPr>
            <a:xfrm>
              <a:off x="3254772" y="383285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6" name="Rectangle 505">
              <a:extLst>
                <a:ext uri="{FF2B5EF4-FFF2-40B4-BE49-F238E27FC236}">
                  <a16:creationId xmlns:a16="http://schemas.microsoft.com/office/drawing/2014/main" id="{42D61FF3-A059-C2E6-861B-84467FF57958}"/>
                </a:ext>
              </a:extLst>
            </p:cNvPr>
            <p:cNvSpPr/>
            <p:nvPr/>
          </p:nvSpPr>
          <p:spPr>
            <a:xfrm>
              <a:off x="3849960"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7" name="Rectangle 506">
              <a:extLst>
                <a:ext uri="{FF2B5EF4-FFF2-40B4-BE49-F238E27FC236}">
                  <a16:creationId xmlns:a16="http://schemas.microsoft.com/office/drawing/2014/main" id="{A2E79565-4A80-D994-D1F6-6377AB128D1A}"/>
                </a:ext>
              </a:extLst>
            </p:cNvPr>
            <p:cNvSpPr/>
            <p:nvPr/>
          </p:nvSpPr>
          <p:spPr>
            <a:xfrm>
              <a:off x="4546928" y="44237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8" name="Rectangle 507">
              <a:extLst>
                <a:ext uri="{FF2B5EF4-FFF2-40B4-BE49-F238E27FC236}">
                  <a16:creationId xmlns:a16="http://schemas.microsoft.com/office/drawing/2014/main" id="{839BC723-5083-ABC1-BCB5-8CC3680780CA}"/>
                </a:ext>
              </a:extLst>
            </p:cNvPr>
            <p:cNvSpPr/>
            <p:nvPr/>
          </p:nvSpPr>
          <p:spPr>
            <a:xfrm>
              <a:off x="4520282"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1409" name="Group 1408">
            <a:extLst>
              <a:ext uri="{FF2B5EF4-FFF2-40B4-BE49-F238E27FC236}">
                <a16:creationId xmlns:a16="http://schemas.microsoft.com/office/drawing/2014/main" id="{B85F6E81-FAE6-BB06-08E7-0D4C350E770F}"/>
              </a:ext>
            </a:extLst>
          </p:cNvPr>
          <p:cNvGrpSpPr/>
          <p:nvPr/>
        </p:nvGrpSpPr>
        <p:grpSpPr>
          <a:xfrm>
            <a:off x="9262337" y="2591191"/>
            <a:ext cx="609170" cy="487299"/>
            <a:chOff x="8855147" y="2668516"/>
            <a:chExt cx="609170" cy="487299"/>
          </a:xfrm>
        </p:grpSpPr>
        <p:pic>
          <p:nvPicPr>
            <p:cNvPr id="509" name="Graphic 508" descr="Paper outline">
              <a:extLst>
                <a:ext uri="{FF2B5EF4-FFF2-40B4-BE49-F238E27FC236}">
                  <a16:creationId xmlns:a16="http://schemas.microsoft.com/office/drawing/2014/main" id="{17025432-6AA4-1156-FB10-E27D56B7FEB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90401" y="2668516"/>
              <a:ext cx="327204" cy="308545"/>
            </a:xfrm>
            <a:prstGeom prst="rect">
              <a:avLst/>
            </a:prstGeom>
          </p:spPr>
        </p:pic>
        <p:sp>
          <p:nvSpPr>
            <p:cNvPr id="510" name="TextBox 509">
              <a:extLst>
                <a:ext uri="{FF2B5EF4-FFF2-40B4-BE49-F238E27FC236}">
                  <a16:creationId xmlns:a16="http://schemas.microsoft.com/office/drawing/2014/main" id="{5F381F09-A7FE-CB56-B5B4-5BA8C5D064A9}"/>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0" name="Group 1409">
            <a:extLst>
              <a:ext uri="{FF2B5EF4-FFF2-40B4-BE49-F238E27FC236}">
                <a16:creationId xmlns:a16="http://schemas.microsoft.com/office/drawing/2014/main" id="{FF223A0E-AAC2-48EF-FAB9-B1D0125D5FD5}"/>
              </a:ext>
            </a:extLst>
          </p:cNvPr>
          <p:cNvGrpSpPr/>
          <p:nvPr/>
        </p:nvGrpSpPr>
        <p:grpSpPr>
          <a:xfrm>
            <a:off x="9793462" y="2728413"/>
            <a:ext cx="609170" cy="487299"/>
            <a:chOff x="8855147" y="2668516"/>
            <a:chExt cx="609170" cy="487299"/>
          </a:xfrm>
        </p:grpSpPr>
        <p:pic>
          <p:nvPicPr>
            <p:cNvPr id="1412" name="Graphic 1411" descr="Paper outline">
              <a:extLst>
                <a:ext uri="{FF2B5EF4-FFF2-40B4-BE49-F238E27FC236}">
                  <a16:creationId xmlns:a16="http://schemas.microsoft.com/office/drawing/2014/main" id="{BB308BF9-D5B9-54ED-833F-2E377903B38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90401" y="2668516"/>
              <a:ext cx="327204" cy="308545"/>
            </a:xfrm>
            <a:prstGeom prst="rect">
              <a:avLst/>
            </a:prstGeom>
          </p:spPr>
        </p:pic>
        <p:sp>
          <p:nvSpPr>
            <p:cNvPr id="1413" name="TextBox 1412">
              <a:extLst>
                <a:ext uri="{FF2B5EF4-FFF2-40B4-BE49-F238E27FC236}">
                  <a16:creationId xmlns:a16="http://schemas.microsoft.com/office/drawing/2014/main" id="{BC36FB63-0014-065C-A91A-B89964B32334}"/>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4" name="Group 1413">
            <a:extLst>
              <a:ext uri="{FF2B5EF4-FFF2-40B4-BE49-F238E27FC236}">
                <a16:creationId xmlns:a16="http://schemas.microsoft.com/office/drawing/2014/main" id="{81D5F72C-50CB-95ED-F0E8-E37842048E73}"/>
              </a:ext>
            </a:extLst>
          </p:cNvPr>
          <p:cNvGrpSpPr/>
          <p:nvPr/>
        </p:nvGrpSpPr>
        <p:grpSpPr>
          <a:xfrm>
            <a:off x="9535579" y="2980161"/>
            <a:ext cx="609170" cy="487299"/>
            <a:chOff x="8855147" y="2668516"/>
            <a:chExt cx="609170" cy="487299"/>
          </a:xfrm>
        </p:grpSpPr>
        <p:pic>
          <p:nvPicPr>
            <p:cNvPr id="1416" name="Graphic 1415" descr="Paper outline">
              <a:extLst>
                <a:ext uri="{FF2B5EF4-FFF2-40B4-BE49-F238E27FC236}">
                  <a16:creationId xmlns:a16="http://schemas.microsoft.com/office/drawing/2014/main" id="{570023CA-F1C9-C51C-6A0A-D924AA17A03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90401" y="2668516"/>
              <a:ext cx="327204" cy="308545"/>
            </a:xfrm>
            <a:prstGeom prst="rect">
              <a:avLst/>
            </a:prstGeom>
          </p:spPr>
        </p:pic>
        <p:sp>
          <p:nvSpPr>
            <p:cNvPr id="1417" name="TextBox 1416">
              <a:extLst>
                <a:ext uri="{FF2B5EF4-FFF2-40B4-BE49-F238E27FC236}">
                  <a16:creationId xmlns:a16="http://schemas.microsoft.com/office/drawing/2014/main" id="{EFC51248-4EC2-CB5F-5A65-A65A8DA474AC}"/>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cxnSp>
        <p:nvCxnSpPr>
          <p:cNvPr id="1419" name="Elbow Connector 1418">
            <a:extLst>
              <a:ext uri="{FF2B5EF4-FFF2-40B4-BE49-F238E27FC236}">
                <a16:creationId xmlns:a16="http://schemas.microsoft.com/office/drawing/2014/main" id="{62DB1385-81C6-8E51-3650-053BC3F6F283}"/>
              </a:ext>
            </a:extLst>
          </p:cNvPr>
          <p:cNvCxnSpPr>
            <a:cxnSpLocks/>
            <a:endCxn id="35" idx="1"/>
          </p:cNvCxnSpPr>
          <p:nvPr/>
        </p:nvCxnSpPr>
        <p:spPr>
          <a:xfrm>
            <a:off x="8750607" y="3956047"/>
            <a:ext cx="928794" cy="270238"/>
          </a:xfrm>
          <a:prstGeom prst="bentConnector3">
            <a:avLst>
              <a:gd name="adj1" fmla="val 5000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grpSp>
        <p:nvGrpSpPr>
          <p:cNvPr id="600" name="Group 599">
            <a:extLst>
              <a:ext uri="{FF2B5EF4-FFF2-40B4-BE49-F238E27FC236}">
                <a16:creationId xmlns:a16="http://schemas.microsoft.com/office/drawing/2014/main" id="{599C0C2E-8FE9-6D8A-52B6-FE1A09D4EB61}"/>
              </a:ext>
            </a:extLst>
          </p:cNvPr>
          <p:cNvGrpSpPr/>
          <p:nvPr/>
        </p:nvGrpSpPr>
        <p:grpSpPr>
          <a:xfrm>
            <a:off x="3845269" y="5367007"/>
            <a:ext cx="533273" cy="690603"/>
            <a:chOff x="3438079" y="5444332"/>
            <a:chExt cx="533273" cy="690603"/>
          </a:xfrm>
        </p:grpSpPr>
        <p:sp>
          <p:nvSpPr>
            <p:cNvPr id="1425" name="Rectangle 1424">
              <a:extLst>
                <a:ext uri="{FF2B5EF4-FFF2-40B4-BE49-F238E27FC236}">
                  <a16:creationId xmlns:a16="http://schemas.microsoft.com/office/drawing/2014/main" id="{6A75EFA9-74B6-BE3E-2ED0-650239F6221D}"/>
                </a:ext>
              </a:extLst>
            </p:cNvPr>
            <p:cNvSpPr/>
            <p:nvPr/>
          </p:nvSpPr>
          <p:spPr>
            <a:xfrm>
              <a:off x="3438079" y="5444332"/>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4" name="Rectangle 1433">
              <a:extLst>
                <a:ext uri="{FF2B5EF4-FFF2-40B4-BE49-F238E27FC236}">
                  <a16:creationId xmlns:a16="http://schemas.microsoft.com/office/drawing/2014/main" id="{DB59B8C2-319B-EC83-6909-B6F95669D3DE}"/>
                </a:ext>
              </a:extLst>
            </p:cNvPr>
            <p:cNvSpPr/>
            <p:nvPr/>
          </p:nvSpPr>
          <p:spPr>
            <a:xfrm>
              <a:off x="3721885" y="5450730"/>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598" name="Group 597">
            <a:extLst>
              <a:ext uri="{FF2B5EF4-FFF2-40B4-BE49-F238E27FC236}">
                <a16:creationId xmlns:a16="http://schemas.microsoft.com/office/drawing/2014/main" id="{10BE602D-B748-6F81-1CA2-8EB0A395471F}"/>
              </a:ext>
            </a:extLst>
          </p:cNvPr>
          <p:cNvGrpSpPr/>
          <p:nvPr/>
        </p:nvGrpSpPr>
        <p:grpSpPr>
          <a:xfrm>
            <a:off x="5368005" y="5078991"/>
            <a:ext cx="535182" cy="690603"/>
            <a:chOff x="4884855" y="5392548"/>
            <a:chExt cx="535182" cy="690603"/>
          </a:xfrm>
        </p:grpSpPr>
        <p:sp>
          <p:nvSpPr>
            <p:cNvPr id="1426" name="Rectangle 1425">
              <a:extLst>
                <a:ext uri="{FF2B5EF4-FFF2-40B4-BE49-F238E27FC236}">
                  <a16:creationId xmlns:a16="http://schemas.microsoft.com/office/drawing/2014/main" id="{E808DB3C-EDBF-9ACB-B331-5E253CE42CF5}"/>
                </a:ext>
              </a:extLst>
            </p:cNvPr>
            <p:cNvSpPr/>
            <p:nvPr/>
          </p:nvSpPr>
          <p:spPr>
            <a:xfrm>
              <a:off x="4884855" y="5392548"/>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5" name="Rectangle 1434">
              <a:extLst>
                <a:ext uri="{FF2B5EF4-FFF2-40B4-BE49-F238E27FC236}">
                  <a16:creationId xmlns:a16="http://schemas.microsoft.com/office/drawing/2014/main" id="{5B51206C-5C09-8C26-4984-ACE088791C8A}"/>
                </a:ext>
              </a:extLst>
            </p:cNvPr>
            <p:cNvSpPr/>
            <p:nvPr/>
          </p:nvSpPr>
          <p:spPr>
            <a:xfrm>
              <a:off x="5170570" y="5399514"/>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601" name="Group 600">
            <a:extLst>
              <a:ext uri="{FF2B5EF4-FFF2-40B4-BE49-F238E27FC236}">
                <a16:creationId xmlns:a16="http://schemas.microsoft.com/office/drawing/2014/main" id="{A58A077F-A549-F24E-E79E-7A9243B69281}"/>
              </a:ext>
            </a:extLst>
          </p:cNvPr>
          <p:cNvGrpSpPr/>
          <p:nvPr/>
        </p:nvGrpSpPr>
        <p:grpSpPr>
          <a:xfrm>
            <a:off x="4470795" y="5939781"/>
            <a:ext cx="532246" cy="690603"/>
            <a:chOff x="4073864" y="6252050"/>
            <a:chExt cx="532246" cy="690603"/>
          </a:xfrm>
        </p:grpSpPr>
        <p:sp>
          <p:nvSpPr>
            <p:cNvPr id="1428" name="Rectangle 1427">
              <a:extLst>
                <a:ext uri="{FF2B5EF4-FFF2-40B4-BE49-F238E27FC236}">
                  <a16:creationId xmlns:a16="http://schemas.microsoft.com/office/drawing/2014/main" id="{175503C9-6CA7-FC8E-F170-4D206784FDAC}"/>
                </a:ext>
              </a:extLst>
            </p:cNvPr>
            <p:cNvSpPr/>
            <p:nvPr/>
          </p:nvSpPr>
          <p:spPr>
            <a:xfrm>
              <a:off x="4073864" y="6252050"/>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6" name="Rectangle 1435">
              <a:extLst>
                <a:ext uri="{FF2B5EF4-FFF2-40B4-BE49-F238E27FC236}">
                  <a16:creationId xmlns:a16="http://schemas.microsoft.com/office/drawing/2014/main" id="{5E5AA3AD-ECED-98EC-EFBC-9CB854B0687E}"/>
                </a:ext>
              </a:extLst>
            </p:cNvPr>
            <p:cNvSpPr/>
            <p:nvPr/>
          </p:nvSpPr>
          <p:spPr>
            <a:xfrm>
              <a:off x="4354638" y="625617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603" name="Group 602">
            <a:extLst>
              <a:ext uri="{FF2B5EF4-FFF2-40B4-BE49-F238E27FC236}">
                <a16:creationId xmlns:a16="http://schemas.microsoft.com/office/drawing/2014/main" id="{D61C928F-A8DA-8FDA-4E05-E7ED838E9540}"/>
              </a:ext>
            </a:extLst>
          </p:cNvPr>
          <p:cNvGrpSpPr/>
          <p:nvPr/>
        </p:nvGrpSpPr>
        <p:grpSpPr>
          <a:xfrm>
            <a:off x="4047842" y="6802841"/>
            <a:ext cx="532640" cy="693751"/>
            <a:chOff x="3294361" y="6403905"/>
            <a:chExt cx="532640" cy="693751"/>
          </a:xfrm>
        </p:grpSpPr>
        <p:sp>
          <p:nvSpPr>
            <p:cNvPr id="1427" name="Rectangle 1426">
              <a:extLst>
                <a:ext uri="{FF2B5EF4-FFF2-40B4-BE49-F238E27FC236}">
                  <a16:creationId xmlns:a16="http://schemas.microsoft.com/office/drawing/2014/main" id="{DA540227-C8F3-5229-433A-D6FD0A8FD153}"/>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7" name="Rectangle 1436">
              <a:extLst>
                <a:ext uri="{FF2B5EF4-FFF2-40B4-BE49-F238E27FC236}">
                  <a16:creationId xmlns:a16="http://schemas.microsoft.com/office/drawing/2014/main" id="{7EABCF01-92C3-5F41-37A1-908DB488254D}"/>
                </a:ext>
              </a:extLst>
            </p:cNvPr>
            <p:cNvSpPr/>
            <p:nvPr/>
          </p:nvSpPr>
          <p:spPr>
            <a:xfrm>
              <a:off x="3577534" y="6403905"/>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602" name="Group 601">
            <a:extLst>
              <a:ext uri="{FF2B5EF4-FFF2-40B4-BE49-F238E27FC236}">
                <a16:creationId xmlns:a16="http://schemas.microsoft.com/office/drawing/2014/main" id="{A21B7CB4-AE10-0089-28CB-855BA765DF6C}"/>
              </a:ext>
            </a:extLst>
          </p:cNvPr>
          <p:cNvGrpSpPr/>
          <p:nvPr/>
        </p:nvGrpSpPr>
        <p:grpSpPr>
          <a:xfrm>
            <a:off x="5062451" y="6978160"/>
            <a:ext cx="532246" cy="690603"/>
            <a:chOff x="4407275" y="7069836"/>
            <a:chExt cx="532246" cy="690603"/>
          </a:xfrm>
        </p:grpSpPr>
        <p:sp>
          <p:nvSpPr>
            <p:cNvPr id="1429" name="Rectangle 1428">
              <a:extLst>
                <a:ext uri="{FF2B5EF4-FFF2-40B4-BE49-F238E27FC236}">
                  <a16:creationId xmlns:a16="http://schemas.microsoft.com/office/drawing/2014/main" id="{BAAA7F77-A5E9-6C17-ACE7-0B423E671802}"/>
                </a:ext>
              </a:extLst>
            </p:cNvPr>
            <p:cNvSpPr/>
            <p:nvPr/>
          </p:nvSpPr>
          <p:spPr>
            <a:xfrm>
              <a:off x="4407275" y="7069836"/>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8" name="Rectangle 1437">
              <a:extLst>
                <a:ext uri="{FF2B5EF4-FFF2-40B4-BE49-F238E27FC236}">
                  <a16:creationId xmlns:a16="http://schemas.microsoft.com/office/drawing/2014/main" id="{94C0F259-EE85-F517-252C-4BC5B7078563}"/>
                </a:ext>
              </a:extLst>
            </p:cNvPr>
            <p:cNvSpPr/>
            <p:nvPr/>
          </p:nvSpPr>
          <p:spPr>
            <a:xfrm>
              <a:off x="4690054" y="707957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1439" name="Elbow Connector 1438">
            <a:extLst>
              <a:ext uri="{FF2B5EF4-FFF2-40B4-BE49-F238E27FC236}">
                <a16:creationId xmlns:a16="http://schemas.microsoft.com/office/drawing/2014/main" id="{CCA9BBAA-B379-A3BC-B0E0-AE289E042D4B}"/>
              </a:ext>
            </a:extLst>
          </p:cNvPr>
          <p:cNvCxnSpPr>
            <a:cxnSpLocks/>
            <a:stCxn id="39" idx="1"/>
            <a:endCxn id="633" idx="1"/>
          </p:cNvCxnSpPr>
          <p:nvPr/>
        </p:nvCxnSpPr>
        <p:spPr>
          <a:xfrm rot="10800000" flipH="1" flipV="1">
            <a:off x="4378636" y="3919833"/>
            <a:ext cx="230338" cy="1303295"/>
          </a:xfrm>
          <a:prstGeom prst="bentConnector3">
            <a:avLst>
              <a:gd name="adj1" fmla="val -99245"/>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3" name="Elbow Connector 1442">
            <a:extLst>
              <a:ext uri="{FF2B5EF4-FFF2-40B4-BE49-F238E27FC236}">
                <a16:creationId xmlns:a16="http://schemas.microsoft.com/office/drawing/2014/main" id="{C0A7E2E7-F657-C033-CA99-573AE1AE6C8B}"/>
              </a:ext>
            </a:extLst>
          </p:cNvPr>
          <p:cNvCxnSpPr>
            <a:cxnSpLocks/>
            <a:stCxn id="633" idx="3"/>
          </p:cNvCxnSpPr>
          <p:nvPr/>
        </p:nvCxnSpPr>
        <p:spPr>
          <a:xfrm flipV="1">
            <a:off x="4992476" y="4476745"/>
            <a:ext cx="5798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9" name="Straight Connector 1448">
            <a:extLst>
              <a:ext uri="{FF2B5EF4-FFF2-40B4-BE49-F238E27FC236}">
                <a16:creationId xmlns:a16="http://schemas.microsoft.com/office/drawing/2014/main" id="{6C49C4CC-D557-F93E-9C99-43F56F2B431A}"/>
              </a:ext>
            </a:extLst>
          </p:cNvPr>
          <p:cNvCxnSpPr>
            <a:cxnSpLocks/>
          </p:cNvCxnSpPr>
          <p:nvPr/>
        </p:nvCxnSpPr>
        <p:spPr>
          <a:xfrm>
            <a:off x="4189614" y="7797463"/>
            <a:ext cx="2374466" cy="23329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5" name="Straight Connector 1454">
            <a:extLst>
              <a:ext uri="{FF2B5EF4-FFF2-40B4-BE49-F238E27FC236}">
                <a16:creationId xmlns:a16="http://schemas.microsoft.com/office/drawing/2014/main" id="{C2932908-B5AF-A24C-F69D-9F14D6C69251}"/>
              </a:ext>
            </a:extLst>
          </p:cNvPr>
          <p:cNvCxnSpPr>
            <a:cxnSpLocks/>
          </p:cNvCxnSpPr>
          <p:nvPr/>
        </p:nvCxnSpPr>
        <p:spPr>
          <a:xfrm>
            <a:off x="5664813" y="7739568"/>
            <a:ext cx="899267" cy="6398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F55F877D-67EB-9085-6546-E3D1F1602C93}"/>
              </a:ext>
            </a:extLst>
          </p:cNvPr>
          <p:cNvCxnSpPr>
            <a:cxnSpLocks/>
          </p:cNvCxnSpPr>
          <p:nvPr/>
        </p:nvCxnSpPr>
        <p:spPr>
          <a:xfrm flipH="1">
            <a:off x="7912454" y="4757790"/>
            <a:ext cx="838153" cy="303967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741D29D2-394C-9F62-6106-9BCF92EAF972}"/>
              </a:ext>
            </a:extLst>
          </p:cNvPr>
          <p:cNvCxnSpPr>
            <a:cxnSpLocks/>
          </p:cNvCxnSpPr>
          <p:nvPr/>
        </p:nvCxnSpPr>
        <p:spPr>
          <a:xfrm flipH="1">
            <a:off x="6883866" y="2443047"/>
            <a:ext cx="377844" cy="127785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CE89DFE7-ABEE-B400-1197-537105B57C10}"/>
              </a:ext>
            </a:extLst>
          </p:cNvPr>
          <p:cNvCxnSpPr>
            <a:cxnSpLocks/>
          </p:cNvCxnSpPr>
          <p:nvPr/>
        </p:nvCxnSpPr>
        <p:spPr>
          <a:xfrm flipH="1">
            <a:off x="8750607" y="3454117"/>
            <a:ext cx="72500" cy="131589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66DEEB97-C42B-2556-14C1-B0F34A502612}"/>
              </a:ext>
            </a:extLst>
          </p:cNvPr>
          <p:cNvCxnSpPr>
            <a:cxnSpLocks/>
          </p:cNvCxnSpPr>
          <p:nvPr/>
        </p:nvCxnSpPr>
        <p:spPr>
          <a:xfrm>
            <a:off x="7904421" y="7797463"/>
            <a:ext cx="546295" cy="5924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1" name="Straight Connector 610">
            <a:extLst>
              <a:ext uri="{FF2B5EF4-FFF2-40B4-BE49-F238E27FC236}">
                <a16:creationId xmlns:a16="http://schemas.microsoft.com/office/drawing/2014/main" id="{D6917E0C-2942-F670-860A-E3881639CC33}"/>
              </a:ext>
            </a:extLst>
          </p:cNvPr>
          <p:cNvCxnSpPr>
            <a:cxnSpLocks/>
          </p:cNvCxnSpPr>
          <p:nvPr/>
        </p:nvCxnSpPr>
        <p:spPr>
          <a:xfrm>
            <a:off x="6114446" y="7797463"/>
            <a:ext cx="449634" cy="58970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8C1562D4-EAF1-96F2-E51B-1756A66C5B89}"/>
              </a:ext>
            </a:extLst>
          </p:cNvPr>
          <p:cNvCxnSpPr>
            <a:cxnSpLocks/>
          </p:cNvCxnSpPr>
          <p:nvPr/>
        </p:nvCxnSpPr>
        <p:spPr>
          <a:xfrm flipH="1">
            <a:off x="8461896" y="6460605"/>
            <a:ext cx="1214078" cy="363844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633" name="Graphic 632" descr="Paper outline">
            <a:extLst>
              <a:ext uri="{FF2B5EF4-FFF2-40B4-BE49-F238E27FC236}">
                <a16:creationId xmlns:a16="http://schemas.microsoft.com/office/drawing/2014/main" id="{720490FC-6DF5-58F9-2901-6BA1D0D9D4E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08974" y="5042312"/>
            <a:ext cx="383502" cy="361633"/>
          </a:xfrm>
          <a:prstGeom prst="rect">
            <a:avLst/>
          </a:prstGeom>
        </p:spPr>
      </p:pic>
      <p:pic>
        <p:nvPicPr>
          <p:cNvPr id="637" name="Graphic 636" descr="Paper outline">
            <a:extLst>
              <a:ext uri="{FF2B5EF4-FFF2-40B4-BE49-F238E27FC236}">
                <a16:creationId xmlns:a16="http://schemas.microsoft.com/office/drawing/2014/main" id="{3C2FDEE5-EA5C-2757-672B-CA13CDA7E7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45273" y="5933936"/>
            <a:ext cx="383502" cy="361633"/>
          </a:xfrm>
          <a:prstGeom prst="rect">
            <a:avLst/>
          </a:prstGeom>
        </p:spPr>
      </p:pic>
      <p:cxnSp>
        <p:nvCxnSpPr>
          <p:cNvPr id="638" name="Elbow Connector 637">
            <a:extLst>
              <a:ext uri="{FF2B5EF4-FFF2-40B4-BE49-F238E27FC236}">
                <a16:creationId xmlns:a16="http://schemas.microsoft.com/office/drawing/2014/main" id="{F690F0BB-C845-10D1-8514-54481E8052EE}"/>
              </a:ext>
            </a:extLst>
          </p:cNvPr>
          <p:cNvCxnSpPr>
            <a:cxnSpLocks/>
            <a:stCxn id="637" idx="3"/>
          </p:cNvCxnSpPr>
          <p:nvPr/>
        </p:nvCxnSpPr>
        <p:spPr>
          <a:xfrm flipV="1">
            <a:off x="5928775" y="4664753"/>
            <a:ext cx="110288" cy="14500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59" name="Elbow Connector 258">
            <a:extLst>
              <a:ext uri="{FF2B5EF4-FFF2-40B4-BE49-F238E27FC236}">
                <a16:creationId xmlns:a16="http://schemas.microsoft.com/office/drawing/2014/main" id="{297B275F-A027-1971-9AAD-AA1B21107F5A}"/>
              </a:ext>
            </a:extLst>
          </p:cNvPr>
          <p:cNvCxnSpPr>
            <a:cxnSpLocks/>
            <a:stCxn id="637" idx="1"/>
          </p:cNvCxnSpPr>
          <p:nvPr/>
        </p:nvCxnSpPr>
        <p:spPr>
          <a:xfrm rot="10800000">
            <a:off x="5158277" y="4439015"/>
            <a:ext cx="386996" cy="1675739"/>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AD591517-FB17-1910-D84D-1EC0E97450DA}"/>
              </a:ext>
            </a:extLst>
          </p:cNvPr>
          <p:cNvCxnSpPr>
            <a:cxnSpLocks/>
          </p:cNvCxnSpPr>
          <p:nvPr/>
        </p:nvCxnSpPr>
        <p:spPr>
          <a:xfrm flipV="1">
            <a:off x="7910919" y="3720899"/>
            <a:ext cx="825940" cy="132920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E894B88B-E86B-D9D9-9316-5F9B7F0FD66A}"/>
              </a:ext>
            </a:extLst>
          </p:cNvPr>
          <p:cNvSpPr txBox="1"/>
          <p:nvPr/>
        </p:nvSpPr>
        <p:spPr>
          <a:xfrm>
            <a:off x="3321146" y="8990052"/>
            <a:ext cx="378719"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57" name="Line">
            <a:extLst>
              <a:ext uri="{FF2B5EF4-FFF2-40B4-BE49-F238E27FC236}">
                <a16:creationId xmlns:a16="http://schemas.microsoft.com/office/drawing/2014/main" id="{BB9E6149-D0D0-6DCE-5E29-B4D74A74FAB2}"/>
              </a:ext>
            </a:extLst>
          </p:cNvPr>
          <p:cNvSpPr/>
          <p:nvPr/>
        </p:nvSpPr>
        <p:spPr>
          <a:xfrm flipV="1">
            <a:off x="3695071" y="8379379"/>
            <a:ext cx="9589" cy="1664977"/>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1" name="TextBox 1370">
            <a:extLst>
              <a:ext uri="{FF2B5EF4-FFF2-40B4-BE49-F238E27FC236}">
                <a16:creationId xmlns:a16="http://schemas.microsoft.com/office/drawing/2014/main" id="{3E23A349-AFBE-60C4-FA44-D47BA81F813C}"/>
              </a:ext>
            </a:extLst>
          </p:cNvPr>
          <p:cNvSpPr txBox="1"/>
          <p:nvPr/>
        </p:nvSpPr>
        <p:spPr>
          <a:xfrm>
            <a:off x="3129874" y="5645312"/>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1372" name="TextBox 1371">
            <a:extLst>
              <a:ext uri="{FF2B5EF4-FFF2-40B4-BE49-F238E27FC236}">
                <a16:creationId xmlns:a16="http://schemas.microsoft.com/office/drawing/2014/main" id="{C9EA5C58-00E9-65DF-7E16-DFC397E33EB4}"/>
              </a:ext>
            </a:extLst>
          </p:cNvPr>
          <p:cNvSpPr txBox="1"/>
          <p:nvPr/>
        </p:nvSpPr>
        <p:spPr>
          <a:xfrm>
            <a:off x="3155254" y="4079609"/>
            <a:ext cx="538018"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Schema layer</a:t>
            </a:r>
            <a:endParaRPr kumimoji="0" lang="en-US" sz="1000" b="0" i="0" u="none" strike="noStrike" cap="none" spc="0" normalizeH="0" baseline="0" dirty="0">
              <a:ln>
                <a:noFill/>
              </a:ln>
              <a:solidFill>
                <a:srgbClr val="4C4C4C"/>
              </a:solidFill>
              <a:effectLst/>
              <a:uFillTx/>
              <a:sym typeface="Source Sans Pro"/>
            </a:endParaRPr>
          </a:p>
        </p:txBody>
      </p:sp>
      <p:sp>
        <p:nvSpPr>
          <p:cNvPr id="1373" name="Line">
            <a:extLst>
              <a:ext uri="{FF2B5EF4-FFF2-40B4-BE49-F238E27FC236}">
                <a16:creationId xmlns:a16="http://schemas.microsoft.com/office/drawing/2014/main" id="{7E08EDEB-6B4C-4523-1E25-01C8ED96BEB4}"/>
              </a:ext>
            </a:extLst>
          </p:cNvPr>
          <p:cNvSpPr/>
          <p:nvPr/>
        </p:nvSpPr>
        <p:spPr>
          <a:xfrm flipV="1">
            <a:off x="3697525" y="5066587"/>
            <a:ext cx="9589" cy="273087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4" name="Line">
            <a:extLst>
              <a:ext uri="{FF2B5EF4-FFF2-40B4-BE49-F238E27FC236}">
                <a16:creationId xmlns:a16="http://schemas.microsoft.com/office/drawing/2014/main" id="{92B5EE87-C43F-0D5D-3676-0A526A28F4B1}"/>
              </a:ext>
            </a:extLst>
          </p:cNvPr>
          <p:cNvSpPr/>
          <p:nvPr/>
        </p:nvSpPr>
        <p:spPr>
          <a:xfrm flipH="1" flipV="1">
            <a:off x="3695071" y="3738455"/>
            <a:ext cx="0" cy="1034898"/>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5" name="Line">
            <a:extLst>
              <a:ext uri="{FF2B5EF4-FFF2-40B4-BE49-F238E27FC236}">
                <a16:creationId xmlns:a16="http://schemas.microsoft.com/office/drawing/2014/main" id="{1E4B19E3-3A6E-5BA5-57E9-EA92F48BDBDC}"/>
              </a:ext>
            </a:extLst>
          </p:cNvPr>
          <p:cNvSpPr/>
          <p:nvPr/>
        </p:nvSpPr>
        <p:spPr>
          <a:xfrm flipH="1" flipV="1">
            <a:off x="3695071" y="2405570"/>
            <a:ext cx="584" cy="104854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6" name="TextBox 1375">
            <a:extLst>
              <a:ext uri="{FF2B5EF4-FFF2-40B4-BE49-F238E27FC236}">
                <a16:creationId xmlns:a16="http://schemas.microsoft.com/office/drawing/2014/main" id="{4E571674-EECD-D6E7-EE13-FC36BBFB9F93}"/>
              </a:ext>
            </a:extLst>
          </p:cNvPr>
          <p:cNvSpPr txBox="1"/>
          <p:nvPr/>
        </p:nvSpPr>
        <p:spPr>
          <a:xfrm>
            <a:off x="3181934" y="2781459"/>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3" name="Manipulate Variables">
            <a:extLst>
              <a:ext uri="{FF2B5EF4-FFF2-40B4-BE49-F238E27FC236}">
                <a16:creationId xmlns:a16="http://schemas.microsoft.com/office/drawing/2014/main" id="{ACA03C1F-97E6-87EC-AEF7-8536C3CAE752}"/>
              </a:ext>
            </a:extLst>
          </p:cNvPr>
          <p:cNvSpPr txBox="1"/>
          <p:nvPr/>
        </p:nvSpPr>
        <p:spPr>
          <a:xfrm>
            <a:off x="246888" y="3323832"/>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User Layer</a:t>
            </a:r>
          </a:p>
        </p:txBody>
      </p:sp>
      <p:sp>
        <p:nvSpPr>
          <p:cNvPr id="9" name="Manipulate Variables">
            <a:extLst>
              <a:ext uri="{FF2B5EF4-FFF2-40B4-BE49-F238E27FC236}">
                <a16:creationId xmlns:a16="http://schemas.microsoft.com/office/drawing/2014/main" id="{1C070600-3150-DDD9-F4EE-3A9B7C6490B7}"/>
              </a:ext>
            </a:extLst>
          </p:cNvPr>
          <p:cNvSpPr txBox="1"/>
          <p:nvPr/>
        </p:nvSpPr>
        <p:spPr>
          <a:xfrm>
            <a:off x="247364" y="4052511"/>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Module Layer</a:t>
            </a:r>
          </a:p>
        </p:txBody>
      </p:sp>
      <p:sp>
        <p:nvSpPr>
          <p:cNvPr id="11" name="TextBox 10">
            <a:extLst>
              <a:ext uri="{FF2B5EF4-FFF2-40B4-BE49-F238E27FC236}">
                <a16:creationId xmlns:a16="http://schemas.microsoft.com/office/drawing/2014/main" id="{8AA87FE6-33EE-03F0-474D-417282ECDC2A}"/>
              </a:ext>
            </a:extLst>
          </p:cNvPr>
          <p:cNvSpPr txBox="1"/>
          <p:nvPr/>
        </p:nvSpPr>
        <p:spPr>
          <a:xfrm>
            <a:off x="210789" y="4284622"/>
            <a:ext cx="2305858"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Abstraction on how files are grouped based on data source.</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2" name="Manipulate Variables">
            <a:extLst>
              <a:ext uri="{FF2B5EF4-FFF2-40B4-BE49-F238E27FC236}">
                <a16:creationId xmlns:a16="http://schemas.microsoft.com/office/drawing/2014/main" id="{22CF6A0F-1DBD-28EF-4275-479500DFB71E}"/>
              </a:ext>
            </a:extLst>
          </p:cNvPr>
          <p:cNvSpPr txBox="1"/>
          <p:nvPr/>
        </p:nvSpPr>
        <p:spPr>
          <a:xfrm>
            <a:off x="247364" y="4775246"/>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Schema Layer</a:t>
            </a:r>
          </a:p>
        </p:txBody>
      </p:sp>
      <p:sp>
        <p:nvSpPr>
          <p:cNvPr id="13" name="TextBox 12">
            <a:extLst>
              <a:ext uri="{FF2B5EF4-FFF2-40B4-BE49-F238E27FC236}">
                <a16:creationId xmlns:a16="http://schemas.microsoft.com/office/drawing/2014/main" id="{2470E380-41DA-0F46-64BD-456D6BD211FD}"/>
              </a:ext>
            </a:extLst>
          </p:cNvPr>
          <p:cNvSpPr txBox="1"/>
          <p:nvPr/>
        </p:nvSpPr>
        <p:spPr>
          <a:xfrm>
            <a:off x="210788" y="5030527"/>
            <a:ext cx="2304819" cy="9796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Parsed or generated from the raw data using file/s from the modules. Tables</a:t>
            </a:r>
            <a:r>
              <a:rPr lang="en-US" b="0" dirty="0">
                <a:solidFill>
                  <a:srgbClr val="000000"/>
                </a:solidFill>
                <a:latin typeface="Source Sans Pro" panose="020B0503030403020204" pitchFamily="34" charset="0"/>
                <a:ea typeface="Source Sans Pro" panose="020B0503030403020204" pitchFamily="34" charset="0"/>
                <a:sym typeface="Source Sans Pro Light"/>
              </a:rPr>
              <a:t> are a standard csv that is used as the </a:t>
            </a:r>
            <a:r>
              <a:rPr lang="en-US" dirty="0">
                <a:solidFill>
                  <a:srgbClr val="000000"/>
                </a:solidFill>
                <a:latin typeface="Source Sans Pro" panose="020B0503030403020204" pitchFamily="34" charset="0"/>
                <a:ea typeface="Source Sans Pro" panose="020B0503030403020204" pitchFamily="34" charset="0"/>
                <a:sym typeface="Source Sans Pro Light"/>
              </a:rPr>
              <a:t>sole</a:t>
            </a:r>
            <a:r>
              <a:rPr lang="en-US" b="0" dirty="0">
                <a:solidFill>
                  <a:srgbClr val="000000"/>
                </a:solidFill>
                <a:latin typeface="Source Sans Pro" panose="020B0503030403020204" pitchFamily="34" charset="0"/>
                <a:ea typeface="Source Sans Pro" panose="020B0503030403020204" pitchFamily="34" charset="0"/>
                <a:sym typeface="Source Sans Pro Light"/>
              </a:rPr>
              <a:t> connection between modules.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4" name="Manipulate Variables">
            <a:extLst>
              <a:ext uri="{FF2B5EF4-FFF2-40B4-BE49-F238E27FC236}">
                <a16:creationId xmlns:a16="http://schemas.microsoft.com/office/drawing/2014/main" id="{CA33416A-72DD-180A-88CA-3B3E4E9DE13D}"/>
              </a:ext>
            </a:extLst>
          </p:cNvPr>
          <p:cNvSpPr txBox="1"/>
          <p:nvPr/>
        </p:nvSpPr>
        <p:spPr>
          <a:xfrm>
            <a:off x="247364" y="6005832"/>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Data Layer</a:t>
            </a:r>
          </a:p>
        </p:txBody>
      </p:sp>
      <p:sp>
        <p:nvSpPr>
          <p:cNvPr id="17" name="TextBox 16">
            <a:extLst>
              <a:ext uri="{FF2B5EF4-FFF2-40B4-BE49-F238E27FC236}">
                <a16:creationId xmlns:a16="http://schemas.microsoft.com/office/drawing/2014/main" id="{C36AF051-21F8-1AD5-2480-90ACA83A1754}"/>
              </a:ext>
            </a:extLst>
          </p:cNvPr>
          <p:cNvSpPr txBox="1"/>
          <p:nvPr/>
        </p:nvSpPr>
        <p:spPr>
          <a:xfrm>
            <a:off x="210789" y="6257818"/>
            <a:ext cx="2304818" cy="64727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Supports diverse raw data formats such as .csv, .gitlog, and .mbox from local or network sources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9" name="Layout Suggestions">
            <a:extLst>
              <a:ext uri="{FF2B5EF4-FFF2-40B4-BE49-F238E27FC236}">
                <a16:creationId xmlns:a16="http://schemas.microsoft.com/office/drawing/2014/main" id="{A5F598E2-44E3-817E-66FB-8E86E2A352DC}"/>
              </a:ext>
            </a:extLst>
          </p:cNvPr>
          <p:cNvSpPr txBox="1"/>
          <p:nvPr/>
        </p:nvSpPr>
        <p:spPr>
          <a:xfrm>
            <a:off x="246888" y="6935517"/>
            <a:ext cx="2990314"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p:txBody>
      </p:sp>
      <p:sp>
        <p:nvSpPr>
          <p:cNvPr id="24" name="TextBox 23">
            <a:extLst>
              <a:ext uri="{FF2B5EF4-FFF2-40B4-BE49-F238E27FC236}">
                <a16:creationId xmlns:a16="http://schemas.microsoft.com/office/drawing/2014/main" id="{2C25E16B-6B81-A592-EABC-388474955EAA}"/>
              </a:ext>
            </a:extLst>
          </p:cNvPr>
          <p:cNvSpPr txBox="1"/>
          <p:nvPr/>
        </p:nvSpPr>
        <p:spPr>
          <a:xfrm>
            <a:off x="210789" y="7607119"/>
            <a:ext cx="2304818"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With the .</a:t>
            </a:r>
            <a:r>
              <a:rPr lang="en-US" b="0" dirty="0" err="1">
                <a:solidFill>
                  <a:schemeClr val="bg2">
                    <a:lumMod val="10000"/>
                  </a:schemeClr>
                </a:solidFill>
                <a:latin typeface="Source Sans Pro" panose="020B0503030403020204" pitchFamily="34" charset="0"/>
                <a:ea typeface="Source Sans Pro" panose="020B0503030403020204" pitchFamily="34" charset="0"/>
              </a:rPr>
              <a:t>mwb</a:t>
            </a:r>
            <a:r>
              <a:rPr lang="en-US" b="0" dirty="0">
                <a:solidFill>
                  <a:schemeClr val="bg2">
                    <a:lumMod val="10000"/>
                  </a:schemeClr>
                </a:solidFill>
                <a:latin typeface="Source Sans Pro" panose="020B0503030403020204" pitchFamily="34" charset="0"/>
                <a:ea typeface="Source Sans Pro" panose="020B0503030403020204" pitchFamily="34" charset="0"/>
              </a:rPr>
              <a:t> to locate the columns the table’s use for connections one just needs to  hover over the connection or table.</a:t>
            </a:r>
          </a:p>
        </p:txBody>
      </p:sp>
      <p:grpSp>
        <p:nvGrpSpPr>
          <p:cNvPr id="1384" name="Group 1383">
            <a:extLst>
              <a:ext uri="{FF2B5EF4-FFF2-40B4-BE49-F238E27FC236}">
                <a16:creationId xmlns:a16="http://schemas.microsoft.com/office/drawing/2014/main" id="{59E63C65-501A-F96A-7434-4D9CF842DB65}"/>
              </a:ext>
            </a:extLst>
          </p:cNvPr>
          <p:cNvGrpSpPr/>
          <p:nvPr/>
        </p:nvGrpSpPr>
        <p:grpSpPr>
          <a:xfrm>
            <a:off x="291919" y="8759143"/>
            <a:ext cx="1763725" cy="931206"/>
            <a:chOff x="3243530" y="3828629"/>
            <a:chExt cx="1763725" cy="931206"/>
          </a:xfrm>
        </p:grpSpPr>
        <p:sp>
          <p:nvSpPr>
            <p:cNvPr id="1385" name="Rectangle 1384">
              <a:extLst>
                <a:ext uri="{FF2B5EF4-FFF2-40B4-BE49-F238E27FC236}">
                  <a16:creationId xmlns:a16="http://schemas.microsoft.com/office/drawing/2014/main" id="{0906B133-9082-6B64-E8D8-B6C54D09ABE0}"/>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6" name="Rectangle 1385">
              <a:extLst>
                <a:ext uri="{FF2B5EF4-FFF2-40B4-BE49-F238E27FC236}">
                  <a16:creationId xmlns:a16="http://schemas.microsoft.com/office/drawing/2014/main" id="{D7B1E3B4-F83A-560B-056A-527EFE3759D8}"/>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7" name="Rectangle 1386">
              <a:extLst>
                <a:ext uri="{FF2B5EF4-FFF2-40B4-BE49-F238E27FC236}">
                  <a16:creationId xmlns:a16="http://schemas.microsoft.com/office/drawing/2014/main" id="{DA074498-9B3D-9252-E26F-66245730D0F8}"/>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8" name="Rectangle 1387">
              <a:extLst>
                <a:ext uri="{FF2B5EF4-FFF2-40B4-BE49-F238E27FC236}">
                  <a16:creationId xmlns:a16="http://schemas.microsoft.com/office/drawing/2014/main" id="{97857F41-FCC2-00AE-8BC2-95584571B350}"/>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89" name="Elbow Connector 1353">
              <a:extLst>
                <a:ext uri="{FF2B5EF4-FFF2-40B4-BE49-F238E27FC236}">
                  <a16:creationId xmlns:a16="http://schemas.microsoft.com/office/drawing/2014/main" id="{3E20CC36-F524-658D-8128-DD1A41623A81}"/>
                </a:ext>
              </a:extLst>
            </p:cNvPr>
            <p:cNvCxnSpPr>
              <a:cxnSpLocks/>
              <a:endCxn id="1386"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90" name="Elbow Connector 1356">
              <a:extLst>
                <a:ext uri="{FF2B5EF4-FFF2-40B4-BE49-F238E27FC236}">
                  <a16:creationId xmlns:a16="http://schemas.microsoft.com/office/drawing/2014/main" id="{E7F53AC3-4C41-FFF2-DE41-1D9582909D09}"/>
                </a:ext>
              </a:extLst>
            </p:cNvPr>
            <p:cNvCxnSpPr>
              <a:cxnSpLocks/>
              <a:stCxn id="1386" idx="3"/>
              <a:endCxn id="1388"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91" name="Elbow Connector 1361">
              <a:extLst>
                <a:ext uri="{FF2B5EF4-FFF2-40B4-BE49-F238E27FC236}">
                  <a16:creationId xmlns:a16="http://schemas.microsoft.com/office/drawing/2014/main" id="{FDD7D5F6-5DDA-AECC-A57F-C1305CDED773}"/>
                </a:ext>
              </a:extLst>
            </p:cNvPr>
            <p:cNvCxnSpPr>
              <a:cxnSpLocks/>
              <a:stCxn id="1386" idx="2"/>
              <a:endCxn id="1385"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1392" name="Rectangle 1391">
              <a:extLst>
                <a:ext uri="{FF2B5EF4-FFF2-40B4-BE49-F238E27FC236}">
                  <a16:creationId xmlns:a16="http://schemas.microsoft.com/office/drawing/2014/main" id="{BA4EF596-2530-6C25-EBF8-07B68FC0399D}"/>
                </a:ext>
              </a:extLst>
            </p:cNvPr>
            <p:cNvSpPr/>
            <p:nvPr/>
          </p:nvSpPr>
          <p:spPr>
            <a:xfrm>
              <a:off x="3254772" y="383285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3" name="Rectangle 1392">
              <a:extLst>
                <a:ext uri="{FF2B5EF4-FFF2-40B4-BE49-F238E27FC236}">
                  <a16:creationId xmlns:a16="http://schemas.microsoft.com/office/drawing/2014/main" id="{C2BB53A1-6B8F-414F-838C-808F1A716CE6}"/>
                </a:ext>
              </a:extLst>
            </p:cNvPr>
            <p:cNvSpPr/>
            <p:nvPr/>
          </p:nvSpPr>
          <p:spPr>
            <a:xfrm>
              <a:off x="3849960"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4" name="Rectangle 1393">
              <a:extLst>
                <a:ext uri="{FF2B5EF4-FFF2-40B4-BE49-F238E27FC236}">
                  <a16:creationId xmlns:a16="http://schemas.microsoft.com/office/drawing/2014/main" id="{4E6E3A37-46FA-0674-C3C4-77FFC39CD413}"/>
                </a:ext>
              </a:extLst>
            </p:cNvPr>
            <p:cNvSpPr/>
            <p:nvPr/>
          </p:nvSpPr>
          <p:spPr>
            <a:xfrm>
              <a:off x="4546928" y="44237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5" name="Rectangle 1394">
              <a:extLst>
                <a:ext uri="{FF2B5EF4-FFF2-40B4-BE49-F238E27FC236}">
                  <a16:creationId xmlns:a16="http://schemas.microsoft.com/office/drawing/2014/main" id="{A73D7F00-1443-B7E7-4804-EF937DEB3C1B}"/>
                </a:ext>
              </a:extLst>
            </p:cNvPr>
            <p:cNvSpPr/>
            <p:nvPr/>
          </p:nvSpPr>
          <p:spPr>
            <a:xfrm>
              <a:off x="4520282"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1396" name="TextBox 1395">
            <a:extLst>
              <a:ext uri="{FF2B5EF4-FFF2-40B4-BE49-F238E27FC236}">
                <a16:creationId xmlns:a16="http://schemas.microsoft.com/office/drawing/2014/main" id="{49EC8F45-72DF-368E-671B-7EC7E7054C71}"/>
              </a:ext>
            </a:extLst>
          </p:cNvPr>
          <p:cNvSpPr txBox="1"/>
          <p:nvPr/>
        </p:nvSpPr>
        <p:spPr>
          <a:xfrm>
            <a:off x="11548872" y="2508976"/>
            <a:ext cx="2145914"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Tables can exist and access modules externally when they contain multiple sources. To view these connection is the same as table to table. </a:t>
            </a:r>
          </a:p>
        </p:txBody>
      </p:sp>
      <p:sp>
        <p:nvSpPr>
          <p:cNvPr id="1397" name="Manipulate Variables">
            <a:extLst>
              <a:ext uri="{FF2B5EF4-FFF2-40B4-BE49-F238E27FC236}">
                <a16:creationId xmlns:a16="http://schemas.microsoft.com/office/drawing/2014/main" id="{86FDC1EA-0DC6-E4C1-F7E7-958C99F04A3A}"/>
              </a:ext>
            </a:extLst>
          </p:cNvPr>
          <p:cNvSpPr txBox="1"/>
          <p:nvPr/>
        </p:nvSpPr>
        <p:spPr>
          <a:xfrm>
            <a:off x="246888" y="7385059"/>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Table to Table </a:t>
            </a:r>
          </a:p>
        </p:txBody>
      </p:sp>
      <p:sp>
        <p:nvSpPr>
          <p:cNvPr id="1398" name="Manipulate Variables">
            <a:extLst>
              <a:ext uri="{FF2B5EF4-FFF2-40B4-BE49-F238E27FC236}">
                <a16:creationId xmlns:a16="http://schemas.microsoft.com/office/drawing/2014/main" id="{9336958E-119B-CBBE-88C6-01B753023AAD}"/>
              </a:ext>
            </a:extLst>
          </p:cNvPr>
          <p:cNvSpPr txBox="1"/>
          <p:nvPr/>
        </p:nvSpPr>
        <p:spPr>
          <a:xfrm>
            <a:off x="11585448" y="2279574"/>
            <a:ext cx="2342196"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Table to Notebook </a:t>
            </a:r>
          </a:p>
        </p:txBody>
      </p:sp>
      <p:grpSp>
        <p:nvGrpSpPr>
          <p:cNvPr id="451" name="Group 450">
            <a:extLst>
              <a:ext uri="{FF2B5EF4-FFF2-40B4-BE49-F238E27FC236}">
                <a16:creationId xmlns:a16="http://schemas.microsoft.com/office/drawing/2014/main" id="{8C2368DC-EA33-8E3A-D061-837CAB761799}"/>
              </a:ext>
            </a:extLst>
          </p:cNvPr>
          <p:cNvGrpSpPr/>
          <p:nvPr/>
        </p:nvGrpSpPr>
        <p:grpSpPr>
          <a:xfrm>
            <a:off x="11956493" y="3770666"/>
            <a:ext cx="999454" cy="700110"/>
            <a:chOff x="3243530" y="3828629"/>
            <a:chExt cx="1076931" cy="700110"/>
          </a:xfrm>
        </p:grpSpPr>
        <p:sp>
          <p:nvSpPr>
            <p:cNvPr id="465" name="Rectangle 464">
              <a:extLst>
                <a:ext uri="{FF2B5EF4-FFF2-40B4-BE49-F238E27FC236}">
                  <a16:creationId xmlns:a16="http://schemas.microsoft.com/office/drawing/2014/main" id="{89FEBAC9-C757-F447-5ACE-0EF2C7A37FC9}"/>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6" name="Rectangle 465">
              <a:extLst>
                <a:ext uri="{FF2B5EF4-FFF2-40B4-BE49-F238E27FC236}">
                  <a16:creationId xmlns:a16="http://schemas.microsoft.com/office/drawing/2014/main" id="{0F104B2E-7636-0734-51BF-5FF198093B96}"/>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8" name="Elbow Connector 1353">
              <a:extLst>
                <a:ext uri="{FF2B5EF4-FFF2-40B4-BE49-F238E27FC236}">
                  <a16:creationId xmlns:a16="http://schemas.microsoft.com/office/drawing/2014/main" id="{84545914-A20B-38AA-AF63-DA9226F8DE00}"/>
                </a:ext>
              </a:extLst>
            </p:cNvPr>
            <p:cNvCxnSpPr>
              <a:cxnSpLocks/>
              <a:endCxn id="46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71" name="Rectangle 470">
              <a:extLst>
                <a:ext uri="{FF2B5EF4-FFF2-40B4-BE49-F238E27FC236}">
                  <a16:creationId xmlns:a16="http://schemas.microsoft.com/office/drawing/2014/main" id="{548FCF58-C8E9-00D1-86DB-F6B2D39DE27D}"/>
                </a:ext>
              </a:extLst>
            </p:cNvPr>
            <p:cNvSpPr/>
            <p:nvPr/>
          </p:nvSpPr>
          <p:spPr>
            <a:xfrm>
              <a:off x="3254772" y="383285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72" name="Rectangle 471">
              <a:extLst>
                <a:ext uri="{FF2B5EF4-FFF2-40B4-BE49-F238E27FC236}">
                  <a16:creationId xmlns:a16="http://schemas.microsoft.com/office/drawing/2014/main" id="{A8374AA0-0AFE-6D54-AF82-2E60073A098B}"/>
                </a:ext>
              </a:extLst>
            </p:cNvPr>
            <p:cNvSpPr/>
            <p:nvPr/>
          </p:nvSpPr>
          <p:spPr>
            <a:xfrm>
              <a:off x="3849960"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9" name="Elbow Connector 1438">
            <a:extLst>
              <a:ext uri="{FF2B5EF4-FFF2-40B4-BE49-F238E27FC236}">
                <a16:creationId xmlns:a16="http://schemas.microsoft.com/office/drawing/2014/main" id="{8F8503DA-871B-A88A-5D9F-5C258E87B165}"/>
              </a:ext>
            </a:extLst>
          </p:cNvPr>
          <p:cNvCxnSpPr>
            <a:cxnSpLocks/>
            <a:endCxn id="481" idx="0"/>
          </p:cNvCxnSpPr>
          <p:nvPr/>
        </p:nvCxnSpPr>
        <p:spPr>
          <a:xfrm rot="16200000" flipH="1">
            <a:off x="11679730" y="4378103"/>
            <a:ext cx="1148656" cy="221456"/>
          </a:xfrm>
          <a:prstGeom prst="bentConnector3">
            <a:avLst>
              <a:gd name="adj1" fmla="val 50000"/>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480" name="Elbow Connector 1442">
            <a:extLst>
              <a:ext uri="{FF2B5EF4-FFF2-40B4-BE49-F238E27FC236}">
                <a16:creationId xmlns:a16="http://schemas.microsoft.com/office/drawing/2014/main" id="{EDE22E77-DD47-6253-E810-FF9370283AF7}"/>
              </a:ext>
            </a:extLst>
          </p:cNvPr>
          <p:cNvCxnSpPr>
            <a:cxnSpLocks/>
            <a:stCxn id="481" idx="3"/>
          </p:cNvCxnSpPr>
          <p:nvPr/>
        </p:nvCxnSpPr>
        <p:spPr>
          <a:xfrm flipV="1">
            <a:off x="12542742" y="4497592"/>
            <a:ext cx="8557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pic>
        <p:nvPicPr>
          <p:cNvPr id="481" name="Graphic 480" descr="Paper outline">
            <a:extLst>
              <a:ext uri="{FF2B5EF4-FFF2-40B4-BE49-F238E27FC236}">
                <a16:creationId xmlns:a16="http://schemas.microsoft.com/office/drawing/2014/main" id="{B0C9B123-133B-480E-C904-C75AB42013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186830" y="5063159"/>
            <a:ext cx="355912" cy="361633"/>
          </a:xfrm>
          <a:prstGeom prst="rect">
            <a:avLst/>
          </a:prstGeom>
        </p:spPr>
      </p:pic>
      <p:sp>
        <p:nvSpPr>
          <p:cNvPr id="486" name="Layout Suggestions">
            <a:extLst>
              <a:ext uri="{FF2B5EF4-FFF2-40B4-BE49-F238E27FC236}">
                <a16:creationId xmlns:a16="http://schemas.microsoft.com/office/drawing/2014/main" id="{B836AB95-ACB3-5E4D-6954-73B2B608CE08}"/>
              </a:ext>
            </a:extLst>
          </p:cNvPr>
          <p:cNvSpPr txBox="1"/>
          <p:nvPr/>
        </p:nvSpPr>
        <p:spPr>
          <a:xfrm>
            <a:off x="3710417" y="1348273"/>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err="1"/>
              <a:t>Kaiaulu</a:t>
            </a:r>
            <a:r>
              <a:rPr lang="en-US"/>
              <a:t> Architecture</a:t>
            </a:r>
            <a:endParaRPr/>
          </a:p>
        </p:txBody>
      </p:sp>
      <p:sp>
        <p:nvSpPr>
          <p:cNvPr id="487" name="Line">
            <a:extLst>
              <a:ext uri="{FF2B5EF4-FFF2-40B4-BE49-F238E27FC236}">
                <a16:creationId xmlns:a16="http://schemas.microsoft.com/office/drawing/2014/main" id="{D10EF92B-4807-AD2C-DBE6-2D9CCF6D28FE}"/>
              </a:ext>
            </a:extLst>
          </p:cNvPr>
          <p:cNvSpPr/>
          <p:nvPr/>
        </p:nvSpPr>
        <p:spPr>
          <a:xfrm flipV="1">
            <a:off x="3697525" y="1677429"/>
            <a:ext cx="7572479"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88" name="Line">
            <a:extLst>
              <a:ext uri="{FF2B5EF4-FFF2-40B4-BE49-F238E27FC236}">
                <a16:creationId xmlns:a16="http://schemas.microsoft.com/office/drawing/2014/main" id="{6C6A556F-9FB8-5292-B4BB-95F41BE95CED}"/>
              </a:ext>
            </a:extLst>
          </p:cNvPr>
          <p:cNvSpPr/>
          <p:nvPr/>
        </p:nvSpPr>
        <p:spPr>
          <a:xfrm flipV="1">
            <a:off x="283464" y="1675325"/>
            <a:ext cx="2578737" cy="1176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89" name="Layout Suggestions">
            <a:extLst>
              <a:ext uri="{FF2B5EF4-FFF2-40B4-BE49-F238E27FC236}">
                <a16:creationId xmlns:a16="http://schemas.microsoft.com/office/drawing/2014/main" id="{F00B8DE1-2AE0-67D1-4FA9-EE99051DCAFC}"/>
              </a:ext>
            </a:extLst>
          </p:cNvPr>
          <p:cNvSpPr txBox="1"/>
          <p:nvPr/>
        </p:nvSpPr>
        <p:spPr>
          <a:xfrm>
            <a:off x="11585448" y="5816676"/>
            <a:ext cx="2229592" cy="64780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Module API</a:t>
            </a:r>
          </a:p>
          <a:p>
            <a:pPr lvl="1" indent="0">
              <a:lnSpc>
                <a:spcPct val="80000"/>
              </a:lnSpc>
              <a:spcBef>
                <a:spcPts val="0"/>
              </a:spcBef>
              <a:defRPr sz="2500" b="0">
                <a:solidFill>
                  <a:srgbClr val="628DB5"/>
                </a:solidFill>
              </a:defRPr>
            </a:pPr>
            <a:endParaRPr lang="en-US" dirty="0"/>
          </a:p>
        </p:txBody>
      </p:sp>
      <p:sp>
        <p:nvSpPr>
          <p:cNvPr id="490" name="TextBox 489">
            <a:extLst>
              <a:ext uri="{FF2B5EF4-FFF2-40B4-BE49-F238E27FC236}">
                <a16:creationId xmlns:a16="http://schemas.microsoft.com/office/drawing/2014/main" id="{FEFE6126-8E44-5459-4362-5EF60ECD178F}"/>
              </a:ext>
            </a:extLst>
          </p:cNvPr>
          <p:cNvSpPr txBox="1"/>
          <p:nvPr/>
        </p:nvSpPr>
        <p:spPr>
          <a:xfrm>
            <a:off x="11548872" y="6154944"/>
            <a:ext cx="2145914"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Knowing the schema, you know the modules since they are 1-1. Knowing the modules you know what functions in the code use what data table form what source.</a:t>
            </a:r>
          </a:p>
        </p:txBody>
      </p:sp>
      <p:grpSp>
        <p:nvGrpSpPr>
          <p:cNvPr id="493" name="Group 492">
            <a:extLst>
              <a:ext uri="{FF2B5EF4-FFF2-40B4-BE49-F238E27FC236}">
                <a16:creationId xmlns:a16="http://schemas.microsoft.com/office/drawing/2014/main" id="{559C755A-8D90-D272-A1BD-9F95E051C12F}"/>
              </a:ext>
            </a:extLst>
          </p:cNvPr>
          <p:cNvGrpSpPr/>
          <p:nvPr/>
        </p:nvGrpSpPr>
        <p:grpSpPr>
          <a:xfrm>
            <a:off x="12364786" y="8077243"/>
            <a:ext cx="532246" cy="690880"/>
            <a:chOff x="3294361" y="6406776"/>
            <a:chExt cx="532246" cy="690880"/>
          </a:xfrm>
        </p:grpSpPr>
        <p:sp>
          <p:nvSpPr>
            <p:cNvPr id="494" name="Rectangle 493">
              <a:extLst>
                <a:ext uri="{FF2B5EF4-FFF2-40B4-BE49-F238E27FC236}">
                  <a16:creationId xmlns:a16="http://schemas.microsoft.com/office/drawing/2014/main" id="{6D053D26-7187-B5F1-8210-D4A540D84DE3}"/>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5" name="Rectangle 494">
              <a:extLst>
                <a:ext uri="{FF2B5EF4-FFF2-40B4-BE49-F238E27FC236}">
                  <a16:creationId xmlns:a16="http://schemas.microsoft.com/office/drawing/2014/main" id="{9B3AB4A0-9001-B408-308F-99F6E10E790B}"/>
                </a:ext>
              </a:extLst>
            </p:cNvPr>
            <p:cNvSpPr/>
            <p:nvPr/>
          </p:nvSpPr>
          <p:spPr>
            <a:xfrm>
              <a:off x="3576376" y="6406776"/>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1446" name="Rectangle 1445">
            <a:extLst>
              <a:ext uri="{FF2B5EF4-FFF2-40B4-BE49-F238E27FC236}">
                <a16:creationId xmlns:a16="http://schemas.microsoft.com/office/drawing/2014/main" id="{C8804647-9377-B239-699F-513E1EDBC61F}"/>
              </a:ext>
            </a:extLst>
          </p:cNvPr>
          <p:cNvSpPr/>
          <p:nvPr/>
        </p:nvSpPr>
        <p:spPr>
          <a:xfrm>
            <a:off x="11633266" y="794161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56" name="Rectangle 1455">
            <a:extLst>
              <a:ext uri="{FF2B5EF4-FFF2-40B4-BE49-F238E27FC236}">
                <a16:creationId xmlns:a16="http://schemas.microsoft.com/office/drawing/2014/main" id="{7D47F257-3DB1-97AA-211A-A90AF888F1F3}"/>
              </a:ext>
            </a:extLst>
          </p:cNvPr>
          <p:cNvSpPr/>
          <p:nvPr/>
        </p:nvSpPr>
        <p:spPr>
          <a:xfrm>
            <a:off x="11633266" y="79416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71" name="Rectangle 1470">
            <a:extLst>
              <a:ext uri="{FF2B5EF4-FFF2-40B4-BE49-F238E27FC236}">
                <a16:creationId xmlns:a16="http://schemas.microsoft.com/office/drawing/2014/main" id="{CE949A7C-46F1-98DF-3C8E-60C9DB6FE483}"/>
              </a:ext>
            </a:extLst>
          </p:cNvPr>
          <p:cNvSpPr/>
          <p:nvPr/>
        </p:nvSpPr>
        <p:spPr>
          <a:xfrm>
            <a:off x="10901746" y="7850178"/>
            <a:ext cx="468843" cy="338328"/>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8" name="Line">
            <a:extLst>
              <a:ext uri="{FF2B5EF4-FFF2-40B4-BE49-F238E27FC236}">
                <a16:creationId xmlns:a16="http://schemas.microsoft.com/office/drawing/2014/main" id="{7D5A8D51-1E6E-BB8E-78B1-02E3797FA50C}"/>
              </a:ext>
            </a:extLst>
          </p:cNvPr>
          <p:cNvSpPr/>
          <p:nvPr/>
        </p:nvSpPr>
        <p:spPr>
          <a:xfrm>
            <a:off x="283464" y="3249630"/>
            <a:ext cx="2595639" cy="756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 name="Line">
            <a:extLst>
              <a:ext uri="{FF2B5EF4-FFF2-40B4-BE49-F238E27FC236}">
                <a16:creationId xmlns:a16="http://schemas.microsoft.com/office/drawing/2014/main" id="{C848779B-A22E-C294-9413-DB0338060F68}"/>
              </a:ext>
            </a:extLst>
          </p:cNvPr>
          <p:cNvSpPr/>
          <p:nvPr/>
        </p:nvSpPr>
        <p:spPr>
          <a:xfrm>
            <a:off x="283940" y="7299377"/>
            <a:ext cx="2667778" cy="2"/>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2" name="Line">
            <a:extLst>
              <a:ext uri="{FF2B5EF4-FFF2-40B4-BE49-F238E27FC236}">
                <a16:creationId xmlns:a16="http://schemas.microsoft.com/office/drawing/2014/main" id="{4C9055F1-7165-40D2-8840-B43D9E188D14}"/>
              </a:ext>
            </a:extLst>
          </p:cNvPr>
          <p:cNvSpPr/>
          <p:nvPr/>
        </p:nvSpPr>
        <p:spPr>
          <a:xfrm flipV="1">
            <a:off x="11592609" y="2163575"/>
            <a:ext cx="2080392" cy="831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3" name="Line">
            <a:extLst>
              <a:ext uri="{FF2B5EF4-FFF2-40B4-BE49-F238E27FC236}">
                <a16:creationId xmlns:a16="http://schemas.microsoft.com/office/drawing/2014/main" id="{412223A8-70BD-EE10-4EFE-370263287AED}"/>
              </a:ext>
            </a:extLst>
          </p:cNvPr>
          <p:cNvSpPr/>
          <p:nvPr/>
        </p:nvSpPr>
        <p:spPr>
          <a:xfrm flipV="1">
            <a:off x="11598335" y="6133125"/>
            <a:ext cx="2133027" cy="259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cxnSp>
        <p:nvCxnSpPr>
          <p:cNvPr id="474" name="Straight Connector 473">
            <a:extLst>
              <a:ext uri="{FF2B5EF4-FFF2-40B4-BE49-F238E27FC236}">
                <a16:creationId xmlns:a16="http://schemas.microsoft.com/office/drawing/2014/main" id="{13EC0C66-FA01-0BC2-44A4-BA3EB258FBF4}"/>
              </a:ext>
            </a:extLst>
          </p:cNvPr>
          <p:cNvCxnSpPr>
            <a:cxnSpLocks/>
          </p:cNvCxnSpPr>
          <p:nvPr/>
        </p:nvCxnSpPr>
        <p:spPr>
          <a:xfrm flipH="1">
            <a:off x="2976606" y="4335744"/>
            <a:ext cx="179124"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7" name="Straight Connector 476">
            <a:extLst>
              <a:ext uri="{FF2B5EF4-FFF2-40B4-BE49-F238E27FC236}">
                <a16:creationId xmlns:a16="http://schemas.microsoft.com/office/drawing/2014/main" id="{9969B57E-AEC4-01C9-CF92-4763E5CAAB0A}"/>
              </a:ext>
            </a:extLst>
          </p:cNvPr>
          <p:cNvCxnSpPr>
            <a:cxnSpLocks/>
          </p:cNvCxnSpPr>
          <p:nvPr/>
        </p:nvCxnSpPr>
        <p:spPr>
          <a:xfrm flipH="1">
            <a:off x="2800282" y="7122918"/>
            <a:ext cx="175848"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2" name="Straight Connector 481">
            <a:extLst>
              <a:ext uri="{FF2B5EF4-FFF2-40B4-BE49-F238E27FC236}">
                <a16:creationId xmlns:a16="http://schemas.microsoft.com/office/drawing/2014/main" id="{94608B4A-D089-91F7-302F-A0F75B608FC7}"/>
              </a:ext>
            </a:extLst>
          </p:cNvPr>
          <p:cNvCxnSpPr>
            <a:cxnSpLocks/>
          </p:cNvCxnSpPr>
          <p:nvPr/>
        </p:nvCxnSpPr>
        <p:spPr>
          <a:xfrm flipV="1">
            <a:off x="2981705" y="4332716"/>
            <a:ext cx="0" cy="2807135"/>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22" name="Straight Connector 1421">
            <a:extLst>
              <a:ext uri="{FF2B5EF4-FFF2-40B4-BE49-F238E27FC236}">
                <a16:creationId xmlns:a16="http://schemas.microsoft.com/office/drawing/2014/main" id="{FDBD9795-D0A5-1380-3518-D80705B266CF}"/>
              </a:ext>
            </a:extLst>
          </p:cNvPr>
          <p:cNvCxnSpPr>
            <a:cxnSpLocks/>
          </p:cNvCxnSpPr>
          <p:nvPr/>
        </p:nvCxnSpPr>
        <p:spPr>
          <a:xfrm flipH="1">
            <a:off x="2976130" y="1910780"/>
            <a:ext cx="8486808"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40" name="Straight Connector 1439">
            <a:extLst>
              <a:ext uri="{FF2B5EF4-FFF2-40B4-BE49-F238E27FC236}">
                <a16:creationId xmlns:a16="http://schemas.microsoft.com/office/drawing/2014/main" id="{2970C1FB-88ED-C031-CD83-3B29F32F927F}"/>
              </a:ext>
            </a:extLst>
          </p:cNvPr>
          <p:cNvCxnSpPr>
            <a:cxnSpLocks/>
          </p:cNvCxnSpPr>
          <p:nvPr/>
        </p:nvCxnSpPr>
        <p:spPr>
          <a:xfrm flipH="1" flipV="1">
            <a:off x="2972819" y="1901424"/>
            <a:ext cx="9687" cy="2445725"/>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1458" name="Graphic 1457" descr="User with solid fill">
            <a:extLst>
              <a:ext uri="{FF2B5EF4-FFF2-40B4-BE49-F238E27FC236}">
                <a16:creationId xmlns:a16="http://schemas.microsoft.com/office/drawing/2014/main" id="{1D396A72-73F2-B5A4-8333-02100EF0D7F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569364" y="8391032"/>
            <a:ext cx="1893472" cy="1893472"/>
          </a:xfrm>
          <a:prstGeom prst="rect">
            <a:avLst/>
          </a:prstGeom>
        </p:spPr>
      </p:pic>
      <p:sp>
        <p:nvSpPr>
          <p:cNvPr id="1462" name="Rectangle 1461">
            <a:extLst>
              <a:ext uri="{FF2B5EF4-FFF2-40B4-BE49-F238E27FC236}">
                <a16:creationId xmlns:a16="http://schemas.microsoft.com/office/drawing/2014/main" id="{099FD1DF-7784-DF6C-EA82-082309EC22CE}"/>
              </a:ext>
            </a:extLst>
          </p:cNvPr>
          <p:cNvSpPr/>
          <p:nvPr/>
        </p:nvSpPr>
        <p:spPr>
          <a:xfrm>
            <a:off x="6564080" y="8379379"/>
            <a:ext cx="1897816" cy="1756090"/>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63" name="Rectangle 1462">
            <a:extLst>
              <a:ext uri="{FF2B5EF4-FFF2-40B4-BE49-F238E27FC236}">
                <a16:creationId xmlns:a16="http://schemas.microsoft.com/office/drawing/2014/main" id="{B977E35E-4983-9703-BC64-D95F1F73EF3D}"/>
              </a:ext>
            </a:extLst>
          </p:cNvPr>
          <p:cNvSpPr/>
          <p:nvPr/>
        </p:nvSpPr>
        <p:spPr>
          <a:xfrm>
            <a:off x="13167360" y="8377191"/>
            <a:ext cx="477375" cy="447036"/>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464" name="Graphic 1463" descr="User with solid fill">
            <a:extLst>
              <a:ext uri="{FF2B5EF4-FFF2-40B4-BE49-F238E27FC236}">
                <a16:creationId xmlns:a16="http://schemas.microsoft.com/office/drawing/2014/main" id="{7A2176D7-7530-7A67-B24D-440103484AF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3171507" y="8389909"/>
            <a:ext cx="470029" cy="470029"/>
          </a:xfrm>
          <a:prstGeom prst="rect">
            <a:avLst/>
          </a:prstGeom>
        </p:spPr>
      </p:pic>
      <p:cxnSp>
        <p:nvCxnSpPr>
          <p:cNvPr id="44" name="Straight Connector 43">
            <a:extLst>
              <a:ext uri="{FF2B5EF4-FFF2-40B4-BE49-F238E27FC236}">
                <a16:creationId xmlns:a16="http://schemas.microsoft.com/office/drawing/2014/main" id="{E74AA4BF-2786-B29B-178E-BCDD829E267C}"/>
              </a:ext>
            </a:extLst>
          </p:cNvPr>
          <p:cNvCxnSpPr>
            <a:cxnSpLocks/>
          </p:cNvCxnSpPr>
          <p:nvPr/>
        </p:nvCxnSpPr>
        <p:spPr>
          <a:xfrm>
            <a:off x="10901746" y="7853550"/>
            <a:ext cx="731520" cy="8806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4" name="Straight Connector 53">
            <a:extLst>
              <a:ext uri="{FF2B5EF4-FFF2-40B4-BE49-F238E27FC236}">
                <a16:creationId xmlns:a16="http://schemas.microsoft.com/office/drawing/2014/main" id="{223603F6-C8B8-C3BC-16BF-2C52F0433054}"/>
              </a:ext>
            </a:extLst>
          </p:cNvPr>
          <p:cNvCxnSpPr>
            <a:cxnSpLocks/>
          </p:cNvCxnSpPr>
          <p:nvPr/>
        </p:nvCxnSpPr>
        <p:spPr>
          <a:xfrm>
            <a:off x="11370589" y="7850178"/>
            <a:ext cx="731520" cy="91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5" name="Straight Connector 1344">
            <a:extLst>
              <a:ext uri="{FF2B5EF4-FFF2-40B4-BE49-F238E27FC236}">
                <a16:creationId xmlns:a16="http://schemas.microsoft.com/office/drawing/2014/main" id="{B989F937-AA97-1D74-5B8D-27AB805A11D7}"/>
              </a:ext>
            </a:extLst>
          </p:cNvPr>
          <p:cNvCxnSpPr>
            <a:cxnSpLocks/>
          </p:cNvCxnSpPr>
          <p:nvPr/>
        </p:nvCxnSpPr>
        <p:spPr>
          <a:xfrm>
            <a:off x="10901746" y="8193667"/>
            <a:ext cx="731520" cy="91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6" name="Straight Connector 1345">
            <a:extLst>
              <a:ext uri="{FF2B5EF4-FFF2-40B4-BE49-F238E27FC236}">
                <a16:creationId xmlns:a16="http://schemas.microsoft.com/office/drawing/2014/main" id="{F23C73B6-97B2-9DC0-A471-08C114950F0B}"/>
              </a:ext>
            </a:extLst>
          </p:cNvPr>
          <p:cNvCxnSpPr>
            <a:cxnSpLocks/>
          </p:cNvCxnSpPr>
          <p:nvPr/>
        </p:nvCxnSpPr>
        <p:spPr>
          <a:xfrm>
            <a:off x="11370589" y="8188386"/>
            <a:ext cx="731520" cy="91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7" name="Straight Connector 1346">
            <a:extLst>
              <a:ext uri="{FF2B5EF4-FFF2-40B4-BE49-F238E27FC236}">
                <a16:creationId xmlns:a16="http://schemas.microsoft.com/office/drawing/2014/main" id="{5B005069-355A-1B4B-6DAB-731D22AD6670}"/>
              </a:ext>
            </a:extLst>
          </p:cNvPr>
          <p:cNvCxnSpPr>
            <a:cxnSpLocks/>
          </p:cNvCxnSpPr>
          <p:nvPr/>
        </p:nvCxnSpPr>
        <p:spPr>
          <a:xfrm>
            <a:off x="11633266" y="7957182"/>
            <a:ext cx="731520" cy="12661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AE49E93E-BDAB-6FA1-FA10-0FA5FD556E9B}"/>
              </a:ext>
            </a:extLst>
          </p:cNvPr>
          <p:cNvCxnSpPr>
            <a:cxnSpLocks/>
          </p:cNvCxnSpPr>
          <p:nvPr/>
        </p:nvCxnSpPr>
        <p:spPr>
          <a:xfrm>
            <a:off x="12102109" y="7941618"/>
            <a:ext cx="731520" cy="12661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8" name="Straight Connector 1377">
            <a:extLst>
              <a:ext uri="{FF2B5EF4-FFF2-40B4-BE49-F238E27FC236}">
                <a16:creationId xmlns:a16="http://schemas.microsoft.com/office/drawing/2014/main" id="{71B5A3B1-96A5-7132-9CBF-0FD889CC7250}"/>
              </a:ext>
            </a:extLst>
          </p:cNvPr>
          <p:cNvCxnSpPr>
            <a:cxnSpLocks/>
          </p:cNvCxnSpPr>
          <p:nvPr/>
        </p:nvCxnSpPr>
        <p:spPr>
          <a:xfrm>
            <a:off x="11633266" y="8279826"/>
            <a:ext cx="731520" cy="46348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82" name="Straight Connector 1381">
            <a:extLst>
              <a:ext uri="{FF2B5EF4-FFF2-40B4-BE49-F238E27FC236}">
                <a16:creationId xmlns:a16="http://schemas.microsoft.com/office/drawing/2014/main" id="{7A194D5C-E579-9615-CD90-F9E42762CB6D}"/>
              </a:ext>
            </a:extLst>
          </p:cNvPr>
          <p:cNvCxnSpPr>
            <a:cxnSpLocks/>
          </p:cNvCxnSpPr>
          <p:nvPr/>
        </p:nvCxnSpPr>
        <p:spPr>
          <a:xfrm>
            <a:off x="12102109" y="8287649"/>
            <a:ext cx="789926" cy="45566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99" name="Straight Connector 1398">
            <a:extLst>
              <a:ext uri="{FF2B5EF4-FFF2-40B4-BE49-F238E27FC236}">
                <a16:creationId xmlns:a16="http://schemas.microsoft.com/office/drawing/2014/main" id="{DAD1553F-1EFD-0E48-46C4-035F835F3229}"/>
              </a:ext>
            </a:extLst>
          </p:cNvPr>
          <p:cNvCxnSpPr>
            <a:cxnSpLocks/>
          </p:cNvCxnSpPr>
          <p:nvPr/>
        </p:nvCxnSpPr>
        <p:spPr>
          <a:xfrm>
            <a:off x="12364786" y="8092315"/>
            <a:ext cx="808603" cy="28706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05" name="Straight Connector 1404">
            <a:extLst>
              <a:ext uri="{FF2B5EF4-FFF2-40B4-BE49-F238E27FC236}">
                <a16:creationId xmlns:a16="http://schemas.microsoft.com/office/drawing/2014/main" id="{BB5A8BEA-2F6D-02C9-5A78-D908D9060794}"/>
              </a:ext>
            </a:extLst>
          </p:cNvPr>
          <p:cNvCxnSpPr>
            <a:cxnSpLocks/>
          </p:cNvCxnSpPr>
          <p:nvPr/>
        </p:nvCxnSpPr>
        <p:spPr>
          <a:xfrm>
            <a:off x="12352244" y="8757440"/>
            <a:ext cx="831193" cy="7003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6" name="Straight Connector 455">
            <a:extLst>
              <a:ext uri="{FF2B5EF4-FFF2-40B4-BE49-F238E27FC236}">
                <a16:creationId xmlns:a16="http://schemas.microsoft.com/office/drawing/2014/main" id="{7803EA7A-9058-4723-081C-7E6F43DEBAFA}"/>
              </a:ext>
            </a:extLst>
          </p:cNvPr>
          <p:cNvCxnSpPr>
            <a:cxnSpLocks/>
          </p:cNvCxnSpPr>
          <p:nvPr/>
        </p:nvCxnSpPr>
        <p:spPr>
          <a:xfrm>
            <a:off x="12886183" y="8064183"/>
            <a:ext cx="771389" cy="31519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9" name="Straight Connector 458">
            <a:extLst>
              <a:ext uri="{FF2B5EF4-FFF2-40B4-BE49-F238E27FC236}">
                <a16:creationId xmlns:a16="http://schemas.microsoft.com/office/drawing/2014/main" id="{D161DA4D-BBDF-2FBE-96EF-B917DDD223B8}"/>
              </a:ext>
            </a:extLst>
          </p:cNvPr>
          <p:cNvCxnSpPr>
            <a:cxnSpLocks/>
          </p:cNvCxnSpPr>
          <p:nvPr/>
        </p:nvCxnSpPr>
        <p:spPr>
          <a:xfrm>
            <a:off x="12892035" y="8763702"/>
            <a:ext cx="765537" cy="6418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497" name="Group 496">
            <a:extLst>
              <a:ext uri="{FF2B5EF4-FFF2-40B4-BE49-F238E27FC236}">
                <a16:creationId xmlns:a16="http://schemas.microsoft.com/office/drawing/2014/main" id="{C01C7414-83E7-5225-E560-151BDD18AB22}"/>
              </a:ext>
            </a:extLst>
          </p:cNvPr>
          <p:cNvGrpSpPr/>
          <p:nvPr/>
        </p:nvGrpSpPr>
        <p:grpSpPr>
          <a:xfrm>
            <a:off x="12259279" y="9496484"/>
            <a:ext cx="532246" cy="690880"/>
            <a:chOff x="3294361" y="6406776"/>
            <a:chExt cx="532246" cy="690880"/>
          </a:xfrm>
        </p:grpSpPr>
        <p:sp>
          <p:nvSpPr>
            <p:cNvPr id="498" name="Rectangle 497">
              <a:extLst>
                <a:ext uri="{FF2B5EF4-FFF2-40B4-BE49-F238E27FC236}">
                  <a16:creationId xmlns:a16="http://schemas.microsoft.com/office/drawing/2014/main" id="{09F70074-198D-7E40-F528-8B9630F84F50}"/>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0" name="Rectangle 499">
              <a:extLst>
                <a:ext uri="{FF2B5EF4-FFF2-40B4-BE49-F238E27FC236}">
                  <a16:creationId xmlns:a16="http://schemas.microsoft.com/office/drawing/2014/main" id="{38FDC164-9037-113E-7DD3-CF16F6F43D3E}"/>
                </a:ext>
              </a:extLst>
            </p:cNvPr>
            <p:cNvSpPr/>
            <p:nvPr/>
          </p:nvSpPr>
          <p:spPr>
            <a:xfrm>
              <a:off x="3576376" y="6406776"/>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502" name="Rectangle 501">
            <a:extLst>
              <a:ext uri="{FF2B5EF4-FFF2-40B4-BE49-F238E27FC236}">
                <a16:creationId xmlns:a16="http://schemas.microsoft.com/office/drawing/2014/main" id="{72C0BE4C-58BD-43C1-70F6-5FCC90B17F88}"/>
              </a:ext>
            </a:extLst>
          </p:cNvPr>
          <p:cNvSpPr/>
          <p:nvPr/>
        </p:nvSpPr>
        <p:spPr>
          <a:xfrm>
            <a:off x="11527759" y="936085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3" name="Rectangle 502">
            <a:extLst>
              <a:ext uri="{FF2B5EF4-FFF2-40B4-BE49-F238E27FC236}">
                <a16:creationId xmlns:a16="http://schemas.microsoft.com/office/drawing/2014/main" id="{748C68EF-1191-1B88-ED61-86028273DE75}"/>
              </a:ext>
            </a:extLst>
          </p:cNvPr>
          <p:cNvSpPr/>
          <p:nvPr/>
        </p:nvSpPr>
        <p:spPr>
          <a:xfrm>
            <a:off x="11527759" y="9360859"/>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1" name="Rectangle 510">
            <a:extLst>
              <a:ext uri="{FF2B5EF4-FFF2-40B4-BE49-F238E27FC236}">
                <a16:creationId xmlns:a16="http://schemas.microsoft.com/office/drawing/2014/main" id="{21139186-47FB-C255-0459-45461571C5D8}"/>
              </a:ext>
            </a:extLst>
          </p:cNvPr>
          <p:cNvSpPr/>
          <p:nvPr/>
        </p:nvSpPr>
        <p:spPr>
          <a:xfrm>
            <a:off x="10796239" y="9269419"/>
            <a:ext cx="468843" cy="338328"/>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08" name="Rectangle 1407">
            <a:extLst>
              <a:ext uri="{FF2B5EF4-FFF2-40B4-BE49-F238E27FC236}">
                <a16:creationId xmlns:a16="http://schemas.microsoft.com/office/drawing/2014/main" id="{B6B557F9-EFAD-0EB3-43A7-B4E2E0C47355}"/>
              </a:ext>
            </a:extLst>
          </p:cNvPr>
          <p:cNvSpPr/>
          <p:nvPr/>
        </p:nvSpPr>
        <p:spPr>
          <a:xfrm>
            <a:off x="13103436" y="9340816"/>
            <a:ext cx="477375" cy="447036"/>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420" name="Graphic 1419" descr="User with solid fill">
            <a:extLst>
              <a:ext uri="{FF2B5EF4-FFF2-40B4-BE49-F238E27FC236}">
                <a16:creationId xmlns:a16="http://schemas.microsoft.com/office/drawing/2014/main" id="{757F6A67-037E-9637-100B-400AEACC4EF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3107583" y="9353534"/>
            <a:ext cx="470029" cy="470029"/>
          </a:xfrm>
          <a:prstGeom prst="rect">
            <a:avLst/>
          </a:prstGeom>
        </p:spPr>
      </p:pic>
      <p:cxnSp>
        <p:nvCxnSpPr>
          <p:cNvPr id="1423" name="Straight Connector 1422">
            <a:extLst>
              <a:ext uri="{FF2B5EF4-FFF2-40B4-BE49-F238E27FC236}">
                <a16:creationId xmlns:a16="http://schemas.microsoft.com/office/drawing/2014/main" id="{A29D7830-9832-58C5-8C82-CA4348748779}"/>
              </a:ext>
            </a:extLst>
          </p:cNvPr>
          <p:cNvCxnSpPr>
            <a:cxnSpLocks/>
          </p:cNvCxnSpPr>
          <p:nvPr/>
        </p:nvCxnSpPr>
        <p:spPr>
          <a:xfrm>
            <a:off x="10796239" y="9272791"/>
            <a:ext cx="731520" cy="8806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32" name="Straight Connector 1431">
            <a:extLst>
              <a:ext uri="{FF2B5EF4-FFF2-40B4-BE49-F238E27FC236}">
                <a16:creationId xmlns:a16="http://schemas.microsoft.com/office/drawing/2014/main" id="{A60CC6D1-D05C-8F3E-ABB1-35F89E1A2C7A}"/>
              </a:ext>
            </a:extLst>
          </p:cNvPr>
          <p:cNvCxnSpPr>
            <a:cxnSpLocks/>
          </p:cNvCxnSpPr>
          <p:nvPr/>
        </p:nvCxnSpPr>
        <p:spPr>
          <a:xfrm>
            <a:off x="11265082" y="9269419"/>
            <a:ext cx="731520" cy="91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33" name="Straight Connector 1432">
            <a:extLst>
              <a:ext uri="{FF2B5EF4-FFF2-40B4-BE49-F238E27FC236}">
                <a16:creationId xmlns:a16="http://schemas.microsoft.com/office/drawing/2014/main" id="{2350EBE0-995D-D000-2F61-866FCC5E542D}"/>
              </a:ext>
            </a:extLst>
          </p:cNvPr>
          <p:cNvCxnSpPr>
            <a:cxnSpLocks/>
          </p:cNvCxnSpPr>
          <p:nvPr/>
        </p:nvCxnSpPr>
        <p:spPr>
          <a:xfrm>
            <a:off x="10796239" y="9612908"/>
            <a:ext cx="731520" cy="91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41" name="Straight Connector 1440">
            <a:extLst>
              <a:ext uri="{FF2B5EF4-FFF2-40B4-BE49-F238E27FC236}">
                <a16:creationId xmlns:a16="http://schemas.microsoft.com/office/drawing/2014/main" id="{7E82E8A5-CC76-CA16-B860-4F0E307ECFB4}"/>
              </a:ext>
            </a:extLst>
          </p:cNvPr>
          <p:cNvCxnSpPr>
            <a:cxnSpLocks/>
          </p:cNvCxnSpPr>
          <p:nvPr/>
        </p:nvCxnSpPr>
        <p:spPr>
          <a:xfrm>
            <a:off x="11265082" y="9607627"/>
            <a:ext cx="731520" cy="91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42" name="Straight Connector 1441">
            <a:extLst>
              <a:ext uri="{FF2B5EF4-FFF2-40B4-BE49-F238E27FC236}">
                <a16:creationId xmlns:a16="http://schemas.microsoft.com/office/drawing/2014/main" id="{AC5938FA-E831-CCDB-1005-B248799963A8}"/>
              </a:ext>
            </a:extLst>
          </p:cNvPr>
          <p:cNvCxnSpPr>
            <a:cxnSpLocks/>
          </p:cNvCxnSpPr>
          <p:nvPr/>
        </p:nvCxnSpPr>
        <p:spPr>
          <a:xfrm>
            <a:off x="11527759" y="9376423"/>
            <a:ext cx="731520" cy="12661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44" name="Straight Connector 1443">
            <a:extLst>
              <a:ext uri="{FF2B5EF4-FFF2-40B4-BE49-F238E27FC236}">
                <a16:creationId xmlns:a16="http://schemas.microsoft.com/office/drawing/2014/main" id="{5FFE8753-3E09-4C65-B694-0D5211F4795D}"/>
              </a:ext>
            </a:extLst>
          </p:cNvPr>
          <p:cNvCxnSpPr>
            <a:cxnSpLocks/>
          </p:cNvCxnSpPr>
          <p:nvPr/>
        </p:nvCxnSpPr>
        <p:spPr>
          <a:xfrm>
            <a:off x="11996602" y="9360859"/>
            <a:ext cx="731520" cy="12661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45" name="Straight Connector 1444">
            <a:extLst>
              <a:ext uri="{FF2B5EF4-FFF2-40B4-BE49-F238E27FC236}">
                <a16:creationId xmlns:a16="http://schemas.microsoft.com/office/drawing/2014/main" id="{431C0DDB-96AB-6474-59FB-4663B4849C48}"/>
              </a:ext>
            </a:extLst>
          </p:cNvPr>
          <p:cNvCxnSpPr>
            <a:cxnSpLocks/>
          </p:cNvCxnSpPr>
          <p:nvPr/>
        </p:nvCxnSpPr>
        <p:spPr>
          <a:xfrm>
            <a:off x="11527759" y="9699067"/>
            <a:ext cx="731520" cy="46348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47" name="Straight Connector 1446">
            <a:extLst>
              <a:ext uri="{FF2B5EF4-FFF2-40B4-BE49-F238E27FC236}">
                <a16:creationId xmlns:a16="http://schemas.microsoft.com/office/drawing/2014/main" id="{B7AD8C92-F509-EFFB-1D19-089B17619E80}"/>
              </a:ext>
            </a:extLst>
          </p:cNvPr>
          <p:cNvCxnSpPr>
            <a:cxnSpLocks/>
          </p:cNvCxnSpPr>
          <p:nvPr/>
        </p:nvCxnSpPr>
        <p:spPr>
          <a:xfrm>
            <a:off x="11996602" y="9706890"/>
            <a:ext cx="789926" cy="45566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0" name="Straight Connector 1449">
            <a:extLst>
              <a:ext uri="{FF2B5EF4-FFF2-40B4-BE49-F238E27FC236}">
                <a16:creationId xmlns:a16="http://schemas.microsoft.com/office/drawing/2014/main" id="{BBDAD632-0953-00CE-9049-456172665D06}"/>
              </a:ext>
            </a:extLst>
          </p:cNvPr>
          <p:cNvCxnSpPr>
            <a:cxnSpLocks/>
          </p:cNvCxnSpPr>
          <p:nvPr/>
        </p:nvCxnSpPr>
        <p:spPr>
          <a:xfrm flipV="1">
            <a:off x="12259279" y="9345385"/>
            <a:ext cx="848304" cy="16617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1" name="Straight Connector 1450">
            <a:extLst>
              <a:ext uri="{FF2B5EF4-FFF2-40B4-BE49-F238E27FC236}">
                <a16:creationId xmlns:a16="http://schemas.microsoft.com/office/drawing/2014/main" id="{A83CA4A4-670C-F5EF-45E9-90C0F66671FA}"/>
              </a:ext>
            </a:extLst>
          </p:cNvPr>
          <p:cNvCxnSpPr>
            <a:cxnSpLocks/>
          </p:cNvCxnSpPr>
          <p:nvPr/>
        </p:nvCxnSpPr>
        <p:spPr>
          <a:xfrm flipV="1">
            <a:off x="12246737" y="9798620"/>
            <a:ext cx="860846" cy="37806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2" name="Straight Connector 1451">
            <a:extLst>
              <a:ext uri="{FF2B5EF4-FFF2-40B4-BE49-F238E27FC236}">
                <a16:creationId xmlns:a16="http://schemas.microsoft.com/office/drawing/2014/main" id="{AB9F84FF-6BEF-D7F9-12E6-50546957F1D1}"/>
              </a:ext>
            </a:extLst>
          </p:cNvPr>
          <p:cNvCxnSpPr>
            <a:cxnSpLocks/>
          </p:cNvCxnSpPr>
          <p:nvPr/>
        </p:nvCxnSpPr>
        <p:spPr>
          <a:xfrm flipV="1">
            <a:off x="12780676" y="9360859"/>
            <a:ext cx="771389" cy="12256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3" name="Straight Connector 1452">
            <a:extLst>
              <a:ext uri="{FF2B5EF4-FFF2-40B4-BE49-F238E27FC236}">
                <a16:creationId xmlns:a16="http://schemas.microsoft.com/office/drawing/2014/main" id="{FEB3A8B8-113A-67EE-8899-1E2B5EBFB0A1}"/>
              </a:ext>
            </a:extLst>
          </p:cNvPr>
          <p:cNvCxnSpPr>
            <a:cxnSpLocks/>
          </p:cNvCxnSpPr>
          <p:nvPr/>
        </p:nvCxnSpPr>
        <p:spPr>
          <a:xfrm flipV="1">
            <a:off x="12786528" y="9782896"/>
            <a:ext cx="802751" cy="40004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237161122"/>
      </p:ext>
    </p:extLst>
  </p:cSld>
  <p:clrMapOvr>
    <a:masterClrMapping/>
  </p:clrMapOvr>
  <p:transition spd="med"/>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15018-B22B-2C9C-6D48-04E427C87673}"/>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BD7A1B0A-3AF8-C244-B85E-53C8CAD31BAF}"/>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1B078B27-0D20-131A-E125-8A2172D4543A}"/>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2FCB16F9-3AF4-5C0A-FE90-6ED36BA7F375}"/>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54B8DB59-3338-1402-D81E-B9904E2F93CC}"/>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Schema</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4B2975B4-962A-FE38-ECD7-D1578DC7F1A0}"/>
              </a:ext>
            </a:extLst>
          </p:cNvPr>
          <p:cNvSpPr txBox="1"/>
          <p:nvPr/>
        </p:nvSpPr>
        <p:spPr>
          <a:xfrm>
            <a:off x="248128" y="1385942"/>
            <a:ext cx="134972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BD779331-E8AD-DB04-74E5-9DF3C1ABB0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71E05201-3549-0160-E82B-92221AC29AA7}"/>
              </a:ext>
            </a:extLst>
          </p:cNvPr>
          <p:cNvSpPr txBox="1"/>
          <p:nvPr/>
        </p:nvSpPr>
        <p:spPr>
          <a:xfrm>
            <a:off x="207428" y="1677025"/>
            <a:ext cx="2740629"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combining of multiple sources, such as Git, Jira, and GitHub for analysis. This cheat sheet showcases the data schema for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facilitates identifying how to combine data sources of interest to the user.</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D963CF63-DEB6-0685-4F14-878DE3AFC772}"/>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8" name="Layout Suggestions">
            <a:extLst>
              <a:ext uri="{FF2B5EF4-FFF2-40B4-BE49-F238E27FC236}">
                <a16:creationId xmlns:a16="http://schemas.microsoft.com/office/drawing/2014/main" id="{AA697330-227E-60B4-7C56-785F1AC5475F}"/>
              </a:ext>
            </a:extLst>
          </p:cNvPr>
          <p:cNvSpPr txBox="1"/>
          <p:nvPr/>
        </p:nvSpPr>
        <p:spPr>
          <a:xfrm>
            <a:off x="11283650" y="1388329"/>
            <a:ext cx="1748028" cy="64780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p:txBody>
      </p:sp>
      <p:sp>
        <p:nvSpPr>
          <p:cNvPr id="60" name="Layout Suggestions">
            <a:extLst>
              <a:ext uri="{FF2B5EF4-FFF2-40B4-BE49-F238E27FC236}">
                <a16:creationId xmlns:a16="http://schemas.microsoft.com/office/drawing/2014/main" id="{FD8EE8A9-9386-23C7-1EF0-EF1E4615C36A}"/>
              </a:ext>
            </a:extLst>
          </p:cNvPr>
          <p:cNvSpPr txBox="1"/>
          <p:nvPr/>
        </p:nvSpPr>
        <p:spPr>
          <a:xfrm>
            <a:off x="246888" y="2925634"/>
            <a:ext cx="2990314"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Layers</a:t>
            </a:r>
          </a:p>
        </p:txBody>
      </p:sp>
      <p:sp>
        <p:nvSpPr>
          <p:cNvPr id="61" name="TextBox 60">
            <a:extLst>
              <a:ext uri="{FF2B5EF4-FFF2-40B4-BE49-F238E27FC236}">
                <a16:creationId xmlns:a16="http://schemas.microsoft.com/office/drawing/2014/main" id="{0BAD9024-1F9E-C4B1-6E59-C4F8C37771D1}"/>
              </a:ext>
            </a:extLst>
          </p:cNvPr>
          <p:cNvSpPr txBox="1"/>
          <p:nvPr/>
        </p:nvSpPr>
        <p:spPr>
          <a:xfrm>
            <a:off x="207904" y="3569734"/>
            <a:ext cx="2308743"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uses exec 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Rmd</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files for users to interface to the program.</a:t>
            </a:r>
            <a:endParaRPr lang="en-US" b="0" dirty="0">
              <a:solidFill>
                <a:srgbClr val="000000"/>
              </a:solidFill>
              <a:latin typeface="Source Sans Pro" panose="020B0503030403020204" pitchFamily="34" charset="0"/>
              <a:ea typeface="Source Sans Pro" panose="020B0503030403020204" pitchFamily="34" charset="0"/>
            </a:endParaRPr>
          </a:p>
        </p:txBody>
      </p:sp>
      <p:cxnSp>
        <p:nvCxnSpPr>
          <p:cNvPr id="38" name="Straight Connector 37">
            <a:extLst>
              <a:ext uri="{FF2B5EF4-FFF2-40B4-BE49-F238E27FC236}">
                <a16:creationId xmlns:a16="http://schemas.microsoft.com/office/drawing/2014/main" id="{34D8E5AE-8AAA-F15C-B952-BD9675DE6A25}"/>
              </a:ext>
            </a:extLst>
          </p:cNvPr>
          <p:cNvCxnSpPr>
            <a:cxnSpLocks/>
          </p:cNvCxnSpPr>
          <p:nvPr/>
        </p:nvCxnSpPr>
        <p:spPr>
          <a:xfrm>
            <a:off x="9605654" y="4756581"/>
            <a:ext cx="378975" cy="91856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6" name="Rectangle 35">
            <a:extLst>
              <a:ext uri="{FF2B5EF4-FFF2-40B4-BE49-F238E27FC236}">
                <a16:creationId xmlns:a16="http://schemas.microsoft.com/office/drawing/2014/main" id="{ED9E8A8E-CC92-32C6-0C5D-EF899B37E276}"/>
              </a:ext>
            </a:extLst>
          </p:cNvPr>
          <p:cNvSpPr/>
          <p:nvPr/>
        </p:nvSpPr>
        <p:spPr>
          <a:xfrm>
            <a:off x="9011995" y="2414451"/>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491" name="Group 490">
            <a:extLst>
              <a:ext uri="{FF2B5EF4-FFF2-40B4-BE49-F238E27FC236}">
                <a16:creationId xmlns:a16="http://schemas.microsoft.com/office/drawing/2014/main" id="{12B675D2-6028-AD89-7C55-71CD9DD5311F}"/>
              </a:ext>
            </a:extLst>
          </p:cNvPr>
          <p:cNvGrpSpPr/>
          <p:nvPr/>
        </p:nvGrpSpPr>
        <p:grpSpPr>
          <a:xfrm>
            <a:off x="9989191" y="4896232"/>
            <a:ext cx="1335498" cy="782062"/>
            <a:chOff x="8698604" y="5125201"/>
            <a:chExt cx="1335498" cy="782062"/>
          </a:xfrm>
        </p:grpSpPr>
        <p:sp>
          <p:nvSpPr>
            <p:cNvPr id="52" name="Rectangle 51">
              <a:extLst>
                <a:ext uri="{FF2B5EF4-FFF2-40B4-BE49-F238E27FC236}">
                  <a16:creationId xmlns:a16="http://schemas.microsoft.com/office/drawing/2014/main" id="{8A7DB93A-44E3-8391-BC9D-FEC2C445FBF2}"/>
                </a:ext>
              </a:extLst>
            </p:cNvPr>
            <p:cNvSpPr/>
            <p:nvPr/>
          </p:nvSpPr>
          <p:spPr>
            <a:xfrm>
              <a:off x="9217110" y="5147053"/>
              <a:ext cx="752708"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492323B6-F9CC-7AFC-94C9-53893D19B1C6}"/>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A549DF6F-215D-3914-2AB1-DE0BE433DE57}"/>
                </a:ext>
              </a:extLst>
            </p:cNvPr>
            <p:cNvSpPr txBox="1"/>
            <p:nvPr/>
          </p:nvSpPr>
          <p:spPr>
            <a:xfrm>
              <a:off x="9123325" y="5125201"/>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7A512412-E5B7-8EAD-8DBE-BDA596C197F1}"/>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96BAC22A-972B-D636-E02D-A8FDD1D6DBD3}"/>
              </a:ext>
            </a:extLst>
          </p:cNvPr>
          <p:cNvGrpSpPr/>
          <p:nvPr/>
        </p:nvGrpSpPr>
        <p:grpSpPr>
          <a:xfrm>
            <a:off x="9502636" y="3665252"/>
            <a:ext cx="1528738" cy="1104564"/>
            <a:chOff x="9083317" y="3698917"/>
            <a:chExt cx="1528738" cy="1104564"/>
          </a:xfrm>
        </p:grpSpPr>
        <p:sp>
          <p:nvSpPr>
            <p:cNvPr id="35" name="Rectangle 34">
              <a:extLst>
                <a:ext uri="{FF2B5EF4-FFF2-40B4-BE49-F238E27FC236}">
                  <a16:creationId xmlns:a16="http://schemas.microsoft.com/office/drawing/2014/main" id="{336FECA5-395A-A52C-2048-6431E5FDA747}"/>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1034E6F4-46DB-8C00-ED46-9757A08F6B5B}"/>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D2DBC999-DBCC-098E-A413-AB6D6CDA851E}"/>
                </a:ext>
              </a:extLst>
            </p:cNvPr>
            <p:cNvSpPr txBox="1"/>
            <p:nvPr/>
          </p:nvSpPr>
          <p:spPr>
            <a:xfrm>
              <a:off x="9083317" y="3698917"/>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Schema</a:t>
              </a:r>
              <a:endParaRPr kumimoji="0" lang="en-US" sz="1000" b="0" i="0" u="none" strike="noStrike" cap="none" spc="0" normalizeH="0" baseline="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ED9D8DB2-17B9-DFC9-2CDD-E8B014C5C3D5}"/>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2C14A38E-2CCF-C93D-C02B-124B3BF5113F}"/>
                </a:ext>
              </a:extLst>
            </p:cNvPr>
            <p:cNvGraphicFramePr/>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cxnSp>
        <p:nvCxnSpPr>
          <p:cNvPr id="499" name="Straight Connector 498">
            <a:extLst>
              <a:ext uri="{FF2B5EF4-FFF2-40B4-BE49-F238E27FC236}">
                <a16:creationId xmlns:a16="http://schemas.microsoft.com/office/drawing/2014/main" id="{26026E2B-9821-0EB2-0471-854129156AA9}"/>
              </a:ext>
            </a:extLst>
          </p:cNvPr>
          <p:cNvCxnSpPr>
            <a:cxnSpLocks/>
          </p:cNvCxnSpPr>
          <p:nvPr/>
        </p:nvCxnSpPr>
        <p:spPr>
          <a:xfrm>
            <a:off x="10868997" y="4765673"/>
            <a:ext cx="77365" cy="1459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650E2F47-A079-5B27-31B4-E8EF60E9E64E}"/>
              </a:ext>
            </a:extLst>
          </p:cNvPr>
          <p:cNvCxnSpPr>
            <a:cxnSpLocks/>
          </p:cNvCxnSpPr>
          <p:nvPr/>
        </p:nvCxnSpPr>
        <p:spPr>
          <a:xfrm>
            <a:off x="9026936" y="3460697"/>
            <a:ext cx="578718" cy="129588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CDC5847D-9BCA-A989-E2A1-79D4CD302BD8}"/>
              </a:ext>
            </a:extLst>
          </p:cNvPr>
          <p:cNvCxnSpPr>
            <a:cxnSpLocks/>
          </p:cNvCxnSpPr>
          <p:nvPr/>
        </p:nvCxnSpPr>
        <p:spPr>
          <a:xfrm>
            <a:off x="10286517" y="3459425"/>
            <a:ext cx="142794" cy="2203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FD38FC3F-6788-ADCE-7D90-B650CA07D657}"/>
              </a:ext>
            </a:extLst>
          </p:cNvPr>
          <p:cNvCxnSpPr>
            <a:cxnSpLocks/>
          </p:cNvCxnSpPr>
          <p:nvPr/>
        </p:nvCxnSpPr>
        <p:spPr>
          <a:xfrm>
            <a:off x="9019883" y="2404362"/>
            <a:ext cx="596070"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E7842642-C47F-9986-F3CB-C848934CF808}"/>
              </a:ext>
            </a:extLst>
          </p:cNvPr>
          <p:cNvCxnSpPr>
            <a:cxnSpLocks/>
          </p:cNvCxnSpPr>
          <p:nvPr/>
        </p:nvCxnSpPr>
        <p:spPr>
          <a:xfrm>
            <a:off x="10286517" y="2404362"/>
            <a:ext cx="597562" cy="1275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FAD1D299-3E7E-7E06-4E41-FCB42868480C}"/>
              </a:ext>
            </a:extLst>
          </p:cNvPr>
          <p:cNvCxnSpPr>
            <a:cxnSpLocks/>
          </p:cNvCxnSpPr>
          <p:nvPr/>
        </p:nvCxnSpPr>
        <p:spPr>
          <a:xfrm>
            <a:off x="10884079" y="3697275"/>
            <a:ext cx="365577" cy="12143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5FDC005E-A90B-586E-8737-0E74C3796DCF}"/>
              </a:ext>
            </a:extLst>
          </p:cNvPr>
          <p:cNvCxnSpPr>
            <a:cxnSpLocks/>
          </p:cNvCxnSpPr>
          <p:nvPr/>
        </p:nvCxnSpPr>
        <p:spPr>
          <a:xfrm>
            <a:off x="9615953" y="3697275"/>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468" name="Group 1467">
            <a:extLst>
              <a:ext uri="{FF2B5EF4-FFF2-40B4-BE49-F238E27FC236}">
                <a16:creationId xmlns:a16="http://schemas.microsoft.com/office/drawing/2014/main" id="{EF0E8A65-200A-8D1A-C687-DD766308FBD4}"/>
              </a:ext>
            </a:extLst>
          </p:cNvPr>
          <p:cNvGrpSpPr/>
          <p:nvPr/>
        </p:nvGrpSpPr>
        <p:grpSpPr>
          <a:xfrm>
            <a:off x="7182507" y="2441838"/>
            <a:ext cx="1556931" cy="1007599"/>
            <a:chOff x="6630023" y="2521628"/>
            <a:chExt cx="1556931" cy="1007599"/>
          </a:xfrm>
        </p:grpSpPr>
        <p:sp>
          <p:nvSpPr>
            <p:cNvPr id="6" name="Rectangle 5">
              <a:extLst>
                <a:ext uri="{FF2B5EF4-FFF2-40B4-BE49-F238E27FC236}">
                  <a16:creationId xmlns:a16="http://schemas.microsoft.com/office/drawing/2014/main" id="{7E53DD21-CA44-8275-F2CD-6D42E6FF3FBF}"/>
                </a:ext>
              </a:extLst>
            </p:cNvPr>
            <p:cNvSpPr/>
            <p:nvPr/>
          </p:nvSpPr>
          <p:spPr>
            <a:xfrm>
              <a:off x="6630023" y="2521628"/>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 name="Graphic 14" descr="Folder outline">
              <a:extLst>
                <a:ext uri="{FF2B5EF4-FFF2-40B4-BE49-F238E27FC236}">
                  <a16:creationId xmlns:a16="http://schemas.microsoft.com/office/drawing/2014/main" id="{AEA969AF-F057-97E1-BDF1-3E759309F3B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34532" y="2748747"/>
              <a:ext cx="657406" cy="657406"/>
            </a:xfrm>
            <a:prstGeom prst="rect">
              <a:avLst/>
            </a:prstGeom>
          </p:spPr>
        </p:pic>
        <p:sp>
          <p:nvSpPr>
            <p:cNvPr id="16" name="TextBox 15">
              <a:extLst>
                <a:ext uri="{FF2B5EF4-FFF2-40B4-BE49-F238E27FC236}">
                  <a16:creationId xmlns:a16="http://schemas.microsoft.com/office/drawing/2014/main" id="{01328DF9-987D-8062-72F0-E5EDE57A9FD7}"/>
                </a:ext>
              </a:extLst>
            </p:cNvPr>
            <p:cNvSpPr txBox="1"/>
            <p:nvPr/>
          </p:nvSpPr>
          <p:spPr>
            <a:xfrm>
              <a:off x="6839677" y="3180036"/>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grpSp>
      <p:sp>
        <p:nvSpPr>
          <p:cNvPr id="1348" name="TextBox 1347">
            <a:extLst>
              <a:ext uri="{FF2B5EF4-FFF2-40B4-BE49-F238E27FC236}">
                <a16:creationId xmlns:a16="http://schemas.microsoft.com/office/drawing/2014/main" id="{86B30285-B120-5B3C-6883-4D81088243B8}"/>
              </a:ext>
            </a:extLst>
          </p:cNvPr>
          <p:cNvSpPr txBox="1"/>
          <p:nvPr/>
        </p:nvSpPr>
        <p:spPr>
          <a:xfrm>
            <a:off x="8715162" y="6131917"/>
            <a:ext cx="97753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err="1">
                <a:ln>
                  <a:noFill/>
                </a:ln>
                <a:solidFill>
                  <a:srgbClr val="4C4C4C"/>
                </a:solidFill>
                <a:effectLst/>
                <a:uFillTx/>
                <a:sym typeface="Source Sans Pro"/>
              </a:rPr>
              <a:t>bug_count.Rmd</a:t>
            </a:r>
            <a:endParaRPr kumimoji="0" lang="en-US" sz="1000" b="0" i="0" u="none" strike="noStrike" cap="none" spc="0" normalizeH="0" baseline="0">
              <a:ln>
                <a:noFill/>
              </a:ln>
              <a:solidFill>
                <a:srgbClr val="4C4C4C"/>
              </a:solidFill>
              <a:effectLst/>
              <a:uFillTx/>
              <a:sym typeface="Source Sans Pro"/>
            </a:endParaRPr>
          </a:p>
        </p:txBody>
      </p:sp>
      <p:grpSp>
        <p:nvGrpSpPr>
          <p:cNvPr id="1465" name="Group 1464">
            <a:extLst>
              <a:ext uri="{FF2B5EF4-FFF2-40B4-BE49-F238E27FC236}">
                <a16:creationId xmlns:a16="http://schemas.microsoft.com/office/drawing/2014/main" id="{483DB54F-2FE9-8C1F-AE0A-B82159608DEA}"/>
              </a:ext>
            </a:extLst>
          </p:cNvPr>
          <p:cNvGrpSpPr/>
          <p:nvPr/>
        </p:nvGrpSpPr>
        <p:grpSpPr>
          <a:xfrm>
            <a:off x="6018660" y="5027201"/>
            <a:ext cx="1844061" cy="2766168"/>
            <a:chOff x="5135152" y="5040083"/>
            <a:chExt cx="1844061" cy="2766168"/>
          </a:xfrm>
        </p:grpSpPr>
        <p:sp>
          <p:nvSpPr>
            <p:cNvPr id="21" name="Rectangle 20">
              <a:extLst>
                <a:ext uri="{FF2B5EF4-FFF2-40B4-BE49-F238E27FC236}">
                  <a16:creationId xmlns:a16="http://schemas.microsoft.com/office/drawing/2014/main" id="{F032D26A-DCB8-BA5F-0D3F-3EE757822AEC}"/>
                </a:ext>
              </a:extLst>
            </p:cNvPr>
            <p:cNvSpPr/>
            <p:nvPr/>
          </p:nvSpPr>
          <p:spPr>
            <a:xfrm>
              <a:off x="5161541" y="5057825"/>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4D3DA092-C234-5FA0-E573-E750C6E0E5D7}"/>
                </a:ext>
              </a:extLst>
            </p:cNvPr>
            <p:cNvSpPr txBox="1"/>
            <p:nvPr/>
          </p:nvSpPr>
          <p:spPr>
            <a:xfrm>
              <a:off x="6176943" y="5040083"/>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E6E53FD8-3489-DCB3-2DFC-67453E28387D}"/>
                </a:ext>
              </a:extLst>
            </p:cNvPr>
            <p:cNvSpPr/>
            <p:nvPr/>
          </p:nvSpPr>
          <p:spPr>
            <a:xfrm>
              <a:off x="6141036" y="5056554"/>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5" name="Graphic 24" descr="Paper outline">
              <a:extLst>
                <a:ext uri="{FF2B5EF4-FFF2-40B4-BE49-F238E27FC236}">
                  <a16:creationId xmlns:a16="http://schemas.microsoft.com/office/drawing/2014/main" id="{CFC63524-51D1-2765-D721-23CAB10F96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34046" y="6696331"/>
              <a:ext cx="945167" cy="891269"/>
            </a:xfrm>
            <a:prstGeom prst="rect">
              <a:avLst/>
            </a:prstGeom>
          </p:spPr>
        </p:pic>
        <p:sp>
          <p:nvSpPr>
            <p:cNvPr id="26" name="TextBox 25">
              <a:extLst>
                <a:ext uri="{FF2B5EF4-FFF2-40B4-BE49-F238E27FC236}">
                  <a16:creationId xmlns:a16="http://schemas.microsoft.com/office/drawing/2014/main" id="{50A63391-551C-0B0E-7434-63B11F772E30}"/>
                </a:ext>
              </a:extLst>
            </p:cNvPr>
            <p:cNvSpPr txBox="1"/>
            <p:nvPr/>
          </p:nvSpPr>
          <p:spPr>
            <a:xfrm>
              <a:off x="6213915" y="7436394"/>
              <a:ext cx="5361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5E0C5687-BC5B-7961-2B93-D72FBA29F3E9}"/>
                </a:ext>
              </a:extLst>
            </p:cNvPr>
            <p:cNvSpPr txBox="1"/>
            <p:nvPr/>
          </p:nvSpPr>
          <p:spPr>
            <a:xfrm>
              <a:off x="5352769" y="7294592"/>
              <a:ext cx="62276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exec/*.R</a:t>
              </a:r>
              <a:endParaRPr kumimoji="0" lang="en-US" sz="1000" b="0" i="0" u="none" strike="noStrike" cap="none" spc="0" normalizeH="0" baseline="0">
                <a:ln>
                  <a:noFill/>
                </a:ln>
                <a:solidFill>
                  <a:srgbClr val="4C4C4C"/>
                </a:solidFill>
                <a:effectLst/>
                <a:uFillTx/>
                <a:sym typeface="Source Sans Pro"/>
              </a:endParaRPr>
            </a:p>
          </p:txBody>
        </p:sp>
        <p:pic>
          <p:nvPicPr>
            <p:cNvPr id="56" name="Picture 55">
              <a:extLst>
                <a:ext uri="{FF2B5EF4-FFF2-40B4-BE49-F238E27FC236}">
                  <a16:creationId xmlns:a16="http://schemas.microsoft.com/office/drawing/2014/main" id="{B0F8B914-B9A5-B210-349E-F168647C1CB7}"/>
                </a:ext>
              </a:extLst>
            </p:cNvPr>
            <p:cNvPicPr>
              <a:picLocks noChangeAspect="1"/>
            </p:cNvPicPr>
            <p:nvPr/>
          </p:nvPicPr>
          <p:blipFill>
            <a:blip r:embed="rId8"/>
            <a:stretch>
              <a:fillRect/>
            </a:stretch>
          </p:blipFill>
          <p:spPr>
            <a:xfrm>
              <a:off x="5310193" y="6888832"/>
              <a:ext cx="656389" cy="619286"/>
            </a:xfrm>
            <a:prstGeom prst="rect">
              <a:avLst/>
            </a:prstGeom>
          </p:spPr>
        </p:pic>
        <p:sp>
          <p:nvSpPr>
            <p:cNvPr id="1349" name="TextBox 1348">
              <a:extLst>
                <a:ext uri="{FF2B5EF4-FFF2-40B4-BE49-F238E27FC236}">
                  <a16:creationId xmlns:a16="http://schemas.microsoft.com/office/drawing/2014/main" id="{D1252C2E-5221-718A-C07B-5D712E9B5B90}"/>
                </a:ext>
              </a:extLst>
            </p:cNvPr>
            <p:cNvSpPr txBox="1"/>
            <p:nvPr/>
          </p:nvSpPr>
          <p:spPr>
            <a:xfrm>
              <a:off x="5350854" y="6152060"/>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cxnSp>
          <p:nvCxnSpPr>
            <p:cNvPr id="1350" name="Straight Arrow Connector 1349">
              <a:extLst>
                <a:ext uri="{FF2B5EF4-FFF2-40B4-BE49-F238E27FC236}">
                  <a16:creationId xmlns:a16="http://schemas.microsoft.com/office/drawing/2014/main" id="{50078F96-0665-BAB9-CCF6-EEA9376CF649}"/>
                </a:ext>
              </a:extLst>
            </p:cNvPr>
            <p:cNvCxnSpPr>
              <a:cxnSpLocks/>
              <a:stCxn id="1349" idx="2"/>
            </p:cNvCxnSpPr>
            <p:nvPr/>
          </p:nvCxnSpPr>
          <p:spPr>
            <a:xfrm flipH="1">
              <a:off x="5570921" y="6441802"/>
              <a:ext cx="34369" cy="548545"/>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D0C2D8E2-7360-20FD-39AE-0724895A3DC5}"/>
                </a:ext>
              </a:extLst>
            </p:cNvPr>
            <p:cNvCxnSpPr>
              <a:cxnSpLocks/>
              <a:endCxn id="25" idx="0"/>
            </p:cNvCxnSpPr>
            <p:nvPr/>
          </p:nvCxnSpPr>
          <p:spPr>
            <a:xfrm>
              <a:off x="5974169" y="5913400"/>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EFEB61F3-7F7F-46FB-F825-FDF123E7239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5152" y="5417360"/>
              <a:ext cx="945167" cy="891269"/>
            </a:xfrm>
            <a:prstGeom prst="rect">
              <a:avLst/>
            </a:prstGeom>
          </p:spPr>
        </p:pic>
      </p:grpSp>
      <p:grpSp>
        <p:nvGrpSpPr>
          <p:cNvPr id="1466" name="Group 1465">
            <a:extLst>
              <a:ext uri="{FF2B5EF4-FFF2-40B4-BE49-F238E27FC236}">
                <a16:creationId xmlns:a16="http://schemas.microsoft.com/office/drawing/2014/main" id="{3023B497-5A8F-CD5E-C6FE-459885A39609}"/>
              </a:ext>
            </a:extLst>
          </p:cNvPr>
          <p:cNvGrpSpPr/>
          <p:nvPr/>
        </p:nvGrpSpPr>
        <p:grpSpPr>
          <a:xfrm>
            <a:off x="6745755" y="3710487"/>
            <a:ext cx="1916207" cy="1060748"/>
            <a:chOff x="5845051" y="3728173"/>
            <a:chExt cx="1916207" cy="1060748"/>
          </a:xfrm>
        </p:grpSpPr>
        <p:sp>
          <p:nvSpPr>
            <p:cNvPr id="2" name="Rectangle 1">
              <a:extLst>
                <a:ext uri="{FF2B5EF4-FFF2-40B4-BE49-F238E27FC236}">
                  <a16:creationId xmlns:a16="http://schemas.microsoft.com/office/drawing/2014/main" id="{A0B5E814-F375-E870-B2F4-61D3F23E66E5}"/>
                </a:ext>
              </a:extLst>
            </p:cNvPr>
            <p:cNvSpPr/>
            <p:nvPr/>
          </p:nvSpPr>
          <p:spPr>
            <a:xfrm>
              <a:off x="5907666" y="3742301"/>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0E648316-A8EE-DF38-D3B8-EC9D05441877}"/>
                </a:ext>
              </a:extLst>
            </p:cNvPr>
            <p:cNvGraphicFramePr/>
            <p:nvPr/>
          </p:nvGraphicFramePr>
          <p:xfrm>
            <a:off x="6191222" y="4102312"/>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29" name="Rectangle 28">
              <a:extLst>
                <a:ext uri="{FF2B5EF4-FFF2-40B4-BE49-F238E27FC236}">
                  <a16:creationId xmlns:a16="http://schemas.microsoft.com/office/drawing/2014/main" id="{23B26EEE-28D6-5AF1-4B8A-2414D81AE921}"/>
                </a:ext>
              </a:extLst>
            </p:cNvPr>
            <p:cNvSpPr/>
            <p:nvPr/>
          </p:nvSpPr>
          <p:spPr>
            <a:xfrm>
              <a:off x="5907665" y="3740806"/>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D6777FCE-66B4-D556-609C-74EA06A4D575}"/>
                </a:ext>
              </a:extLst>
            </p:cNvPr>
            <p:cNvSpPr txBox="1"/>
            <p:nvPr/>
          </p:nvSpPr>
          <p:spPr>
            <a:xfrm>
              <a:off x="5845051" y="3728173"/>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Schema</a:t>
              </a:r>
              <a:endParaRPr kumimoji="0" lang="en-US" sz="1000" b="0" i="0" u="none" strike="noStrike" cap="none" spc="0" normalizeH="0" baseline="0">
                <a:ln>
                  <a:noFill/>
                </a:ln>
                <a:solidFill>
                  <a:srgbClr val="4C4C4C"/>
                </a:solidFill>
                <a:effectLst/>
                <a:uFillTx/>
                <a:sym typeface="Source Sans Pro"/>
              </a:endParaRPr>
            </a:p>
          </p:txBody>
        </p:sp>
        <p:graphicFrame>
          <p:nvGraphicFramePr>
            <p:cNvPr id="1363" name="Table">
              <a:extLst>
                <a:ext uri="{FF2B5EF4-FFF2-40B4-BE49-F238E27FC236}">
                  <a16:creationId xmlns:a16="http://schemas.microsoft.com/office/drawing/2014/main" id="{83AAC4C3-93F1-0C50-C755-6B161332BD56}"/>
                </a:ext>
              </a:extLst>
            </p:cNvPr>
            <p:cNvGraphicFramePr/>
            <p:nvPr/>
          </p:nvGraphicFramePr>
          <p:xfrm>
            <a:off x="6918146" y="4241123"/>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cxnSp>
        <p:nvCxnSpPr>
          <p:cNvPr id="1367" name="Straight Connector 1366">
            <a:extLst>
              <a:ext uri="{FF2B5EF4-FFF2-40B4-BE49-F238E27FC236}">
                <a16:creationId xmlns:a16="http://schemas.microsoft.com/office/drawing/2014/main" id="{A35ED1D2-31CA-7D14-8E6D-DF395F2DB68B}"/>
              </a:ext>
            </a:extLst>
          </p:cNvPr>
          <p:cNvCxnSpPr>
            <a:cxnSpLocks/>
          </p:cNvCxnSpPr>
          <p:nvPr/>
        </p:nvCxnSpPr>
        <p:spPr>
          <a:xfrm flipH="1">
            <a:off x="8675325" y="2441838"/>
            <a:ext cx="64612" cy="127993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DE484AD3-7A1C-9A31-FCF4-86D49124B835}"/>
              </a:ext>
            </a:extLst>
          </p:cNvPr>
          <p:cNvCxnSpPr>
            <a:cxnSpLocks/>
          </p:cNvCxnSpPr>
          <p:nvPr/>
        </p:nvCxnSpPr>
        <p:spPr>
          <a:xfrm flipH="1">
            <a:off x="7048351" y="3452908"/>
            <a:ext cx="138077" cy="26886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E600C084-10DC-727F-B3C9-2254179940D6}"/>
              </a:ext>
            </a:extLst>
          </p:cNvPr>
          <p:cNvCxnSpPr>
            <a:cxnSpLocks/>
          </p:cNvCxnSpPr>
          <p:nvPr/>
        </p:nvCxnSpPr>
        <p:spPr>
          <a:xfrm flipV="1">
            <a:off x="6673203" y="4756581"/>
            <a:ext cx="138773" cy="2923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379" name="Group 1378">
            <a:extLst>
              <a:ext uri="{FF2B5EF4-FFF2-40B4-BE49-F238E27FC236}">
                <a16:creationId xmlns:a16="http://schemas.microsoft.com/office/drawing/2014/main" id="{4563BFDA-1D78-7740-4199-1142C132E365}"/>
              </a:ext>
            </a:extLst>
          </p:cNvPr>
          <p:cNvGrpSpPr/>
          <p:nvPr/>
        </p:nvGrpSpPr>
        <p:grpSpPr>
          <a:xfrm>
            <a:off x="8515998" y="5016519"/>
            <a:ext cx="1374288" cy="1295919"/>
            <a:chOff x="7909757" y="4776204"/>
            <a:chExt cx="1374288" cy="1295919"/>
          </a:xfrm>
        </p:grpSpPr>
        <p:pic>
          <p:nvPicPr>
            <p:cNvPr id="1430" name="Graphic 1429" descr="Paper outline">
              <a:extLst>
                <a:ext uri="{FF2B5EF4-FFF2-40B4-BE49-F238E27FC236}">
                  <a16:creationId xmlns:a16="http://schemas.microsoft.com/office/drawing/2014/main" id="{466284DA-D742-20A5-6635-15E2E11DB2C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88D63D9F-9032-5EFC-1CBB-E62AA686F5D5}"/>
                </a:ext>
              </a:extLst>
            </p:cNvPr>
            <p:cNvGraphicFramePr>
              <a:graphicFrameLocks noChangeAspect="1"/>
            </p:cNvGraphicFramePr>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grpSp>
      <p:cxnSp>
        <p:nvCxnSpPr>
          <p:cNvPr id="1448" name="Straight Connector 1447">
            <a:extLst>
              <a:ext uri="{FF2B5EF4-FFF2-40B4-BE49-F238E27FC236}">
                <a16:creationId xmlns:a16="http://schemas.microsoft.com/office/drawing/2014/main" id="{07AC0FCD-7CCA-69F9-878C-BA85BA422659}"/>
              </a:ext>
            </a:extLst>
          </p:cNvPr>
          <p:cNvCxnSpPr>
            <a:cxnSpLocks/>
          </p:cNvCxnSpPr>
          <p:nvPr/>
        </p:nvCxnSpPr>
        <p:spPr>
          <a:xfrm flipV="1">
            <a:off x="6056693" y="3721777"/>
            <a:ext cx="744838" cy="131932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 name="Elbow Connector 3">
            <a:extLst>
              <a:ext uri="{FF2B5EF4-FFF2-40B4-BE49-F238E27FC236}">
                <a16:creationId xmlns:a16="http://schemas.microsoft.com/office/drawing/2014/main" id="{6A95916F-2228-8513-79C3-2556643C18B6}"/>
              </a:ext>
            </a:extLst>
          </p:cNvPr>
          <p:cNvCxnSpPr>
            <a:cxnSpLocks/>
            <a:stCxn id="1363" idx="2"/>
            <a:endCxn id="1431" idx="1"/>
          </p:cNvCxnSpPr>
          <p:nvPr/>
        </p:nvCxnSpPr>
        <p:spPr>
          <a:xfrm rot="16200000" flipH="1">
            <a:off x="7963132" y="4868090"/>
            <a:ext cx="1135032" cy="795733"/>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0" name="Elbow Connector 9">
            <a:extLst>
              <a:ext uri="{FF2B5EF4-FFF2-40B4-BE49-F238E27FC236}">
                <a16:creationId xmlns:a16="http://schemas.microsoft.com/office/drawing/2014/main" id="{748B3543-CB74-C7BD-4DD5-7AF2C90D99B5}"/>
              </a:ext>
            </a:extLst>
          </p:cNvPr>
          <p:cNvCxnSpPr>
            <a:cxnSpLocks/>
            <a:stCxn id="1364" idx="1"/>
            <a:endCxn id="1431" idx="3"/>
          </p:cNvCxnSpPr>
          <p:nvPr/>
        </p:nvCxnSpPr>
        <p:spPr>
          <a:xfrm rot="10800000" flipV="1">
            <a:off x="9467470" y="4437803"/>
            <a:ext cx="398594" cy="1395670"/>
          </a:xfrm>
          <a:prstGeom prst="bentConnector3">
            <a:avLst>
              <a:gd name="adj1" fmla="val 33901"/>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grpSp>
        <p:nvGrpSpPr>
          <p:cNvPr id="594" name="Group 593">
            <a:extLst>
              <a:ext uri="{FF2B5EF4-FFF2-40B4-BE49-F238E27FC236}">
                <a16:creationId xmlns:a16="http://schemas.microsoft.com/office/drawing/2014/main" id="{A95CE543-D05B-0EA6-997D-2DAD70FA3EF4}"/>
              </a:ext>
            </a:extLst>
          </p:cNvPr>
          <p:cNvGrpSpPr/>
          <p:nvPr/>
        </p:nvGrpSpPr>
        <p:grpSpPr>
          <a:xfrm>
            <a:off x="4684558" y="2513752"/>
            <a:ext cx="1970300" cy="931124"/>
            <a:chOff x="3813695" y="2520372"/>
            <a:chExt cx="1970300" cy="931124"/>
          </a:xfrm>
        </p:grpSpPr>
        <p:sp>
          <p:nvSpPr>
            <p:cNvPr id="20" name="Rectangle 19">
              <a:extLst>
                <a:ext uri="{FF2B5EF4-FFF2-40B4-BE49-F238E27FC236}">
                  <a16:creationId xmlns:a16="http://schemas.microsoft.com/office/drawing/2014/main" id="{784456AA-32C0-0E1F-D0BB-2B887171376D}"/>
                </a:ext>
              </a:extLst>
            </p:cNvPr>
            <p:cNvSpPr/>
            <p:nvPr/>
          </p:nvSpPr>
          <p:spPr>
            <a:xfrm>
              <a:off x="5315152" y="31114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8D7AD92B-FA8B-5D41-27FC-2C71E6BCA0D3}"/>
                </a:ext>
              </a:extLst>
            </p:cNvPr>
            <p:cNvSpPr/>
            <p:nvPr/>
          </p:nvSpPr>
          <p:spPr>
            <a:xfrm>
              <a:off x="4694990" y="29665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A69A719B-CE01-AE06-FBCE-2586ECEE8E54}"/>
                </a:ext>
              </a:extLst>
            </p:cNvPr>
            <p:cNvSpPr/>
            <p:nvPr/>
          </p:nvSpPr>
          <p:spPr>
            <a:xfrm>
              <a:off x="4468490" y="2520372"/>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C224E0CA-BCCE-4B41-2D49-6C45522FB289}"/>
                </a:ext>
              </a:extLst>
            </p:cNvPr>
            <p:cNvSpPr/>
            <p:nvPr/>
          </p:nvSpPr>
          <p:spPr>
            <a:xfrm>
              <a:off x="5220381" y="252162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53" name="Rectangle 1352">
              <a:extLst>
                <a:ext uri="{FF2B5EF4-FFF2-40B4-BE49-F238E27FC236}">
                  <a16:creationId xmlns:a16="http://schemas.microsoft.com/office/drawing/2014/main" id="{465DEE29-0186-D47D-1BF2-8B3970541938}"/>
                </a:ext>
              </a:extLst>
            </p:cNvPr>
            <p:cNvSpPr/>
            <p:nvPr/>
          </p:nvSpPr>
          <p:spPr>
            <a:xfrm>
              <a:off x="3813695" y="277793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8" name="Straight Connector 477">
            <a:extLst>
              <a:ext uri="{FF2B5EF4-FFF2-40B4-BE49-F238E27FC236}">
                <a16:creationId xmlns:a16="http://schemas.microsoft.com/office/drawing/2014/main" id="{8E7FE869-C17D-E9BC-2A47-16C9D1AB719F}"/>
              </a:ext>
            </a:extLst>
          </p:cNvPr>
          <p:cNvCxnSpPr>
            <a:cxnSpLocks/>
          </p:cNvCxnSpPr>
          <p:nvPr/>
        </p:nvCxnSpPr>
        <p:spPr>
          <a:xfrm flipH="1">
            <a:off x="8375434" y="5675147"/>
            <a:ext cx="2875738" cy="448874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084084ED-8A13-814E-4312-5E69F49B6140}"/>
              </a:ext>
            </a:extLst>
          </p:cNvPr>
          <p:cNvCxnSpPr>
            <a:cxnSpLocks/>
          </p:cNvCxnSpPr>
          <p:nvPr/>
        </p:nvCxnSpPr>
        <p:spPr>
          <a:xfrm flipH="1">
            <a:off x="8370438" y="6447315"/>
            <a:ext cx="369499" cy="194140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596" name="Group 595">
            <a:extLst>
              <a:ext uri="{FF2B5EF4-FFF2-40B4-BE49-F238E27FC236}">
                <a16:creationId xmlns:a16="http://schemas.microsoft.com/office/drawing/2014/main" id="{24E03716-099C-9810-1D01-635FE4F09501}"/>
              </a:ext>
            </a:extLst>
          </p:cNvPr>
          <p:cNvGrpSpPr/>
          <p:nvPr/>
        </p:nvGrpSpPr>
        <p:grpSpPr>
          <a:xfrm>
            <a:off x="4303354" y="3748610"/>
            <a:ext cx="1763725" cy="931206"/>
            <a:chOff x="3243530" y="3828629"/>
            <a:chExt cx="1763725" cy="931206"/>
          </a:xfrm>
        </p:grpSpPr>
        <p:sp>
          <p:nvSpPr>
            <p:cNvPr id="34" name="Rectangle 33">
              <a:extLst>
                <a:ext uri="{FF2B5EF4-FFF2-40B4-BE49-F238E27FC236}">
                  <a16:creationId xmlns:a16="http://schemas.microsoft.com/office/drawing/2014/main" id="{E1097C14-1716-1E7E-0915-44E34929AE8E}"/>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07B8F62D-AB2D-CA0E-A088-848F15ACA4D1}"/>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9" name="Rectangle 38">
              <a:extLst>
                <a:ext uri="{FF2B5EF4-FFF2-40B4-BE49-F238E27FC236}">
                  <a16:creationId xmlns:a16="http://schemas.microsoft.com/office/drawing/2014/main" id="{FB1310E0-DD15-339E-532E-1A0608C79116}"/>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 name="Rectangle 39">
              <a:extLst>
                <a:ext uri="{FF2B5EF4-FFF2-40B4-BE49-F238E27FC236}">
                  <a16:creationId xmlns:a16="http://schemas.microsoft.com/office/drawing/2014/main" id="{295FA4D1-47EA-06BE-53E3-B8B5636A11DA}"/>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54" name="Elbow Connector 1353">
              <a:extLst>
                <a:ext uri="{FF2B5EF4-FFF2-40B4-BE49-F238E27FC236}">
                  <a16:creationId xmlns:a16="http://schemas.microsoft.com/office/drawing/2014/main" id="{2E255092-A1DD-A3F9-CD0C-0EE7ECFAAFC1}"/>
                </a:ext>
              </a:extLst>
            </p:cNvPr>
            <p:cNvCxnSpPr>
              <a:cxnSpLocks/>
              <a:endCxn id="37"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57" name="Elbow Connector 1356">
              <a:extLst>
                <a:ext uri="{FF2B5EF4-FFF2-40B4-BE49-F238E27FC236}">
                  <a16:creationId xmlns:a16="http://schemas.microsoft.com/office/drawing/2014/main" id="{7F8F20D9-57F9-970A-72C0-4ED54938AE0B}"/>
                </a:ext>
              </a:extLst>
            </p:cNvPr>
            <p:cNvCxnSpPr>
              <a:cxnSpLocks/>
              <a:stCxn id="37" idx="3"/>
              <a:endCxn id="40"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62" name="Elbow Connector 1361">
              <a:extLst>
                <a:ext uri="{FF2B5EF4-FFF2-40B4-BE49-F238E27FC236}">
                  <a16:creationId xmlns:a16="http://schemas.microsoft.com/office/drawing/2014/main" id="{CE955343-2BBB-7E64-CF5C-EE5032DC2E3A}"/>
                </a:ext>
              </a:extLst>
            </p:cNvPr>
            <p:cNvCxnSpPr>
              <a:cxnSpLocks/>
              <a:stCxn id="37" idx="2"/>
              <a:endCxn id="3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504" name="Rectangle 503">
              <a:extLst>
                <a:ext uri="{FF2B5EF4-FFF2-40B4-BE49-F238E27FC236}">
                  <a16:creationId xmlns:a16="http://schemas.microsoft.com/office/drawing/2014/main" id="{C68A3F90-8A0A-1FDF-7046-D9F123CADDBE}"/>
                </a:ext>
              </a:extLst>
            </p:cNvPr>
            <p:cNvSpPr/>
            <p:nvPr/>
          </p:nvSpPr>
          <p:spPr>
            <a:xfrm>
              <a:off x="3247308" y="38291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6" name="Rectangle 505">
              <a:extLst>
                <a:ext uri="{FF2B5EF4-FFF2-40B4-BE49-F238E27FC236}">
                  <a16:creationId xmlns:a16="http://schemas.microsoft.com/office/drawing/2014/main" id="{5670D1E0-78C9-70C2-C39D-310E2AC039A7}"/>
                </a:ext>
              </a:extLst>
            </p:cNvPr>
            <p:cNvSpPr/>
            <p:nvPr/>
          </p:nvSpPr>
          <p:spPr>
            <a:xfrm>
              <a:off x="3853226"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7" name="Rectangle 506">
              <a:extLst>
                <a:ext uri="{FF2B5EF4-FFF2-40B4-BE49-F238E27FC236}">
                  <a16:creationId xmlns:a16="http://schemas.microsoft.com/office/drawing/2014/main" id="{245A68D6-9FB6-CA96-5685-0BE6455A0E87}"/>
                </a:ext>
              </a:extLst>
            </p:cNvPr>
            <p:cNvSpPr/>
            <p:nvPr/>
          </p:nvSpPr>
          <p:spPr>
            <a:xfrm>
              <a:off x="4539464" y="44237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8" name="Rectangle 507">
              <a:extLst>
                <a:ext uri="{FF2B5EF4-FFF2-40B4-BE49-F238E27FC236}">
                  <a16:creationId xmlns:a16="http://schemas.microsoft.com/office/drawing/2014/main" id="{D0D4DB7F-DCE9-727C-BEC3-D0DE604DC96C}"/>
                </a:ext>
              </a:extLst>
            </p:cNvPr>
            <p:cNvSpPr/>
            <p:nvPr/>
          </p:nvSpPr>
          <p:spPr>
            <a:xfrm>
              <a:off x="4524014"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1409" name="Group 1408">
            <a:extLst>
              <a:ext uri="{FF2B5EF4-FFF2-40B4-BE49-F238E27FC236}">
                <a16:creationId xmlns:a16="http://schemas.microsoft.com/office/drawing/2014/main" id="{829F11DD-7E78-9B88-E69B-BB661B21B937}"/>
              </a:ext>
            </a:extLst>
          </p:cNvPr>
          <p:cNvGrpSpPr/>
          <p:nvPr/>
        </p:nvGrpSpPr>
        <p:grpSpPr>
          <a:xfrm>
            <a:off x="9187055" y="2589982"/>
            <a:ext cx="609170" cy="487299"/>
            <a:chOff x="8855147" y="2668516"/>
            <a:chExt cx="609170" cy="487299"/>
          </a:xfrm>
        </p:grpSpPr>
        <p:pic>
          <p:nvPicPr>
            <p:cNvPr id="509" name="Graphic 508" descr="Paper outline">
              <a:extLst>
                <a:ext uri="{FF2B5EF4-FFF2-40B4-BE49-F238E27FC236}">
                  <a16:creationId xmlns:a16="http://schemas.microsoft.com/office/drawing/2014/main" id="{62C12118-19DF-5AD7-9BA0-D460E5986EF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510" name="TextBox 509">
              <a:extLst>
                <a:ext uri="{FF2B5EF4-FFF2-40B4-BE49-F238E27FC236}">
                  <a16:creationId xmlns:a16="http://schemas.microsoft.com/office/drawing/2014/main" id="{E622C3B2-8951-E163-FB78-82916797C507}"/>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0" name="Group 1409">
            <a:extLst>
              <a:ext uri="{FF2B5EF4-FFF2-40B4-BE49-F238E27FC236}">
                <a16:creationId xmlns:a16="http://schemas.microsoft.com/office/drawing/2014/main" id="{0AB27D0A-6DD7-0953-23C0-A7908B0CF157}"/>
              </a:ext>
            </a:extLst>
          </p:cNvPr>
          <p:cNvGrpSpPr/>
          <p:nvPr/>
        </p:nvGrpSpPr>
        <p:grpSpPr>
          <a:xfrm>
            <a:off x="9718180" y="2727204"/>
            <a:ext cx="609170" cy="487299"/>
            <a:chOff x="8855147" y="2668516"/>
            <a:chExt cx="609170" cy="487299"/>
          </a:xfrm>
        </p:grpSpPr>
        <p:pic>
          <p:nvPicPr>
            <p:cNvPr id="1412" name="Graphic 1411" descr="Paper outline">
              <a:extLst>
                <a:ext uri="{FF2B5EF4-FFF2-40B4-BE49-F238E27FC236}">
                  <a16:creationId xmlns:a16="http://schemas.microsoft.com/office/drawing/2014/main" id="{0B19F408-D79F-D4E9-FF9B-392F41088CC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3" name="TextBox 1412">
              <a:extLst>
                <a:ext uri="{FF2B5EF4-FFF2-40B4-BE49-F238E27FC236}">
                  <a16:creationId xmlns:a16="http://schemas.microsoft.com/office/drawing/2014/main" id="{56437EFC-4805-5645-477A-80A8F7102705}"/>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4" name="Group 1413">
            <a:extLst>
              <a:ext uri="{FF2B5EF4-FFF2-40B4-BE49-F238E27FC236}">
                <a16:creationId xmlns:a16="http://schemas.microsoft.com/office/drawing/2014/main" id="{884F0A40-F8EE-89C2-DE23-A214F116FA6A}"/>
              </a:ext>
            </a:extLst>
          </p:cNvPr>
          <p:cNvGrpSpPr/>
          <p:nvPr/>
        </p:nvGrpSpPr>
        <p:grpSpPr>
          <a:xfrm>
            <a:off x="9460297" y="2978952"/>
            <a:ext cx="609170" cy="487299"/>
            <a:chOff x="8855147" y="2668516"/>
            <a:chExt cx="609170" cy="487299"/>
          </a:xfrm>
        </p:grpSpPr>
        <p:pic>
          <p:nvPicPr>
            <p:cNvPr id="1416" name="Graphic 1415" descr="Paper outline">
              <a:extLst>
                <a:ext uri="{FF2B5EF4-FFF2-40B4-BE49-F238E27FC236}">
                  <a16:creationId xmlns:a16="http://schemas.microsoft.com/office/drawing/2014/main" id="{C955E325-FFA3-5468-AC9B-5AC21A7BC06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7" name="TextBox 1416">
              <a:extLst>
                <a:ext uri="{FF2B5EF4-FFF2-40B4-BE49-F238E27FC236}">
                  <a16:creationId xmlns:a16="http://schemas.microsoft.com/office/drawing/2014/main" id="{9B142A99-D5FC-9DA4-0D02-8B479B81D063}"/>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cxnSp>
        <p:nvCxnSpPr>
          <p:cNvPr id="1419" name="Elbow Connector 1418">
            <a:extLst>
              <a:ext uri="{FF2B5EF4-FFF2-40B4-BE49-F238E27FC236}">
                <a16:creationId xmlns:a16="http://schemas.microsoft.com/office/drawing/2014/main" id="{CABD19F8-526C-081A-E8EC-BF9A3296CAE3}"/>
              </a:ext>
            </a:extLst>
          </p:cNvPr>
          <p:cNvCxnSpPr>
            <a:cxnSpLocks/>
            <a:endCxn id="35" idx="1"/>
          </p:cNvCxnSpPr>
          <p:nvPr/>
        </p:nvCxnSpPr>
        <p:spPr>
          <a:xfrm>
            <a:off x="8675325" y="3954838"/>
            <a:ext cx="928794" cy="270238"/>
          </a:xfrm>
          <a:prstGeom prst="bentConnector3">
            <a:avLst>
              <a:gd name="adj1" fmla="val 5000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grpSp>
        <p:nvGrpSpPr>
          <p:cNvPr id="600" name="Group 599">
            <a:extLst>
              <a:ext uri="{FF2B5EF4-FFF2-40B4-BE49-F238E27FC236}">
                <a16:creationId xmlns:a16="http://schemas.microsoft.com/office/drawing/2014/main" id="{A5896D78-C169-79DF-CBA5-118BA54F1EE9}"/>
              </a:ext>
            </a:extLst>
          </p:cNvPr>
          <p:cNvGrpSpPr/>
          <p:nvPr/>
        </p:nvGrpSpPr>
        <p:grpSpPr>
          <a:xfrm>
            <a:off x="3769987" y="5365798"/>
            <a:ext cx="532246" cy="690603"/>
            <a:chOff x="3438079" y="5444332"/>
            <a:chExt cx="532246" cy="690603"/>
          </a:xfrm>
        </p:grpSpPr>
        <p:sp>
          <p:nvSpPr>
            <p:cNvPr id="1425" name="Rectangle 1424">
              <a:extLst>
                <a:ext uri="{FF2B5EF4-FFF2-40B4-BE49-F238E27FC236}">
                  <a16:creationId xmlns:a16="http://schemas.microsoft.com/office/drawing/2014/main" id="{60C53E2D-3385-794F-6508-97042FE615FD}"/>
                </a:ext>
              </a:extLst>
            </p:cNvPr>
            <p:cNvSpPr/>
            <p:nvPr/>
          </p:nvSpPr>
          <p:spPr>
            <a:xfrm>
              <a:off x="3438079" y="5444332"/>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4" name="Rectangle 1433">
              <a:extLst>
                <a:ext uri="{FF2B5EF4-FFF2-40B4-BE49-F238E27FC236}">
                  <a16:creationId xmlns:a16="http://schemas.microsoft.com/office/drawing/2014/main" id="{9FC12451-697E-2863-68CC-CDCB9F32B50A}"/>
                </a:ext>
              </a:extLst>
            </p:cNvPr>
            <p:cNvSpPr/>
            <p:nvPr/>
          </p:nvSpPr>
          <p:spPr>
            <a:xfrm>
              <a:off x="3718153" y="5446998"/>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598" name="Group 597">
            <a:extLst>
              <a:ext uri="{FF2B5EF4-FFF2-40B4-BE49-F238E27FC236}">
                <a16:creationId xmlns:a16="http://schemas.microsoft.com/office/drawing/2014/main" id="{21D99501-82E9-FCD8-6875-3ABFAB75AFE1}"/>
              </a:ext>
            </a:extLst>
          </p:cNvPr>
          <p:cNvGrpSpPr/>
          <p:nvPr/>
        </p:nvGrpSpPr>
        <p:grpSpPr>
          <a:xfrm>
            <a:off x="5292723" y="5077782"/>
            <a:ext cx="532246" cy="690603"/>
            <a:chOff x="4884855" y="5392548"/>
            <a:chExt cx="532246" cy="690603"/>
          </a:xfrm>
        </p:grpSpPr>
        <p:sp>
          <p:nvSpPr>
            <p:cNvPr id="1426" name="Rectangle 1425">
              <a:extLst>
                <a:ext uri="{FF2B5EF4-FFF2-40B4-BE49-F238E27FC236}">
                  <a16:creationId xmlns:a16="http://schemas.microsoft.com/office/drawing/2014/main" id="{6F42532A-8636-0DE0-CB23-4AF8F0898C2D}"/>
                </a:ext>
              </a:extLst>
            </p:cNvPr>
            <p:cNvSpPr/>
            <p:nvPr/>
          </p:nvSpPr>
          <p:spPr>
            <a:xfrm>
              <a:off x="4884855" y="5392548"/>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5" name="Rectangle 1434">
              <a:extLst>
                <a:ext uri="{FF2B5EF4-FFF2-40B4-BE49-F238E27FC236}">
                  <a16:creationId xmlns:a16="http://schemas.microsoft.com/office/drawing/2014/main" id="{CE92E2BE-5CCC-5804-74FF-7B9063EFD7B0}"/>
                </a:ext>
              </a:extLst>
            </p:cNvPr>
            <p:cNvSpPr/>
            <p:nvPr/>
          </p:nvSpPr>
          <p:spPr>
            <a:xfrm>
              <a:off x="5166838" y="5395782"/>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601" name="Group 600">
            <a:extLst>
              <a:ext uri="{FF2B5EF4-FFF2-40B4-BE49-F238E27FC236}">
                <a16:creationId xmlns:a16="http://schemas.microsoft.com/office/drawing/2014/main" id="{195EA82E-E6D7-4ADC-5ABA-EA11FF4C8036}"/>
              </a:ext>
            </a:extLst>
          </p:cNvPr>
          <p:cNvGrpSpPr/>
          <p:nvPr/>
        </p:nvGrpSpPr>
        <p:grpSpPr>
          <a:xfrm>
            <a:off x="4395513" y="5936161"/>
            <a:ext cx="532246" cy="693014"/>
            <a:chOff x="4073864" y="6249639"/>
            <a:chExt cx="532246" cy="693014"/>
          </a:xfrm>
        </p:grpSpPr>
        <p:sp>
          <p:nvSpPr>
            <p:cNvPr id="1428" name="Rectangle 1427">
              <a:extLst>
                <a:ext uri="{FF2B5EF4-FFF2-40B4-BE49-F238E27FC236}">
                  <a16:creationId xmlns:a16="http://schemas.microsoft.com/office/drawing/2014/main" id="{0C4113CC-9DB1-B60C-2474-22DE35E28A89}"/>
                </a:ext>
              </a:extLst>
            </p:cNvPr>
            <p:cNvSpPr/>
            <p:nvPr/>
          </p:nvSpPr>
          <p:spPr>
            <a:xfrm>
              <a:off x="4073864" y="6252050"/>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6" name="Rectangle 1435">
              <a:extLst>
                <a:ext uri="{FF2B5EF4-FFF2-40B4-BE49-F238E27FC236}">
                  <a16:creationId xmlns:a16="http://schemas.microsoft.com/office/drawing/2014/main" id="{22290EE1-7DBF-9C8C-AA4B-918A34888595}"/>
                </a:ext>
              </a:extLst>
            </p:cNvPr>
            <p:cNvSpPr/>
            <p:nvPr/>
          </p:nvSpPr>
          <p:spPr>
            <a:xfrm>
              <a:off x="4354638" y="6249639"/>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603" name="Group 602">
            <a:extLst>
              <a:ext uri="{FF2B5EF4-FFF2-40B4-BE49-F238E27FC236}">
                <a16:creationId xmlns:a16="http://schemas.microsoft.com/office/drawing/2014/main" id="{6C7A0466-51A3-D82E-0096-0120D01C177A}"/>
              </a:ext>
            </a:extLst>
          </p:cNvPr>
          <p:cNvGrpSpPr/>
          <p:nvPr/>
        </p:nvGrpSpPr>
        <p:grpSpPr>
          <a:xfrm>
            <a:off x="3972560" y="6804780"/>
            <a:ext cx="532640" cy="690603"/>
            <a:chOff x="3294361" y="6407053"/>
            <a:chExt cx="532640" cy="690603"/>
          </a:xfrm>
        </p:grpSpPr>
        <p:sp>
          <p:nvSpPr>
            <p:cNvPr id="1427" name="Rectangle 1426">
              <a:extLst>
                <a:ext uri="{FF2B5EF4-FFF2-40B4-BE49-F238E27FC236}">
                  <a16:creationId xmlns:a16="http://schemas.microsoft.com/office/drawing/2014/main" id="{6EFF1456-DF32-CF2C-043F-0C5374BB76D9}"/>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7" name="Rectangle 1436">
              <a:extLst>
                <a:ext uri="{FF2B5EF4-FFF2-40B4-BE49-F238E27FC236}">
                  <a16:creationId xmlns:a16="http://schemas.microsoft.com/office/drawing/2014/main" id="{7494D0DC-A78B-B556-F6FF-9247165F52D7}"/>
                </a:ext>
              </a:extLst>
            </p:cNvPr>
            <p:cNvSpPr/>
            <p:nvPr/>
          </p:nvSpPr>
          <p:spPr>
            <a:xfrm>
              <a:off x="3577534" y="6407637"/>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2" name="Group 601">
            <a:extLst>
              <a:ext uri="{FF2B5EF4-FFF2-40B4-BE49-F238E27FC236}">
                <a16:creationId xmlns:a16="http://schemas.microsoft.com/office/drawing/2014/main" id="{FCAB3C5E-34EB-D312-9DA4-C3A3F6BF134C}"/>
              </a:ext>
            </a:extLst>
          </p:cNvPr>
          <p:cNvGrpSpPr/>
          <p:nvPr/>
        </p:nvGrpSpPr>
        <p:grpSpPr>
          <a:xfrm>
            <a:off x="4987169" y="6975490"/>
            <a:ext cx="532246" cy="692064"/>
            <a:chOff x="4407275" y="7068375"/>
            <a:chExt cx="532246" cy="692064"/>
          </a:xfrm>
        </p:grpSpPr>
        <p:sp>
          <p:nvSpPr>
            <p:cNvPr id="1429" name="Rectangle 1428">
              <a:extLst>
                <a:ext uri="{FF2B5EF4-FFF2-40B4-BE49-F238E27FC236}">
                  <a16:creationId xmlns:a16="http://schemas.microsoft.com/office/drawing/2014/main" id="{3D729540-2AF6-024F-05A0-BFC77022E8EB}"/>
                </a:ext>
              </a:extLst>
            </p:cNvPr>
            <p:cNvSpPr/>
            <p:nvPr/>
          </p:nvSpPr>
          <p:spPr>
            <a:xfrm>
              <a:off x="4407275" y="7069836"/>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8" name="Rectangle 1437">
              <a:extLst>
                <a:ext uri="{FF2B5EF4-FFF2-40B4-BE49-F238E27FC236}">
                  <a16:creationId xmlns:a16="http://schemas.microsoft.com/office/drawing/2014/main" id="{8A811470-8C61-0390-12B0-848FA57A7FDB}"/>
                </a:ext>
              </a:extLst>
            </p:cNvPr>
            <p:cNvSpPr/>
            <p:nvPr/>
          </p:nvSpPr>
          <p:spPr>
            <a:xfrm>
              <a:off x="4690054" y="7068375"/>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1439" name="Elbow Connector 1438">
            <a:extLst>
              <a:ext uri="{FF2B5EF4-FFF2-40B4-BE49-F238E27FC236}">
                <a16:creationId xmlns:a16="http://schemas.microsoft.com/office/drawing/2014/main" id="{3C995C9C-B1A7-B4E2-0F01-AEB06A69A560}"/>
              </a:ext>
            </a:extLst>
          </p:cNvPr>
          <p:cNvCxnSpPr>
            <a:cxnSpLocks/>
            <a:stCxn id="39" idx="1"/>
            <a:endCxn id="633" idx="1"/>
          </p:cNvCxnSpPr>
          <p:nvPr/>
        </p:nvCxnSpPr>
        <p:spPr>
          <a:xfrm rot="10800000" flipH="1" flipV="1">
            <a:off x="4303354" y="3918624"/>
            <a:ext cx="230338" cy="1303295"/>
          </a:xfrm>
          <a:prstGeom prst="bentConnector3">
            <a:avLst>
              <a:gd name="adj1" fmla="val -99245"/>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3" name="Elbow Connector 1442">
            <a:extLst>
              <a:ext uri="{FF2B5EF4-FFF2-40B4-BE49-F238E27FC236}">
                <a16:creationId xmlns:a16="http://schemas.microsoft.com/office/drawing/2014/main" id="{50728DE8-6D36-9ED5-5B13-FBFF101717ED}"/>
              </a:ext>
            </a:extLst>
          </p:cNvPr>
          <p:cNvCxnSpPr>
            <a:cxnSpLocks/>
            <a:stCxn id="633" idx="3"/>
          </p:cNvCxnSpPr>
          <p:nvPr/>
        </p:nvCxnSpPr>
        <p:spPr>
          <a:xfrm flipV="1">
            <a:off x="4917194" y="4475536"/>
            <a:ext cx="5798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9" name="Straight Connector 1448">
            <a:extLst>
              <a:ext uri="{FF2B5EF4-FFF2-40B4-BE49-F238E27FC236}">
                <a16:creationId xmlns:a16="http://schemas.microsoft.com/office/drawing/2014/main" id="{35CFF949-4BFB-702A-CCF9-42064047E7EB}"/>
              </a:ext>
            </a:extLst>
          </p:cNvPr>
          <p:cNvCxnSpPr>
            <a:cxnSpLocks/>
          </p:cNvCxnSpPr>
          <p:nvPr/>
        </p:nvCxnSpPr>
        <p:spPr>
          <a:xfrm>
            <a:off x="4114332" y="7796254"/>
            <a:ext cx="2374466" cy="23329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5" name="Straight Connector 1454">
            <a:extLst>
              <a:ext uri="{FF2B5EF4-FFF2-40B4-BE49-F238E27FC236}">
                <a16:creationId xmlns:a16="http://schemas.microsoft.com/office/drawing/2014/main" id="{B176FC34-FC18-9266-00E6-8424ECA414E9}"/>
              </a:ext>
            </a:extLst>
          </p:cNvPr>
          <p:cNvCxnSpPr>
            <a:cxnSpLocks/>
          </p:cNvCxnSpPr>
          <p:nvPr/>
        </p:nvCxnSpPr>
        <p:spPr>
          <a:xfrm>
            <a:off x="5589531" y="7738359"/>
            <a:ext cx="899267" cy="6398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07B9E24A-1842-6B8A-F7E6-01273A65B5EF}"/>
              </a:ext>
            </a:extLst>
          </p:cNvPr>
          <p:cNvCxnSpPr>
            <a:cxnSpLocks/>
          </p:cNvCxnSpPr>
          <p:nvPr/>
        </p:nvCxnSpPr>
        <p:spPr>
          <a:xfrm flipH="1">
            <a:off x="7837172" y="4756581"/>
            <a:ext cx="838153" cy="303967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E7785B3B-5C0F-A339-5D3A-027C0E37BE99}"/>
              </a:ext>
            </a:extLst>
          </p:cNvPr>
          <p:cNvCxnSpPr>
            <a:cxnSpLocks/>
          </p:cNvCxnSpPr>
          <p:nvPr/>
        </p:nvCxnSpPr>
        <p:spPr>
          <a:xfrm flipH="1">
            <a:off x="6808584" y="2441838"/>
            <a:ext cx="377844" cy="127785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46DCBA5E-C401-5658-E310-D4E3B7B35715}"/>
              </a:ext>
            </a:extLst>
          </p:cNvPr>
          <p:cNvCxnSpPr>
            <a:cxnSpLocks/>
          </p:cNvCxnSpPr>
          <p:nvPr/>
        </p:nvCxnSpPr>
        <p:spPr>
          <a:xfrm flipH="1">
            <a:off x="8675325" y="3452908"/>
            <a:ext cx="72500" cy="131589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5F96C619-B4FF-C733-2A56-B567089860EC}"/>
              </a:ext>
            </a:extLst>
          </p:cNvPr>
          <p:cNvCxnSpPr>
            <a:cxnSpLocks/>
          </p:cNvCxnSpPr>
          <p:nvPr/>
        </p:nvCxnSpPr>
        <p:spPr>
          <a:xfrm>
            <a:off x="7829139" y="7796254"/>
            <a:ext cx="546295" cy="5924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1" name="Straight Connector 610">
            <a:extLst>
              <a:ext uri="{FF2B5EF4-FFF2-40B4-BE49-F238E27FC236}">
                <a16:creationId xmlns:a16="http://schemas.microsoft.com/office/drawing/2014/main" id="{9F3A21FB-7007-7644-C404-5E87F8DC9F9F}"/>
              </a:ext>
            </a:extLst>
          </p:cNvPr>
          <p:cNvCxnSpPr>
            <a:cxnSpLocks/>
          </p:cNvCxnSpPr>
          <p:nvPr/>
        </p:nvCxnSpPr>
        <p:spPr>
          <a:xfrm>
            <a:off x="6039164" y="7796254"/>
            <a:ext cx="449634" cy="58970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8C8B7FD3-86C2-0744-68DB-9F7CC6DAB28D}"/>
              </a:ext>
            </a:extLst>
          </p:cNvPr>
          <p:cNvCxnSpPr>
            <a:cxnSpLocks/>
          </p:cNvCxnSpPr>
          <p:nvPr/>
        </p:nvCxnSpPr>
        <p:spPr>
          <a:xfrm flipH="1">
            <a:off x="8386614" y="6459396"/>
            <a:ext cx="1214078" cy="363844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633" name="Graphic 632" descr="Paper outline">
            <a:extLst>
              <a:ext uri="{FF2B5EF4-FFF2-40B4-BE49-F238E27FC236}">
                <a16:creationId xmlns:a16="http://schemas.microsoft.com/office/drawing/2014/main" id="{240978C5-8F79-1264-EAB2-B9B5D1268A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3692" y="5041103"/>
            <a:ext cx="383502" cy="361633"/>
          </a:xfrm>
          <a:prstGeom prst="rect">
            <a:avLst/>
          </a:prstGeom>
        </p:spPr>
      </p:pic>
      <p:pic>
        <p:nvPicPr>
          <p:cNvPr id="637" name="Graphic 636" descr="Paper outline">
            <a:extLst>
              <a:ext uri="{FF2B5EF4-FFF2-40B4-BE49-F238E27FC236}">
                <a16:creationId xmlns:a16="http://schemas.microsoft.com/office/drawing/2014/main" id="{1453CEE4-1C20-9374-1747-FE068781405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69991" y="5932727"/>
            <a:ext cx="383502" cy="361633"/>
          </a:xfrm>
          <a:prstGeom prst="rect">
            <a:avLst/>
          </a:prstGeom>
        </p:spPr>
      </p:pic>
      <p:cxnSp>
        <p:nvCxnSpPr>
          <p:cNvPr id="638" name="Elbow Connector 637">
            <a:extLst>
              <a:ext uri="{FF2B5EF4-FFF2-40B4-BE49-F238E27FC236}">
                <a16:creationId xmlns:a16="http://schemas.microsoft.com/office/drawing/2014/main" id="{E1306A93-F1E3-248C-2B5A-6E344C5D2CE6}"/>
              </a:ext>
            </a:extLst>
          </p:cNvPr>
          <p:cNvCxnSpPr>
            <a:cxnSpLocks/>
            <a:stCxn id="637" idx="3"/>
          </p:cNvCxnSpPr>
          <p:nvPr/>
        </p:nvCxnSpPr>
        <p:spPr>
          <a:xfrm flipV="1">
            <a:off x="5853493" y="4663544"/>
            <a:ext cx="110288" cy="14500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59" name="Elbow Connector 258">
            <a:extLst>
              <a:ext uri="{FF2B5EF4-FFF2-40B4-BE49-F238E27FC236}">
                <a16:creationId xmlns:a16="http://schemas.microsoft.com/office/drawing/2014/main" id="{B6EEA5CC-015B-6A27-77B3-4872A2CB4374}"/>
              </a:ext>
            </a:extLst>
          </p:cNvPr>
          <p:cNvCxnSpPr>
            <a:cxnSpLocks/>
            <a:stCxn id="637" idx="1"/>
          </p:cNvCxnSpPr>
          <p:nvPr/>
        </p:nvCxnSpPr>
        <p:spPr>
          <a:xfrm rot="10800000">
            <a:off x="5082995" y="4437806"/>
            <a:ext cx="386996" cy="1675739"/>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093DDBA6-038A-F2F4-5C35-668AC960C181}"/>
              </a:ext>
            </a:extLst>
          </p:cNvPr>
          <p:cNvCxnSpPr>
            <a:cxnSpLocks/>
          </p:cNvCxnSpPr>
          <p:nvPr/>
        </p:nvCxnSpPr>
        <p:spPr>
          <a:xfrm flipV="1">
            <a:off x="7835637" y="3719690"/>
            <a:ext cx="825940" cy="132920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EC649351-EDB8-A5BB-A7A6-240532C78363}"/>
              </a:ext>
            </a:extLst>
          </p:cNvPr>
          <p:cNvSpPr txBox="1"/>
          <p:nvPr/>
        </p:nvSpPr>
        <p:spPr>
          <a:xfrm>
            <a:off x="3245864" y="8988843"/>
            <a:ext cx="378719"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57" name="Line">
            <a:extLst>
              <a:ext uri="{FF2B5EF4-FFF2-40B4-BE49-F238E27FC236}">
                <a16:creationId xmlns:a16="http://schemas.microsoft.com/office/drawing/2014/main" id="{E2D58EAB-2008-D4AA-03FE-345EFB966F9C}"/>
              </a:ext>
            </a:extLst>
          </p:cNvPr>
          <p:cNvSpPr/>
          <p:nvPr/>
        </p:nvSpPr>
        <p:spPr>
          <a:xfrm flipV="1">
            <a:off x="3619789" y="8378170"/>
            <a:ext cx="9589" cy="1664977"/>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1" name="TextBox 1370">
            <a:extLst>
              <a:ext uri="{FF2B5EF4-FFF2-40B4-BE49-F238E27FC236}">
                <a16:creationId xmlns:a16="http://schemas.microsoft.com/office/drawing/2014/main" id="{DDE0584B-9FC2-CC26-2FC1-496642E3E101}"/>
              </a:ext>
            </a:extLst>
          </p:cNvPr>
          <p:cNvSpPr txBox="1"/>
          <p:nvPr/>
        </p:nvSpPr>
        <p:spPr>
          <a:xfrm>
            <a:off x="3053262" y="6311806"/>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1372" name="TextBox 1371">
            <a:extLst>
              <a:ext uri="{FF2B5EF4-FFF2-40B4-BE49-F238E27FC236}">
                <a16:creationId xmlns:a16="http://schemas.microsoft.com/office/drawing/2014/main" id="{765E1219-CC88-96B5-024F-72402F94612B}"/>
              </a:ext>
            </a:extLst>
          </p:cNvPr>
          <p:cNvSpPr txBox="1"/>
          <p:nvPr/>
        </p:nvSpPr>
        <p:spPr>
          <a:xfrm>
            <a:off x="3079972" y="4078400"/>
            <a:ext cx="538018"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Schema layer</a:t>
            </a:r>
            <a:endParaRPr kumimoji="0" lang="en-US" sz="1000" b="0" i="0" u="none" strike="noStrike" cap="none" spc="0" normalizeH="0" baseline="0" dirty="0">
              <a:ln>
                <a:noFill/>
              </a:ln>
              <a:solidFill>
                <a:srgbClr val="4C4C4C"/>
              </a:solidFill>
              <a:effectLst/>
              <a:uFillTx/>
              <a:sym typeface="Source Sans Pro"/>
            </a:endParaRPr>
          </a:p>
        </p:txBody>
      </p:sp>
      <p:sp>
        <p:nvSpPr>
          <p:cNvPr id="1373" name="Line">
            <a:extLst>
              <a:ext uri="{FF2B5EF4-FFF2-40B4-BE49-F238E27FC236}">
                <a16:creationId xmlns:a16="http://schemas.microsoft.com/office/drawing/2014/main" id="{A9524580-9736-1B41-5063-6B5B998F9E8C}"/>
              </a:ext>
            </a:extLst>
          </p:cNvPr>
          <p:cNvSpPr/>
          <p:nvPr/>
        </p:nvSpPr>
        <p:spPr>
          <a:xfrm flipV="1">
            <a:off x="3622243" y="5065378"/>
            <a:ext cx="9589" cy="273087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4" name="Line">
            <a:extLst>
              <a:ext uri="{FF2B5EF4-FFF2-40B4-BE49-F238E27FC236}">
                <a16:creationId xmlns:a16="http://schemas.microsoft.com/office/drawing/2014/main" id="{10C30112-68AB-A3EF-7AE6-D71A8FC8B637}"/>
              </a:ext>
            </a:extLst>
          </p:cNvPr>
          <p:cNvSpPr/>
          <p:nvPr/>
        </p:nvSpPr>
        <p:spPr>
          <a:xfrm flipH="1" flipV="1">
            <a:off x="3619789" y="3737246"/>
            <a:ext cx="0" cy="1034898"/>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5" name="Line">
            <a:extLst>
              <a:ext uri="{FF2B5EF4-FFF2-40B4-BE49-F238E27FC236}">
                <a16:creationId xmlns:a16="http://schemas.microsoft.com/office/drawing/2014/main" id="{B923CC72-B560-5A08-AFE1-B65A0537EC43}"/>
              </a:ext>
            </a:extLst>
          </p:cNvPr>
          <p:cNvSpPr/>
          <p:nvPr/>
        </p:nvSpPr>
        <p:spPr>
          <a:xfrm flipH="1" flipV="1">
            <a:off x="3619789" y="2404361"/>
            <a:ext cx="584" cy="104854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6" name="TextBox 1375">
            <a:extLst>
              <a:ext uri="{FF2B5EF4-FFF2-40B4-BE49-F238E27FC236}">
                <a16:creationId xmlns:a16="http://schemas.microsoft.com/office/drawing/2014/main" id="{E9A54C64-7019-CE58-AE51-A2877D603638}"/>
              </a:ext>
            </a:extLst>
          </p:cNvPr>
          <p:cNvSpPr txBox="1"/>
          <p:nvPr/>
        </p:nvSpPr>
        <p:spPr>
          <a:xfrm>
            <a:off x="3106652" y="2780250"/>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3" name="Manipulate Variables">
            <a:extLst>
              <a:ext uri="{FF2B5EF4-FFF2-40B4-BE49-F238E27FC236}">
                <a16:creationId xmlns:a16="http://schemas.microsoft.com/office/drawing/2014/main" id="{C7F49B80-57A3-1D9E-71C6-69A5ECC76852}"/>
              </a:ext>
            </a:extLst>
          </p:cNvPr>
          <p:cNvSpPr txBox="1"/>
          <p:nvPr/>
        </p:nvSpPr>
        <p:spPr>
          <a:xfrm>
            <a:off x="246888" y="3323832"/>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User Layer</a:t>
            </a:r>
          </a:p>
        </p:txBody>
      </p:sp>
      <p:sp>
        <p:nvSpPr>
          <p:cNvPr id="9" name="Manipulate Variables">
            <a:extLst>
              <a:ext uri="{FF2B5EF4-FFF2-40B4-BE49-F238E27FC236}">
                <a16:creationId xmlns:a16="http://schemas.microsoft.com/office/drawing/2014/main" id="{030CB240-4108-1A82-5FF9-C3921A7F2865}"/>
              </a:ext>
            </a:extLst>
          </p:cNvPr>
          <p:cNvSpPr txBox="1"/>
          <p:nvPr/>
        </p:nvSpPr>
        <p:spPr>
          <a:xfrm>
            <a:off x="247364" y="4052511"/>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Module Layer</a:t>
            </a:r>
          </a:p>
        </p:txBody>
      </p:sp>
      <p:sp>
        <p:nvSpPr>
          <p:cNvPr id="11" name="TextBox 10">
            <a:extLst>
              <a:ext uri="{FF2B5EF4-FFF2-40B4-BE49-F238E27FC236}">
                <a16:creationId xmlns:a16="http://schemas.microsoft.com/office/drawing/2014/main" id="{C9358A06-0508-D990-9147-2FF5EBA21B3D}"/>
              </a:ext>
            </a:extLst>
          </p:cNvPr>
          <p:cNvSpPr txBox="1"/>
          <p:nvPr/>
        </p:nvSpPr>
        <p:spPr>
          <a:xfrm>
            <a:off x="210789" y="4284622"/>
            <a:ext cx="2305858"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Abstraction on how files are grouped based on data source.</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2" name="Manipulate Variables">
            <a:extLst>
              <a:ext uri="{FF2B5EF4-FFF2-40B4-BE49-F238E27FC236}">
                <a16:creationId xmlns:a16="http://schemas.microsoft.com/office/drawing/2014/main" id="{9ACF8E89-2453-E9A2-03E6-E4DA65A8FBA4}"/>
              </a:ext>
            </a:extLst>
          </p:cNvPr>
          <p:cNvSpPr txBox="1"/>
          <p:nvPr/>
        </p:nvSpPr>
        <p:spPr>
          <a:xfrm>
            <a:off x="247364" y="4775246"/>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Schema Layer</a:t>
            </a:r>
          </a:p>
        </p:txBody>
      </p:sp>
      <p:sp>
        <p:nvSpPr>
          <p:cNvPr id="13" name="TextBox 12">
            <a:extLst>
              <a:ext uri="{FF2B5EF4-FFF2-40B4-BE49-F238E27FC236}">
                <a16:creationId xmlns:a16="http://schemas.microsoft.com/office/drawing/2014/main" id="{0730F18A-310A-ACB5-C6D9-E470C4AFBBFF}"/>
              </a:ext>
            </a:extLst>
          </p:cNvPr>
          <p:cNvSpPr txBox="1"/>
          <p:nvPr/>
        </p:nvSpPr>
        <p:spPr>
          <a:xfrm>
            <a:off x="210788" y="5030527"/>
            <a:ext cx="2304819" cy="9796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Parsed or generated from the raw data using file/s from the modules. Tables</a:t>
            </a:r>
            <a:r>
              <a:rPr lang="en-US" b="0" dirty="0">
                <a:solidFill>
                  <a:srgbClr val="000000"/>
                </a:solidFill>
                <a:latin typeface="Source Sans Pro" panose="020B0503030403020204" pitchFamily="34" charset="0"/>
                <a:ea typeface="Source Sans Pro" panose="020B0503030403020204" pitchFamily="34" charset="0"/>
                <a:sym typeface="Source Sans Pro Light"/>
              </a:rPr>
              <a:t> are a standard csv that is used as the </a:t>
            </a:r>
            <a:r>
              <a:rPr lang="en-US" dirty="0">
                <a:solidFill>
                  <a:srgbClr val="000000"/>
                </a:solidFill>
                <a:latin typeface="Source Sans Pro" panose="020B0503030403020204" pitchFamily="34" charset="0"/>
                <a:ea typeface="Source Sans Pro" panose="020B0503030403020204" pitchFamily="34" charset="0"/>
                <a:sym typeface="Source Sans Pro Light"/>
              </a:rPr>
              <a:t>sole</a:t>
            </a:r>
            <a:r>
              <a:rPr lang="en-US" b="0" dirty="0">
                <a:solidFill>
                  <a:srgbClr val="000000"/>
                </a:solidFill>
                <a:latin typeface="Source Sans Pro" panose="020B0503030403020204" pitchFamily="34" charset="0"/>
                <a:ea typeface="Source Sans Pro" panose="020B0503030403020204" pitchFamily="34" charset="0"/>
                <a:sym typeface="Source Sans Pro Light"/>
              </a:rPr>
              <a:t> connection between modules.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4" name="Manipulate Variables">
            <a:extLst>
              <a:ext uri="{FF2B5EF4-FFF2-40B4-BE49-F238E27FC236}">
                <a16:creationId xmlns:a16="http://schemas.microsoft.com/office/drawing/2014/main" id="{45067B4F-183E-E438-0E19-5DA8531C06F2}"/>
              </a:ext>
            </a:extLst>
          </p:cNvPr>
          <p:cNvSpPr txBox="1"/>
          <p:nvPr/>
        </p:nvSpPr>
        <p:spPr>
          <a:xfrm>
            <a:off x="247364" y="6005832"/>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Data Layer</a:t>
            </a:r>
          </a:p>
        </p:txBody>
      </p:sp>
      <p:sp>
        <p:nvSpPr>
          <p:cNvPr id="17" name="TextBox 16">
            <a:extLst>
              <a:ext uri="{FF2B5EF4-FFF2-40B4-BE49-F238E27FC236}">
                <a16:creationId xmlns:a16="http://schemas.microsoft.com/office/drawing/2014/main" id="{C75FBB45-F2CE-F4D7-7ED2-3992A57E2549}"/>
              </a:ext>
            </a:extLst>
          </p:cNvPr>
          <p:cNvSpPr txBox="1"/>
          <p:nvPr/>
        </p:nvSpPr>
        <p:spPr>
          <a:xfrm>
            <a:off x="210789" y="6257818"/>
            <a:ext cx="2304818" cy="64727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Supports diverse raw data formats such as .csv, .gitlog, and .mbox from local or network sources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9" name="Layout Suggestions">
            <a:extLst>
              <a:ext uri="{FF2B5EF4-FFF2-40B4-BE49-F238E27FC236}">
                <a16:creationId xmlns:a16="http://schemas.microsoft.com/office/drawing/2014/main" id="{372FFCF9-4A96-B95B-36A0-F05D686F88CF}"/>
              </a:ext>
            </a:extLst>
          </p:cNvPr>
          <p:cNvSpPr txBox="1"/>
          <p:nvPr/>
        </p:nvSpPr>
        <p:spPr>
          <a:xfrm>
            <a:off x="246888" y="6935517"/>
            <a:ext cx="2990314"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p:txBody>
      </p:sp>
      <p:sp>
        <p:nvSpPr>
          <p:cNvPr id="24" name="TextBox 23">
            <a:extLst>
              <a:ext uri="{FF2B5EF4-FFF2-40B4-BE49-F238E27FC236}">
                <a16:creationId xmlns:a16="http://schemas.microsoft.com/office/drawing/2014/main" id="{DE474517-3989-380E-6C1E-4F3B54C2303C}"/>
              </a:ext>
            </a:extLst>
          </p:cNvPr>
          <p:cNvSpPr txBox="1"/>
          <p:nvPr/>
        </p:nvSpPr>
        <p:spPr>
          <a:xfrm>
            <a:off x="210789" y="7607119"/>
            <a:ext cx="2304818"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With the .</a:t>
            </a:r>
            <a:r>
              <a:rPr lang="en-US" b="0" dirty="0" err="1">
                <a:solidFill>
                  <a:schemeClr val="bg2">
                    <a:lumMod val="10000"/>
                  </a:schemeClr>
                </a:solidFill>
                <a:latin typeface="Source Sans Pro" panose="020B0503030403020204" pitchFamily="34" charset="0"/>
                <a:ea typeface="Source Sans Pro" panose="020B0503030403020204" pitchFamily="34" charset="0"/>
              </a:rPr>
              <a:t>mwb</a:t>
            </a:r>
            <a:r>
              <a:rPr lang="en-US" b="0" dirty="0">
                <a:solidFill>
                  <a:schemeClr val="bg2">
                    <a:lumMod val="10000"/>
                  </a:schemeClr>
                </a:solidFill>
                <a:latin typeface="Source Sans Pro" panose="020B0503030403020204" pitchFamily="34" charset="0"/>
                <a:ea typeface="Source Sans Pro" panose="020B0503030403020204" pitchFamily="34" charset="0"/>
              </a:rPr>
              <a:t> to locate the columns the table’s use for connections one just needs to  hover over the connection or table.</a:t>
            </a:r>
          </a:p>
        </p:txBody>
      </p:sp>
      <p:grpSp>
        <p:nvGrpSpPr>
          <p:cNvPr id="1384" name="Group 1383">
            <a:extLst>
              <a:ext uri="{FF2B5EF4-FFF2-40B4-BE49-F238E27FC236}">
                <a16:creationId xmlns:a16="http://schemas.microsoft.com/office/drawing/2014/main" id="{509044F6-9B30-53FB-D7D6-1CD9446BF2FA}"/>
              </a:ext>
            </a:extLst>
          </p:cNvPr>
          <p:cNvGrpSpPr/>
          <p:nvPr/>
        </p:nvGrpSpPr>
        <p:grpSpPr>
          <a:xfrm>
            <a:off x="291919" y="8759143"/>
            <a:ext cx="1763725" cy="931206"/>
            <a:chOff x="3243530" y="3828629"/>
            <a:chExt cx="1763725" cy="931206"/>
          </a:xfrm>
        </p:grpSpPr>
        <p:sp>
          <p:nvSpPr>
            <p:cNvPr id="1385" name="Rectangle 1384">
              <a:extLst>
                <a:ext uri="{FF2B5EF4-FFF2-40B4-BE49-F238E27FC236}">
                  <a16:creationId xmlns:a16="http://schemas.microsoft.com/office/drawing/2014/main" id="{AA7F076B-D03B-5BAA-642A-A4180631F5AD}"/>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6" name="Rectangle 1385">
              <a:extLst>
                <a:ext uri="{FF2B5EF4-FFF2-40B4-BE49-F238E27FC236}">
                  <a16:creationId xmlns:a16="http://schemas.microsoft.com/office/drawing/2014/main" id="{45C98EDF-7F58-E9E0-5344-36F653D0F692}"/>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7" name="Rectangle 1386">
              <a:extLst>
                <a:ext uri="{FF2B5EF4-FFF2-40B4-BE49-F238E27FC236}">
                  <a16:creationId xmlns:a16="http://schemas.microsoft.com/office/drawing/2014/main" id="{5F7DE3E3-A08C-DA59-5246-0286115488D7}"/>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8" name="Rectangle 1387">
              <a:extLst>
                <a:ext uri="{FF2B5EF4-FFF2-40B4-BE49-F238E27FC236}">
                  <a16:creationId xmlns:a16="http://schemas.microsoft.com/office/drawing/2014/main" id="{8C29267C-175C-AFBB-B44B-25C62F2C22A4}"/>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89" name="Elbow Connector 1353">
              <a:extLst>
                <a:ext uri="{FF2B5EF4-FFF2-40B4-BE49-F238E27FC236}">
                  <a16:creationId xmlns:a16="http://schemas.microsoft.com/office/drawing/2014/main" id="{296E128E-694A-2858-7F0A-748D3662BD58}"/>
                </a:ext>
              </a:extLst>
            </p:cNvPr>
            <p:cNvCxnSpPr>
              <a:cxnSpLocks/>
              <a:endCxn id="1386"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90" name="Elbow Connector 1356">
              <a:extLst>
                <a:ext uri="{FF2B5EF4-FFF2-40B4-BE49-F238E27FC236}">
                  <a16:creationId xmlns:a16="http://schemas.microsoft.com/office/drawing/2014/main" id="{7ED799AD-AF8C-A0BA-9E70-FFE0E2BD21C2}"/>
                </a:ext>
              </a:extLst>
            </p:cNvPr>
            <p:cNvCxnSpPr>
              <a:cxnSpLocks/>
              <a:stCxn id="1386" idx="3"/>
              <a:endCxn id="1388"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91" name="Elbow Connector 1361">
              <a:extLst>
                <a:ext uri="{FF2B5EF4-FFF2-40B4-BE49-F238E27FC236}">
                  <a16:creationId xmlns:a16="http://schemas.microsoft.com/office/drawing/2014/main" id="{89991DAE-9AE8-F292-75F3-94E100FDB52A}"/>
                </a:ext>
              </a:extLst>
            </p:cNvPr>
            <p:cNvCxnSpPr>
              <a:cxnSpLocks/>
              <a:stCxn id="1386" idx="2"/>
              <a:endCxn id="1385"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1392" name="Rectangle 1391">
              <a:extLst>
                <a:ext uri="{FF2B5EF4-FFF2-40B4-BE49-F238E27FC236}">
                  <a16:creationId xmlns:a16="http://schemas.microsoft.com/office/drawing/2014/main" id="{CB07CB0C-6A88-DA3E-3F54-428870DCF00E}"/>
                </a:ext>
              </a:extLst>
            </p:cNvPr>
            <p:cNvSpPr/>
            <p:nvPr/>
          </p:nvSpPr>
          <p:spPr>
            <a:xfrm>
              <a:off x="3247948" y="383285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393" name="Rectangle 1392">
              <a:extLst>
                <a:ext uri="{FF2B5EF4-FFF2-40B4-BE49-F238E27FC236}">
                  <a16:creationId xmlns:a16="http://schemas.microsoft.com/office/drawing/2014/main" id="{592A9F93-79D2-8486-0CE4-BBC0FB486520}"/>
                </a:ext>
              </a:extLst>
            </p:cNvPr>
            <p:cNvSpPr/>
            <p:nvPr/>
          </p:nvSpPr>
          <p:spPr>
            <a:xfrm>
              <a:off x="3853372"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4" name="Rectangle 1393">
              <a:extLst>
                <a:ext uri="{FF2B5EF4-FFF2-40B4-BE49-F238E27FC236}">
                  <a16:creationId xmlns:a16="http://schemas.microsoft.com/office/drawing/2014/main" id="{AD0AE3FA-36F1-DD37-9744-E97472A3283B}"/>
                </a:ext>
              </a:extLst>
            </p:cNvPr>
            <p:cNvSpPr/>
            <p:nvPr/>
          </p:nvSpPr>
          <p:spPr>
            <a:xfrm>
              <a:off x="4536692" y="4416913"/>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395" name="Rectangle 1394">
              <a:extLst>
                <a:ext uri="{FF2B5EF4-FFF2-40B4-BE49-F238E27FC236}">
                  <a16:creationId xmlns:a16="http://schemas.microsoft.com/office/drawing/2014/main" id="{035A40C9-04DE-DD45-B963-D09C966A5F98}"/>
                </a:ext>
              </a:extLst>
            </p:cNvPr>
            <p:cNvSpPr/>
            <p:nvPr/>
          </p:nvSpPr>
          <p:spPr>
            <a:xfrm>
              <a:off x="4520282"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1396" name="TextBox 1395">
            <a:extLst>
              <a:ext uri="{FF2B5EF4-FFF2-40B4-BE49-F238E27FC236}">
                <a16:creationId xmlns:a16="http://schemas.microsoft.com/office/drawing/2014/main" id="{998163C4-F29B-7EA7-72F0-B12C626A360F}"/>
              </a:ext>
            </a:extLst>
          </p:cNvPr>
          <p:cNvSpPr txBox="1"/>
          <p:nvPr/>
        </p:nvSpPr>
        <p:spPr>
          <a:xfrm>
            <a:off x="11256264" y="2307418"/>
            <a:ext cx="2378772"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Tables can exist and access modules externally when they contain multiple sources. To view these connection is the same as table to table. </a:t>
            </a:r>
          </a:p>
        </p:txBody>
      </p:sp>
      <p:sp>
        <p:nvSpPr>
          <p:cNvPr id="1397" name="Manipulate Variables">
            <a:extLst>
              <a:ext uri="{FF2B5EF4-FFF2-40B4-BE49-F238E27FC236}">
                <a16:creationId xmlns:a16="http://schemas.microsoft.com/office/drawing/2014/main" id="{04142240-F216-B02C-AF15-D24DEB013DC5}"/>
              </a:ext>
            </a:extLst>
          </p:cNvPr>
          <p:cNvSpPr txBox="1"/>
          <p:nvPr/>
        </p:nvSpPr>
        <p:spPr>
          <a:xfrm>
            <a:off x="246888" y="7385059"/>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Table to Table </a:t>
            </a:r>
          </a:p>
        </p:txBody>
      </p:sp>
      <p:sp>
        <p:nvSpPr>
          <p:cNvPr id="1398" name="Manipulate Variables">
            <a:extLst>
              <a:ext uri="{FF2B5EF4-FFF2-40B4-BE49-F238E27FC236}">
                <a16:creationId xmlns:a16="http://schemas.microsoft.com/office/drawing/2014/main" id="{FB9B7CD4-4687-51C0-CE72-80B75BF62D9A}"/>
              </a:ext>
            </a:extLst>
          </p:cNvPr>
          <p:cNvSpPr txBox="1"/>
          <p:nvPr/>
        </p:nvSpPr>
        <p:spPr>
          <a:xfrm>
            <a:off x="11283696" y="2074577"/>
            <a:ext cx="2342196"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Table to Notebook </a:t>
            </a:r>
          </a:p>
        </p:txBody>
      </p:sp>
      <p:grpSp>
        <p:nvGrpSpPr>
          <p:cNvPr id="451" name="Group 450">
            <a:extLst>
              <a:ext uri="{FF2B5EF4-FFF2-40B4-BE49-F238E27FC236}">
                <a16:creationId xmlns:a16="http://schemas.microsoft.com/office/drawing/2014/main" id="{3F13A40C-2752-BB66-B455-7BC130D8967F}"/>
              </a:ext>
            </a:extLst>
          </p:cNvPr>
          <p:cNvGrpSpPr/>
          <p:nvPr/>
        </p:nvGrpSpPr>
        <p:grpSpPr>
          <a:xfrm>
            <a:off x="11682218" y="3767757"/>
            <a:ext cx="999454" cy="700110"/>
            <a:chOff x="3243530" y="3828629"/>
            <a:chExt cx="1076931" cy="700110"/>
          </a:xfrm>
        </p:grpSpPr>
        <p:sp>
          <p:nvSpPr>
            <p:cNvPr id="465" name="Rectangle 464">
              <a:extLst>
                <a:ext uri="{FF2B5EF4-FFF2-40B4-BE49-F238E27FC236}">
                  <a16:creationId xmlns:a16="http://schemas.microsoft.com/office/drawing/2014/main" id="{2D85DAB0-B012-7D50-C101-0097EA6B54FC}"/>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6" name="Rectangle 465">
              <a:extLst>
                <a:ext uri="{FF2B5EF4-FFF2-40B4-BE49-F238E27FC236}">
                  <a16:creationId xmlns:a16="http://schemas.microsoft.com/office/drawing/2014/main" id="{23DB77D5-82AA-1342-8D20-B25C55C7351C}"/>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8" name="Elbow Connector 1353">
              <a:extLst>
                <a:ext uri="{FF2B5EF4-FFF2-40B4-BE49-F238E27FC236}">
                  <a16:creationId xmlns:a16="http://schemas.microsoft.com/office/drawing/2014/main" id="{10368BA0-9F20-7FF6-A83E-77C90048F4E5}"/>
                </a:ext>
              </a:extLst>
            </p:cNvPr>
            <p:cNvCxnSpPr>
              <a:cxnSpLocks/>
              <a:endCxn id="46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71" name="Rectangle 470">
              <a:extLst>
                <a:ext uri="{FF2B5EF4-FFF2-40B4-BE49-F238E27FC236}">
                  <a16:creationId xmlns:a16="http://schemas.microsoft.com/office/drawing/2014/main" id="{9ABC8833-2B0D-0A11-6863-838FBECD563A}"/>
                </a:ext>
              </a:extLst>
            </p:cNvPr>
            <p:cNvSpPr/>
            <p:nvPr/>
          </p:nvSpPr>
          <p:spPr>
            <a:xfrm>
              <a:off x="3254772" y="383285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72" name="Rectangle 471">
              <a:extLst>
                <a:ext uri="{FF2B5EF4-FFF2-40B4-BE49-F238E27FC236}">
                  <a16:creationId xmlns:a16="http://schemas.microsoft.com/office/drawing/2014/main" id="{8B1AB9AF-1E26-8978-80B4-90E92B93D6F5}"/>
                </a:ext>
              </a:extLst>
            </p:cNvPr>
            <p:cNvSpPr/>
            <p:nvPr/>
          </p:nvSpPr>
          <p:spPr>
            <a:xfrm>
              <a:off x="3849960"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9" name="Elbow Connector 1438">
            <a:extLst>
              <a:ext uri="{FF2B5EF4-FFF2-40B4-BE49-F238E27FC236}">
                <a16:creationId xmlns:a16="http://schemas.microsoft.com/office/drawing/2014/main" id="{632306AE-4A91-D1E5-C143-83F19D542793}"/>
              </a:ext>
            </a:extLst>
          </p:cNvPr>
          <p:cNvCxnSpPr>
            <a:cxnSpLocks/>
            <a:endCxn id="481" idx="0"/>
          </p:cNvCxnSpPr>
          <p:nvPr/>
        </p:nvCxnSpPr>
        <p:spPr>
          <a:xfrm rot="16200000" flipH="1">
            <a:off x="11405455" y="4375194"/>
            <a:ext cx="1148656" cy="221456"/>
          </a:xfrm>
          <a:prstGeom prst="bentConnector3">
            <a:avLst>
              <a:gd name="adj1" fmla="val 50000"/>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480" name="Elbow Connector 1442">
            <a:extLst>
              <a:ext uri="{FF2B5EF4-FFF2-40B4-BE49-F238E27FC236}">
                <a16:creationId xmlns:a16="http://schemas.microsoft.com/office/drawing/2014/main" id="{2C7F215F-EFC5-6AD0-24BC-3B969EF8763E}"/>
              </a:ext>
            </a:extLst>
          </p:cNvPr>
          <p:cNvCxnSpPr>
            <a:cxnSpLocks/>
            <a:stCxn id="481" idx="3"/>
          </p:cNvCxnSpPr>
          <p:nvPr/>
        </p:nvCxnSpPr>
        <p:spPr>
          <a:xfrm flipV="1">
            <a:off x="12268467" y="4494683"/>
            <a:ext cx="8557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pic>
        <p:nvPicPr>
          <p:cNvPr id="481" name="Graphic 480" descr="Paper outline">
            <a:extLst>
              <a:ext uri="{FF2B5EF4-FFF2-40B4-BE49-F238E27FC236}">
                <a16:creationId xmlns:a16="http://schemas.microsoft.com/office/drawing/2014/main" id="{BDEEBAA9-85D4-5AA7-7FA9-D4AD7EBA74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2555" y="5060250"/>
            <a:ext cx="355912" cy="361633"/>
          </a:xfrm>
          <a:prstGeom prst="rect">
            <a:avLst/>
          </a:prstGeom>
        </p:spPr>
      </p:pic>
      <p:sp>
        <p:nvSpPr>
          <p:cNvPr id="486" name="Layout Suggestions">
            <a:extLst>
              <a:ext uri="{FF2B5EF4-FFF2-40B4-BE49-F238E27FC236}">
                <a16:creationId xmlns:a16="http://schemas.microsoft.com/office/drawing/2014/main" id="{EFF913C8-E351-240C-6754-4852956F904D}"/>
              </a:ext>
            </a:extLst>
          </p:cNvPr>
          <p:cNvSpPr txBox="1"/>
          <p:nvPr/>
        </p:nvSpPr>
        <p:spPr>
          <a:xfrm>
            <a:off x="3635135" y="1389888"/>
            <a:ext cx="3892248"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err="1"/>
              <a:t>Kaiaulu</a:t>
            </a:r>
            <a:r>
              <a:rPr lang="en-US" dirty="0"/>
              <a:t> Architecture</a:t>
            </a:r>
            <a:endParaRPr dirty="0"/>
          </a:p>
        </p:txBody>
      </p:sp>
      <p:sp>
        <p:nvSpPr>
          <p:cNvPr id="487" name="Line">
            <a:extLst>
              <a:ext uri="{FF2B5EF4-FFF2-40B4-BE49-F238E27FC236}">
                <a16:creationId xmlns:a16="http://schemas.microsoft.com/office/drawing/2014/main" id="{25DC151F-5F0E-AD60-8074-C2B1C2E16DF0}"/>
              </a:ext>
            </a:extLst>
          </p:cNvPr>
          <p:cNvSpPr/>
          <p:nvPr/>
        </p:nvSpPr>
        <p:spPr>
          <a:xfrm flipV="1">
            <a:off x="3622243" y="1676220"/>
            <a:ext cx="7572479"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88" name="Line">
            <a:extLst>
              <a:ext uri="{FF2B5EF4-FFF2-40B4-BE49-F238E27FC236}">
                <a16:creationId xmlns:a16="http://schemas.microsoft.com/office/drawing/2014/main" id="{9F8353D5-B795-81CF-27A5-7962C7793F5C}"/>
              </a:ext>
            </a:extLst>
          </p:cNvPr>
          <p:cNvSpPr/>
          <p:nvPr/>
        </p:nvSpPr>
        <p:spPr>
          <a:xfrm flipV="1">
            <a:off x="283464" y="1675325"/>
            <a:ext cx="2578737" cy="1176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89" name="Layout Suggestions">
            <a:extLst>
              <a:ext uri="{FF2B5EF4-FFF2-40B4-BE49-F238E27FC236}">
                <a16:creationId xmlns:a16="http://schemas.microsoft.com/office/drawing/2014/main" id="{EE23BC87-2F2A-FC17-0B92-BFAD131C4520}"/>
              </a:ext>
            </a:extLst>
          </p:cNvPr>
          <p:cNvSpPr txBox="1"/>
          <p:nvPr/>
        </p:nvSpPr>
        <p:spPr>
          <a:xfrm>
            <a:off x="11283650" y="5906032"/>
            <a:ext cx="2229592"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Module API</a:t>
            </a:r>
          </a:p>
        </p:txBody>
      </p:sp>
      <p:sp>
        <p:nvSpPr>
          <p:cNvPr id="490" name="TextBox 489">
            <a:extLst>
              <a:ext uri="{FF2B5EF4-FFF2-40B4-BE49-F238E27FC236}">
                <a16:creationId xmlns:a16="http://schemas.microsoft.com/office/drawing/2014/main" id="{27EA8BD2-146E-18DC-4970-B10709C1AC22}"/>
              </a:ext>
            </a:extLst>
          </p:cNvPr>
          <p:cNvSpPr txBox="1"/>
          <p:nvPr/>
        </p:nvSpPr>
        <p:spPr>
          <a:xfrm>
            <a:off x="11256264" y="6244367"/>
            <a:ext cx="2378771"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Knowing the schema, you know the modules since they are 1-1. Knowing the modules you know what functions in the code use what data table form what source.</a:t>
            </a:r>
          </a:p>
        </p:txBody>
      </p:sp>
      <p:grpSp>
        <p:nvGrpSpPr>
          <p:cNvPr id="493" name="Group 492">
            <a:extLst>
              <a:ext uri="{FF2B5EF4-FFF2-40B4-BE49-F238E27FC236}">
                <a16:creationId xmlns:a16="http://schemas.microsoft.com/office/drawing/2014/main" id="{B241D6BA-0B46-FAA9-2742-0A7FE05D2D9C}"/>
              </a:ext>
            </a:extLst>
          </p:cNvPr>
          <p:cNvGrpSpPr/>
          <p:nvPr/>
        </p:nvGrpSpPr>
        <p:grpSpPr>
          <a:xfrm>
            <a:off x="12499915" y="7691765"/>
            <a:ext cx="403336" cy="555701"/>
            <a:chOff x="3294361" y="6407053"/>
            <a:chExt cx="535312" cy="690603"/>
          </a:xfrm>
        </p:grpSpPr>
        <p:sp>
          <p:nvSpPr>
            <p:cNvPr id="494" name="Rectangle 493">
              <a:extLst>
                <a:ext uri="{FF2B5EF4-FFF2-40B4-BE49-F238E27FC236}">
                  <a16:creationId xmlns:a16="http://schemas.microsoft.com/office/drawing/2014/main" id="{B912E240-0B6B-4BCD-987C-9A42F4F4795F}"/>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5" name="Rectangle 494">
              <a:extLst>
                <a:ext uri="{FF2B5EF4-FFF2-40B4-BE49-F238E27FC236}">
                  <a16:creationId xmlns:a16="http://schemas.microsoft.com/office/drawing/2014/main" id="{C482120A-6B23-C290-BD09-C0B3F46170FF}"/>
                </a:ext>
              </a:extLst>
            </p:cNvPr>
            <p:cNvSpPr/>
            <p:nvPr/>
          </p:nvSpPr>
          <p:spPr>
            <a:xfrm>
              <a:off x="3580205" y="6411199"/>
              <a:ext cx="249468"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1446" name="Rectangle 1445">
            <a:extLst>
              <a:ext uri="{FF2B5EF4-FFF2-40B4-BE49-F238E27FC236}">
                <a16:creationId xmlns:a16="http://schemas.microsoft.com/office/drawing/2014/main" id="{DB9EB13F-6A26-E484-9375-E4A7E1CA52C1}"/>
              </a:ext>
            </a:extLst>
          </p:cNvPr>
          <p:cNvSpPr/>
          <p:nvPr/>
        </p:nvSpPr>
        <p:spPr>
          <a:xfrm>
            <a:off x="11982557" y="7590310"/>
            <a:ext cx="353255" cy="273608"/>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56" name="Rectangle 1455">
            <a:extLst>
              <a:ext uri="{FF2B5EF4-FFF2-40B4-BE49-F238E27FC236}">
                <a16:creationId xmlns:a16="http://schemas.microsoft.com/office/drawing/2014/main" id="{34AF5193-D619-4C3D-576D-0E5BAE9E4253}"/>
              </a:ext>
            </a:extLst>
          </p:cNvPr>
          <p:cNvSpPr/>
          <p:nvPr/>
        </p:nvSpPr>
        <p:spPr>
          <a:xfrm>
            <a:off x="11982557" y="7587775"/>
            <a:ext cx="107667" cy="7947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71" name="Rectangle 1470">
            <a:extLst>
              <a:ext uri="{FF2B5EF4-FFF2-40B4-BE49-F238E27FC236}">
                <a16:creationId xmlns:a16="http://schemas.microsoft.com/office/drawing/2014/main" id="{8998596A-6898-B4C2-4193-504E71BC0395}"/>
              </a:ext>
            </a:extLst>
          </p:cNvPr>
          <p:cNvSpPr/>
          <p:nvPr/>
        </p:nvSpPr>
        <p:spPr>
          <a:xfrm>
            <a:off x="11416611" y="7499449"/>
            <a:ext cx="353255" cy="27223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8" name="Line">
            <a:extLst>
              <a:ext uri="{FF2B5EF4-FFF2-40B4-BE49-F238E27FC236}">
                <a16:creationId xmlns:a16="http://schemas.microsoft.com/office/drawing/2014/main" id="{41E4C3E9-EC84-737A-8277-890AD077B731}"/>
              </a:ext>
            </a:extLst>
          </p:cNvPr>
          <p:cNvSpPr/>
          <p:nvPr/>
        </p:nvSpPr>
        <p:spPr>
          <a:xfrm>
            <a:off x="283464" y="3249630"/>
            <a:ext cx="2595639" cy="756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 name="Line">
            <a:extLst>
              <a:ext uri="{FF2B5EF4-FFF2-40B4-BE49-F238E27FC236}">
                <a16:creationId xmlns:a16="http://schemas.microsoft.com/office/drawing/2014/main" id="{2C179140-D2A8-C505-672C-307DB72DFBDE}"/>
              </a:ext>
            </a:extLst>
          </p:cNvPr>
          <p:cNvSpPr/>
          <p:nvPr/>
        </p:nvSpPr>
        <p:spPr>
          <a:xfrm>
            <a:off x="283940" y="7299377"/>
            <a:ext cx="2667778" cy="2"/>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2" name="Line">
            <a:extLst>
              <a:ext uri="{FF2B5EF4-FFF2-40B4-BE49-F238E27FC236}">
                <a16:creationId xmlns:a16="http://schemas.microsoft.com/office/drawing/2014/main" id="{98E4D64D-BB2E-3F6C-664E-31932BF09C85}"/>
              </a:ext>
            </a:extLst>
          </p:cNvPr>
          <p:cNvSpPr/>
          <p:nvPr/>
        </p:nvSpPr>
        <p:spPr>
          <a:xfrm flipV="1">
            <a:off x="11295616" y="2040489"/>
            <a:ext cx="2080392" cy="831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3" name="Line">
            <a:extLst>
              <a:ext uri="{FF2B5EF4-FFF2-40B4-BE49-F238E27FC236}">
                <a16:creationId xmlns:a16="http://schemas.microsoft.com/office/drawing/2014/main" id="{978EF808-E401-1170-C6B1-8C22D439E72C}"/>
              </a:ext>
            </a:extLst>
          </p:cNvPr>
          <p:cNvSpPr/>
          <p:nvPr/>
        </p:nvSpPr>
        <p:spPr>
          <a:xfrm flipV="1">
            <a:off x="11331932" y="6270595"/>
            <a:ext cx="2133027" cy="259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cxnSp>
        <p:nvCxnSpPr>
          <p:cNvPr id="474" name="Straight Connector 473">
            <a:extLst>
              <a:ext uri="{FF2B5EF4-FFF2-40B4-BE49-F238E27FC236}">
                <a16:creationId xmlns:a16="http://schemas.microsoft.com/office/drawing/2014/main" id="{AB4FBBC9-DB21-3526-2681-48BA35DD5E51}"/>
              </a:ext>
            </a:extLst>
          </p:cNvPr>
          <p:cNvCxnSpPr>
            <a:cxnSpLocks/>
          </p:cNvCxnSpPr>
          <p:nvPr/>
        </p:nvCxnSpPr>
        <p:spPr>
          <a:xfrm flipH="1">
            <a:off x="2942492" y="4334535"/>
            <a:ext cx="137956"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7" name="Straight Connector 476">
            <a:extLst>
              <a:ext uri="{FF2B5EF4-FFF2-40B4-BE49-F238E27FC236}">
                <a16:creationId xmlns:a16="http://schemas.microsoft.com/office/drawing/2014/main" id="{272C9E48-0512-020A-5923-7BE401D28EDB}"/>
              </a:ext>
            </a:extLst>
          </p:cNvPr>
          <p:cNvCxnSpPr>
            <a:cxnSpLocks/>
          </p:cNvCxnSpPr>
          <p:nvPr/>
        </p:nvCxnSpPr>
        <p:spPr>
          <a:xfrm flipH="1">
            <a:off x="2800282" y="7122918"/>
            <a:ext cx="146118"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2" name="Straight Connector 481">
            <a:extLst>
              <a:ext uri="{FF2B5EF4-FFF2-40B4-BE49-F238E27FC236}">
                <a16:creationId xmlns:a16="http://schemas.microsoft.com/office/drawing/2014/main" id="{FC9CA782-B28D-212F-FEB0-706EFAD93761}"/>
              </a:ext>
            </a:extLst>
          </p:cNvPr>
          <p:cNvCxnSpPr>
            <a:cxnSpLocks/>
          </p:cNvCxnSpPr>
          <p:nvPr/>
        </p:nvCxnSpPr>
        <p:spPr>
          <a:xfrm flipV="1">
            <a:off x="2941592" y="4344557"/>
            <a:ext cx="0" cy="279088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22" name="Straight Connector 1421">
            <a:extLst>
              <a:ext uri="{FF2B5EF4-FFF2-40B4-BE49-F238E27FC236}">
                <a16:creationId xmlns:a16="http://schemas.microsoft.com/office/drawing/2014/main" id="{9DACE4C4-45AE-92BE-0E43-600D89DAF12F}"/>
              </a:ext>
            </a:extLst>
          </p:cNvPr>
          <p:cNvCxnSpPr>
            <a:cxnSpLocks/>
          </p:cNvCxnSpPr>
          <p:nvPr/>
        </p:nvCxnSpPr>
        <p:spPr>
          <a:xfrm flipH="1">
            <a:off x="2922954" y="1830423"/>
            <a:ext cx="8309628"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40" name="Straight Connector 1439">
            <a:extLst>
              <a:ext uri="{FF2B5EF4-FFF2-40B4-BE49-F238E27FC236}">
                <a16:creationId xmlns:a16="http://schemas.microsoft.com/office/drawing/2014/main" id="{736566F8-2010-24F1-DB82-4E80D9EEA3D0}"/>
              </a:ext>
            </a:extLst>
          </p:cNvPr>
          <p:cNvCxnSpPr>
            <a:cxnSpLocks/>
          </p:cNvCxnSpPr>
          <p:nvPr/>
        </p:nvCxnSpPr>
        <p:spPr>
          <a:xfrm flipH="1" flipV="1">
            <a:off x="2925962" y="1817374"/>
            <a:ext cx="14109" cy="2527842"/>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1458" name="Graphic 1457" descr="User with solid fill">
            <a:extLst>
              <a:ext uri="{FF2B5EF4-FFF2-40B4-BE49-F238E27FC236}">
                <a16:creationId xmlns:a16="http://schemas.microsoft.com/office/drawing/2014/main" id="{0AC2092C-D5DC-A60E-8F7D-1429DBC9ADC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494082" y="8389823"/>
            <a:ext cx="1893472" cy="1893472"/>
          </a:xfrm>
          <a:prstGeom prst="rect">
            <a:avLst/>
          </a:prstGeom>
        </p:spPr>
      </p:pic>
      <p:sp>
        <p:nvSpPr>
          <p:cNvPr id="1462" name="Rectangle 1461">
            <a:extLst>
              <a:ext uri="{FF2B5EF4-FFF2-40B4-BE49-F238E27FC236}">
                <a16:creationId xmlns:a16="http://schemas.microsoft.com/office/drawing/2014/main" id="{621DCB34-A1F9-40B0-21CA-FCEA499BB923}"/>
              </a:ext>
            </a:extLst>
          </p:cNvPr>
          <p:cNvSpPr/>
          <p:nvPr/>
        </p:nvSpPr>
        <p:spPr>
          <a:xfrm>
            <a:off x="6488798" y="8378170"/>
            <a:ext cx="1897816" cy="1756090"/>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63" name="Rectangle 1462">
            <a:extLst>
              <a:ext uri="{FF2B5EF4-FFF2-40B4-BE49-F238E27FC236}">
                <a16:creationId xmlns:a16="http://schemas.microsoft.com/office/drawing/2014/main" id="{6BF5C07B-E90C-DA19-BA39-7AAFD9149C08}"/>
              </a:ext>
            </a:extLst>
          </p:cNvPr>
          <p:cNvSpPr/>
          <p:nvPr/>
        </p:nvSpPr>
        <p:spPr>
          <a:xfrm>
            <a:off x="13158404" y="8104058"/>
            <a:ext cx="359684" cy="35971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464" name="Graphic 1463" descr="User with solid fill">
            <a:extLst>
              <a:ext uri="{FF2B5EF4-FFF2-40B4-BE49-F238E27FC236}">
                <a16:creationId xmlns:a16="http://schemas.microsoft.com/office/drawing/2014/main" id="{2DB66CA0-D606-FBA6-151D-2B6A3C477F1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162551" y="8116777"/>
            <a:ext cx="378214" cy="378214"/>
          </a:xfrm>
          <a:prstGeom prst="rect">
            <a:avLst/>
          </a:prstGeom>
        </p:spPr>
      </p:pic>
      <p:cxnSp>
        <p:nvCxnSpPr>
          <p:cNvPr id="44" name="Straight Connector 43">
            <a:extLst>
              <a:ext uri="{FF2B5EF4-FFF2-40B4-BE49-F238E27FC236}">
                <a16:creationId xmlns:a16="http://schemas.microsoft.com/office/drawing/2014/main" id="{11585E4A-D439-1C14-82C0-0B3AE867F241}"/>
              </a:ext>
            </a:extLst>
          </p:cNvPr>
          <p:cNvCxnSpPr>
            <a:cxnSpLocks/>
            <a:endCxn id="1456" idx="0"/>
          </p:cNvCxnSpPr>
          <p:nvPr/>
        </p:nvCxnSpPr>
        <p:spPr>
          <a:xfrm>
            <a:off x="11416611" y="7496914"/>
            <a:ext cx="619780" cy="9086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4" name="Straight Connector 53">
            <a:extLst>
              <a:ext uri="{FF2B5EF4-FFF2-40B4-BE49-F238E27FC236}">
                <a16:creationId xmlns:a16="http://schemas.microsoft.com/office/drawing/2014/main" id="{7CB50296-44FD-3EE8-6CDB-F1C4D041F930}"/>
              </a:ext>
            </a:extLst>
          </p:cNvPr>
          <p:cNvCxnSpPr>
            <a:cxnSpLocks/>
          </p:cNvCxnSpPr>
          <p:nvPr/>
        </p:nvCxnSpPr>
        <p:spPr>
          <a:xfrm>
            <a:off x="11719880" y="7498869"/>
            <a:ext cx="615932" cy="886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5" name="Straight Connector 1344">
            <a:extLst>
              <a:ext uri="{FF2B5EF4-FFF2-40B4-BE49-F238E27FC236}">
                <a16:creationId xmlns:a16="http://schemas.microsoft.com/office/drawing/2014/main" id="{733B2134-622D-A018-27A4-D6F85EA67C31}"/>
              </a:ext>
            </a:extLst>
          </p:cNvPr>
          <p:cNvCxnSpPr>
            <a:cxnSpLocks/>
          </p:cNvCxnSpPr>
          <p:nvPr/>
        </p:nvCxnSpPr>
        <p:spPr>
          <a:xfrm>
            <a:off x="11421453" y="7785042"/>
            <a:ext cx="551173" cy="735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6" name="Straight Connector 1345">
            <a:extLst>
              <a:ext uri="{FF2B5EF4-FFF2-40B4-BE49-F238E27FC236}">
                <a16:creationId xmlns:a16="http://schemas.microsoft.com/office/drawing/2014/main" id="{C2643318-CD01-83CF-BC32-E7CC6EB2E4B0}"/>
              </a:ext>
            </a:extLst>
          </p:cNvPr>
          <p:cNvCxnSpPr>
            <a:cxnSpLocks/>
          </p:cNvCxnSpPr>
          <p:nvPr/>
        </p:nvCxnSpPr>
        <p:spPr>
          <a:xfrm>
            <a:off x="11760803" y="7779477"/>
            <a:ext cx="551173" cy="735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7" name="Straight Connector 1346">
            <a:extLst>
              <a:ext uri="{FF2B5EF4-FFF2-40B4-BE49-F238E27FC236}">
                <a16:creationId xmlns:a16="http://schemas.microsoft.com/office/drawing/2014/main" id="{57E5432B-1100-F69D-2D7F-0A0DCD2D0196}"/>
              </a:ext>
            </a:extLst>
          </p:cNvPr>
          <p:cNvCxnSpPr>
            <a:cxnSpLocks/>
          </p:cNvCxnSpPr>
          <p:nvPr/>
        </p:nvCxnSpPr>
        <p:spPr>
          <a:xfrm>
            <a:off x="11982557" y="7587519"/>
            <a:ext cx="549174" cy="11696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2A9F9340-BE37-45FA-2472-0160E1049F1E}"/>
              </a:ext>
            </a:extLst>
          </p:cNvPr>
          <p:cNvCxnSpPr>
            <a:cxnSpLocks/>
          </p:cNvCxnSpPr>
          <p:nvPr/>
        </p:nvCxnSpPr>
        <p:spPr>
          <a:xfrm>
            <a:off x="12315252" y="7587519"/>
            <a:ext cx="551173" cy="1018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8" name="Straight Connector 1377">
            <a:extLst>
              <a:ext uri="{FF2B5EF4-FFF2-40B4-BE49-F238E27FC236}">
                <a16:creationId xmlns:a16="http://schemas.microsoft.com/office/drawing/2014/main" id="{79C81E65-0F5B-51AB-7B58-5E1E55630D1E}"/>
              </a:ext>
            </a:extLst>
          </p:cNvPr>
          <p:cNvCxnSpPr>
            <a:cxnSpLocks/>
          </p:cNvCxnSpPr>
          <p:nvPr/>
        </p:nvCxnSpPr>
        <p:spPr>
          <a:xfrm>
            <a:off x="11982557" y="7871707"/>
            <a:ext cx="549174" cy="4107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82" name="Straight Connector 1381">
            <a:extLst>
              <a:ext uri="{FF2B5EF4-FFF2-40B4-BE49-F238E27FC236}">
                <a16:creationId xmlns:a16="http://schemas.microsoft.com/office/drawing/2014/main" id="{D8926289-6543-BE49-E347-F00CCCF885EA}"/>
              </a:ext>
            </a:extLst>
          </p:cNvPr>
          <p:cNvCxnSpPr>
            <a:cxnSpLocks/>
          </p:cNvCxnSpPr>
          <p:nvPr/>
        </p:nvCxnSpPr>
        <p:spPr>
          <a:xfrm>
            <a:off x="12329751" y="7863918"/>
            <a:ext cx="595179" cy="38562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99" name="Straight Connector 1398">
            <a:extLst>
              <a:ext uri="{FF2B5EF4-FFF2-40B4-BE49-F238E27FC236}">
                <a16:creationId xmlns:a16="http://schemas.microsoft.com/office/drawing/2014/main" id="{9101964B-E9A6-6366-5AF5-29B3CDD6310D}"/>
              </a:ext>
            </a:extLst>
          </p:cNvPr>
          <p:cNvCxnSpPr>
            <a:cxnSpLocks/>
          </p:cNvCxnSpPr>
          <p:nvPr/>
        </p:nvCxnSpPr>
        <p:spPr>
          <a:xfrm>
            <a:off x="12470498" y="7695513"/>
            <a:ext cx="688451" cy="4140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05" name="Straight Connector 1404">
            <a:extLst>
              <a:ext uri="{FF2B5EF4-FFF2-40B4-BE49-F238E27FC236}">
                <a16:creationId xmlns:a16="http://schemas.microsoft.com/office/drawing/2014/main" id="{49C2C684-01C2-222E-CB61-F90D0C7BD688}"/>
              </a:ext>
            </a:extLst>
          </p:cNvPr>
          <p:cNvCxnSpPr>
            <a:cxnSpLocks/>
          </p:cNvCxnSpPr>
          <p:nvPr/>
        </p:nvCxnSpPr>
        <p:spPr>
          <a:xfrm>
            <a:off x="12496515" y="8258651"/>
            <a:ext cx="705564" cy="21241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6" name="Straight Connector 455">
            <a:extLst>
              <a:ext uri="{FF2B5EF4-FFF2-40B4-BE49-F238E27FC236}">
                <a16:creationId xmlns:a16="http://schemas.microsoft.com/office/drawing/2014/main" id="{21EE40C8-FABB-1E9F-CDB5-B15D890B5CDF}"/>
              </a:ext>
            </a:extLst>
          </p:cNvPr>
          <p:cNvCxnSpPr>
            <a:cxnSpLocks/>
          </p:cNvCxnSpPr>
          <p:nvPr/>
        </p:nvCxnSpPr>
        <p:spPr>
          <a:xfrm>
            <a:off x="12924930" y="7717233"/>
            <a:ext cx="602379" cy="37768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9" name="Straight Connector 458">
            <a:extLst>
              <a:ext uri="{FF2B5EF4-FFF2-40B4-BE49-F238E27FC236}">
                <a16:creationId xmlns:a16="http://schemas.microsoft.com/office/drawing/2014/main" id="{48888877-2F33-61F0-DD83-E07BF9484232}"/>
              </a:ext>
            </a:extLst>
          </p:cNvPr>
          <p:cNvCxnSpPr>
            <a:cxnSpLocks/>
          </p:cNvCxnSpPr>
          <p:nvPr/>
        </p:nvCxnSpPr>
        <p:spPr>
          <a:xfrm>
            <a:off x="12924930" y="8249538"/>
            <a:ext cx="591549" cy="21195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08868269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A109E-23A0-1A34-1E9A-A8162C48C3FF}"/>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D290F595-1EFF-08E4-36AF-F57D100B1EEA}"/>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9228B1B3-746D-17CF-C514-BFAC33620331}"/>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EADE8967-7EC6-05CE-B3B0-8047A23AE4B9}"/>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66D541CD-9C8B-0C65-1339-25831330C81D}"/>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Schema</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2789488C-1086-A477-D5AA-031DDEFEB51B}"/>
              </a:ext>
            </a:extLst>
          </p:cNvPr>
          <p:cNvSpPr txBox="1"/>
          <p:nvPr/>
        </p:nvSpPr>
        <p:spPr>
          <a:xfrm>
            <a:off x="248128" y="1385942"/>
            <a:ext cx="13497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5F6761E6-8922-3038-467B-5FB2203960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6F73D19A-B738-7482-4C2D-C1654278BE6D}"/>
              </a:ext>
            </a:extLst>
          </p:cNvPr>
          <p:cNvSpPr txBox="1"/>
          <p:nvPr/>
        </p:nvSpPr>
        <p:spPr>
          <a:xfrm>
            <a:off x="207428" y="1677025"/>
            <a:ext cx="2740629"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combining of multiple sources, such as Git, Jira, and GitHub for analysis. This cheat sheet showcases the data schema for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facilitates identifying how to combine data sources of interest to the user.</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62EFAFC5-FE78-08E6-0E0B-BB9B2BDD8300}"/>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8" name="Layout Suggestions">
            <a:extLst>
              <a:ext uri="{FF2B5EF4-FFF2-40B4-BE49-F238E27FC236}">
                <a16:creationId xmlns:a16="http://schemas.microsoft.com/office/drawing/2014/main" id="{EB680F5E-543E-F4B6-30D4-8D1085F1D2B9}"/>
              </a:ext>
            </a:extLst>
          </p:cNvPr>
          <p:cNvSpPr txBox="1"/>
          <p:nvPr/>
        </p:nvSpPr>
        <p:spPr>
          <a:xfrm>
            <a:off x="11283650" y="1388329"/>
            <a:ext cx="1748028" cy="64780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p:txBody>
      </p:sp>
      <p:sp>
        <p:nvSpPr>
          <p:cNvPr id="60" name="Layout Suggestions">
            <a:extLst>
              <a:ext uri="{FF2B5EF4-FFF2-40B4-BE49-F238E27FC236}">
                <a16:creationId xmlns:a16="http://schemas.microsoft.com/office/drawing/2014/main" id="{371A942A-B32B-0FA5-E08F-1E809869756C}"/>
              </a:ext>
            </a:extLst>
          </p:cNvPr>
          <p:cNvSpPr txBox="1"/>
          <p:nvPr/>
        </p:nvSpPr>
        <p:spPr>
          <a:xfrm>
            <a:off x="246888" y="2925634"/>
            <a:ext cx="2990314"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Layers</a:t>
            </a:r>
          </a:p>
        </p:txBody>
      </p:sp>
      <p:sp>
        <p:nvSpPr>
          <p:cNvPr id="61" name="TextBox 60">
            <a:extLst>
              <a:ext uri="{FF2B5EF4-FFF2-40B4-BE49-F238E27FC236}">
                <a16:creationId xmlns:a16="http://schemas.microsoft.com/office/drawing/2014/main" id="{6D540051-DE6C-5624-DFE0-0713A88C5B66}"/>
              </a:ext>
            </a:extLst>
          </p:cNvPr>
          <p:cNvSpPr txBox="1"/>
          <p:nvPr/>
        </p:nvSpPr>
        <p:spPr>
          <a:xfrm>
            <a:off x="210312" y="9108749"/>
            <a:ext cx="2308743"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uses exec 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Rmd</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files for users to interface to the program.</a:t>
            </a:r>
            <a:endParaRPr lang="en-US" b="0" dirty="0">
              <a:solidFill>
                <a:srgbClr val="000000"/>
              </a:solidFill>
              <a:latin typeface="Source Sans Pro" panose="020B0503030403020204" pitchFamily="34" charset="0"/>
              <a:ea typeface="Source Sans Pro" panose="020B0503030403020204" pitchFamily="34" charset="0"/>
            </a:endParaRPr>
          </a:p>
        </p:txBody>
      </p:sp>
      <p:cxnSp>
        <p:nvCxnSpPr>
          <p:cNvPr id="38" name="Straight Connector 37">
            <a:extLst>
              <a:ext uri="{FF2B5EF4-FFF2-40B4-BE49-F238E27FC236}">
                <a16:creationId xmlns:a16="http://schemas.microsoft.com/office/drawing/2014/main" id="{CC027866-5802-5EAB-DF44-23A846302C5B}"/>
              </a:ext>
            </a:extLst>
          </p:cNvPr>
          <p:cNvCxnSpPr>
            <a:cxnSpLocks/>
          </p:cNvCxnSpPr>
          <p:nvPr/>
        </p:nvCxnSpPr>
        <p:spPr>
          <a:xfrm>
            <a:off x="9479042" y="4756581"/>
            <a:ext cx="378975" cy="91856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6" name="Rectangle 35">
            <a:extLst>
              <a:ext uri="{FF2B5EF4-FFF2-40B4-BE49-F238E27FC236}">
                <a16:creationId xmlns:a16="http://schemas.microsoft.com/office/drawing/2014/main" id="{5C079605-00EC-8155-2E9B-0FF643FCF29E}"/>
              </a:ext>
            </a:extLst>
          </p:cNvPr>
          <p:cNvSpPr/>
          <p:nvPr/>
        </p:nvSpPr>
        <p:spPr>
          <a:xfrm>
            <a:off x="8885383" y="2414451"/>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491" name="Group 490">
            <a:extLst>
              <a:ext uri="{FF2B5EF4-FFF2-40B4-BE49-F238E27FC236}">
                <a16:creationId xmlns:a16="http://schemas.microsoft.com/office/drawing/2014/main" id="{CE61359C-295D-061B-B6BC-901F7E8F737E}"/>
              </a:ext>
            </a:extLst>
          </p:cNvPr>
          <p:cNvGrpSpPr/>
          <p:nvPr/>
        </p:nvGrpSpPr>
        <p:grpSpPr>
          <a:xfrm>
            <a:off x="9862579" y="4896232"/>
            <a:ext cx="1335498" cy="782062"/>
            <a:chOff x="8698604" y="5125201"/>
            <a:chExt cx="1335498" cy="782062"/>
          </a:xfrm>
        </p:grpSpPr>
        <p:sp>
          <p:nvSpPr>
            <p:cNvPr id="52" name="Rectangle 51">
              <a:extLst>
                <a:ext uri="{FF2B5EF4-FFF2-40B4-BE49-F238E27FC236}">
                  <a16:creationId xmlns:a16="http://schemas.microsoft.com/office/drawing/2014/main" id="{7D95B334-026A-B87D-0820-D9FDA05CEDB7}"/>
                </a:ext>
              </a:extLst>
            </p:cNvPr>
            <p:cNvSpPr/>
            <p:nvPr/>
          </p:nvSpPr>
          <p:spPr>
            <a:xfrm>
              <a:off x="9217110" y="5147053"/>
              <a:ext cx="752708"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488573E3-EDDD-E64A-6D52-B85C8B63F194}"/>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84A47EDC-5DA1-0B4E-1771-5E5DEEDF291B}"/>
                </a:ext>
              </a:extLst>
            </p:cNvPr>
            <p:cNvSpPr txBox="1"/>
            <p:nvPr/>
          </p:nvSpPr>
          <p:spPr>
            <a:xfrm>
              <a:off x="9123325" y="5125201"/>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B2CA64BF-096A-C78C-5A5F-6D4889ACD485}"/>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13E62796-727B-E5BF-3E2A-CC966B83ED5D}"/>
              </a:ext>
            </a:extLst>
          </p:cNvPr>
          <p:cNvGrpSpPr/>
          <p:nvPr/>
        </p:nvGrpSpPr>
        <p:grpSpPr>
          <a:xfrm>
            <a:off x="9376024" y="3665252"/>
            <a:ext cx="1528738" cy="1104564"/>
            <a:chOff x="9083317" y="3698917"/>
            <a:chExt cx="1528738" cy="1104564"/>
          </a:xfrm>
        </p:grpSpPr>
        <p:sp>
          <p:nvSpPr>
            <p:cNvPr id="35" name="Rectangle 34">
              <a:extLst>
                <a:ext uri="{FF2B5EF4-FFF2-40B4-BE49-F238E27FC236}">
                  <a16:creationId xmlns:a16="http://schemas.microsoft.com/office/drawing/2014/main" id="{6DD3587B-2512-B32C-F9B5-A69B96CF1ED4}"/>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4C581230-A34D-3CF2-2075-C2A63DF5F3F5}"/>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50735CA1-DD26-EAD2-557E-F9BF728B9831}"/>
                </a:ext>
              </a:extLst>
            </p:cNvPr>
            <p:cNvSpPr txBox="1"/>
            <p:nvPr/>
          </p:nvSpPr>
          <p:spPr>
            <a:xfrm>
              <a:off x="9083317" y="3698917"/>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Schema</a:t>
              </a:r>
              <a:endParaRPr kumimoji="0" lang="en-US" sz="1000" b="0" i="0" u="none" strike="noStrike" cap="none" spc="0" normalizeH="0" baseline="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3C6A40B9-E8BB-F533-DDCF-8B7C1E15F7E9}"/>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93A5F844-F760-0BC7-DF6F-9E5D203D56D9}"/>
                </a:ext>
              </a:extLst>
            </p:cNvPr>
            <p:cNvGraphicFramePr/>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cxnSp>
        <p:nvCxnSpPr>
          <p:cNvPr id="499" name="Straight Connector 498">
            <a:extLst>
              <a:ext uri="{FF2B5EF4-FFF2-40B4-BE49-F238E27FC236}">
                <a16:creationId xmlns:a16="http://schemas.microsoft.com/office/drawing/2014/main" id="{9FA33186-6392-5F91-0264-E09A0C689F66}"/>
              </a:ext>
            </a:extLst>
          </p:cNvPr>
          <p:cNvCxnSpPr>
            <a:cxnSpLocks/>
          </p:cNvCxnSpPr>
          <p:nvPr/>
        </p:nvCxnSpPr>
        <p:spPr>
          <a:xfrm>
            <a:off x="10742385" y="4962622"/>
            <a:ext cx="77365" cy="1459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E4F7025D-2CA2-172C-15FA-982866865DD2}"/>
              </a:ext>
            </a:extLst>
          </p:cNvPr>
          <p:cNvCxnSpPr>
            <a:cxnSpLocks/>
          </p:cNvCxnSpPr>
          <p:nvPr/>
        </p:nvCxnSpPr>
        <p:spPr>
          <a:xfrm>
            <a:off x="8900324" y="3460697"/>
            <a:ext cx="578718" cy="129588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FC5E4E05-0878-D298-1C48-BB12F9D9A8E9}"/>
              </a:ext>
            </a:extLst>
          </p:cNvPr>
          <p:cNvCxnSpPr>
            <a:cxnSpLocks/>
          </p:cNvCxnSpPr>
          <p:nvPr/>
        </p:nvCxnSpPr>
        <p:spPr>
          <a:xfrm>
            <a:off x="10159905" y="3459425"/>
            <a:ext cx="142794" cy="2203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8FEB4D62-2D2A-7040-750D-2001D138B0C8}"/>
              </a:ext>
            </a:extLst>
          </p:cNvPr>
          <p:cNvCxnSpPr>
            <a:cxnSpLocks/>
          </p:cNvCxnSpPr>
          <p:nvPr/>
        </p:nvCxnSpPr>
        <p:spPr>
          <a:xfrm>
            <a:off x="8893271" y="2404362"/>
            <a:ext cx="596070"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56BFEB59-E6B6-BBF0-A038-365F1D16AA03}"/>
              </a:ext>
            </a:extLst>
          </p:cNvPr>
          <p:cNvCxnSpPr>
            <a:cxnSpLocks/>
          </p:cNvCxnSpPr>
          <p:nvPr/>
        </p:nvCxnSpPr>
        <p:spPr>
          <a:xfrm>
            <a:off x="10159905" y="2404362"/>
            <a:ext cx="597562" cy="1275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947D9336-E246-9B75-2CDE-97213F954327}"/>
              </a:ext>
            </a:extLst>
          </p:cNvPr>
          <p:cNvCxnSpPr>
            <a:cxnSpLocks/>
          </p:cNvCxnSpPr>
          <p:nvPr/>
        </p:nvCxnSpPr>
        <p:spPr>
          <a:xfrm>
            <a:off x="10757467" y="3697275"/>
            <a:ext cx="365577" cy="12143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B213E028-155E-939B-F92C-A904973E9C2E}"/>
              </a:ext>
            </a:extLst>
          </p:cNvPr>
          <p:cNvCxnSpPr>
            <a:cxnSpLocks/>
          </p:cNvCxnSpPr>
          <p:nvPr/>
        </p:nvCxnSpPr>
        <p:spPr>
          <a:xfrm>
            <a:off x="9489341" y="3697275"/>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468" name="Group 1467">
            <a:extLst>
              <a:ext uri="{FF2B5EF4-FFF2-40B4-BE49-F238E27FC236}">
                <a16:creationId xmlns:a16="http://schemas.microsoft.com/office/drawing/2014/main" id="{D1F70DD4-5E6E-9872-A0E9-3E72EE6F7F11}"/>
              </a:ext>
            </a:extLst>
          </p:cNvPr>
          <p:cNvGrpSpPr/>
          <p:nvPr/>
        </p:nvGrpSpPr>
        <p:grpSpPr>
          <a:xfrm>
            <a:off x="7055895" y="2441838"/>
            <a:ext cx="1556931" cy="1007599"/>
            <a:chOff x="6630023" y="2521628"/>
            <a:chExt cx="1556931" cy="1007599"/>
          </a:xfrm>
        </p:grpSpPr>
        <p:sp>
          <p:nvSpPr>
            <p:cNvPr id="6" name="Rectangle 5">
              <a:extLst>
                <a:ext uri="{FF2B5EF4-FFF2-40B4-BE49-F238E27FC236}">
                  <a16:creationId xmlns:a16="http://schemas.microsoft.com/office/drawing/2014/main" id="{59441EB0-35FC-B9A6-1E47-A1BBD96391B5}"/>
                </a:ext>
              </a:extLst>
            </p:cNvPr>
            <p:cNvSpPr/>
            <p:nvPr/>
          </p:nvSpPr>
          <p:spPr>
            <a:xfrm>
              <a:off x="6630023" y="2521628"/>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 name="Graphic 14" descr="Folder outline">
              <a:extLst>
                <a:ext uri="{FF2B5EF4-FFF2-40B4-BE49-F238E27FC236}">
                  <a16:creationId xmlns:a16="http://schemas.microsoft.com/office/drawing/2014/main" id="{BCF7B84E-3ECD-17A1-A0B1-C5AA9131C4C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34532" y="2748747"/>
              <a:ext cx="657406" cy="657406"/>
            </a:xfrm>
            <a:prstGeom prst="rect">
              <a:avLst/>
            </a:prstGeom>
          </p:spPr>
        </p:pic>
        <p:sp>
          <p:nvSpPr>
            <p:cNvPr id="16" name="TextBox 15">
              <a:extLst>
                <a:ext uri="{FF2B5EF4-FFF2-40B4-BE49-F238E27FC236}">
                  <a16:creationId xmlns:a16="http://schemas.microsoft.com/office/drawing/2014/main" id="{2826C40D-21D7-D5EE-2128-3913AB458AC2}"/>
                </a:ext>
              </a:extLst>
            </p:cNvPr>
            <p:cNvSpPr txBox="1"/>
            <p:nvPr/>
          </p:nvSpPr>
          <p:spPr>
            <a:xfrm>
              <a:off x="6839677" y="3180036"/>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grpSp>
      <p:sp>
        <p:nvSpPr>
          <p:cNvPr id="1348" name="TextBox 1347">
            <a:extLst>
              <a:ext uri="{FF2B5EF4-FFF2-40B4-BE49-F238E27FC236}">
                <a16:creationId xmlns:a16="http://schemas.microsoft.com/office/drawing/2014/main" id="{37AF9A1A-B658-3A7E-5F4B-EABB5BA8C0EA}"/>
              </a:ext>
            </a:extLst>
          </p:cNvPr>
          <p:cNvSpPr txBox="1"/>
          <p:nvPr/>
        </p:nvSpPr>
        <p:spPr>
          <a:xfrm>
            <a:off x="8588550" y="6131917"/>
            <a:ext cx="97753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err="1">
                <a:ln>
                  <a:noFill/>
                </a:ln>
                <a:solidFill>
                  <a:srgbClr val="4C4C4C"/>
                </a:solidFill>
                <a:effectLst/>
                <a:uFillTx/>
                <a:sym typeface="Source Sans Pro"/>
              </a:rPr>
              <a:t>bug_count.Rmd</a:t>
            </a:r>
            <a:endParaRPr kumimoji="0" lang="en-US" sz="1000" b="0" i="0" u="none" strike="noStrike" cap="none" spc="0" normalizeH="0" baseline="0">
              <a:ln>
                <a:noFill/>
              </a:ln>
              <a:solidFill>
                <a:srgbClr val="4C4C4C"/>
              </a:solidFill>
              <a:effectLst/>
              <a:uFillTx/>
              <a:sym typeface="Source Sans Pro"/>
            </a:endParaRPr>
          </a:p>
        </p:txBody>
      </p:sp>
      <p:grpSp>
        <p:nvGrpSpPr>
          <p:cNvPr id="1465" name="Group 1464">
            <a:extLst>
              <a:ext uri="{FF2B5EF4-FFF2-40B4-BE49-F238E27FC236}">
                <a16:creationId xmlns:a16="http://schemas.microsoft.com/office/drawing/2014/main" id="{24934776-09FD-DD70-DE3B-BECBCF42E603}"/>
              </a:ext>
            </a:extLst>
          </p:cNvPr>
          <p:cNvGrpSpPr/>
          <p:nvPr/>
        </p:nvGrpSpPr>
        <p:grpSpPr>
          <a:xfrm>
            <a:off x="5892048" y="5027201"/>
            <a:ext cx="1844061" cy="2766168"/>
            <a:chOff x="5135152" y="5040083"/>
            <a:chExt cx="1844061" cy="2766168"/>
          </a:xfrm>
        </p:grpSpPr>
        <p:sp>
          <p:nvSpPr>
            <p:cNvPr id="21" name="Rectangle 20">
              <a:extLst>
                <a:ext uri="{FF2B5EF4-FFF2-40B4-BE49-F238E27FC236}">
                  <a16:creationId xmlns:a16="http://schemas.microsoft.com/office/drawing/2014/main" id="{54DE5A53-B509-B204-5D82-4B5439A03AD4}"/>
                </a:ext>
              </a:extLst>
            </p:cNvPr>
            <p:cNvSpPr/>
            <p:nvPr/>
          </p:nvSpPr>
          <p:spPr>
            <a:xfrm>
              <a:off x="5161541" y="5057825"/>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D6F2EDDF-A34D-59BE-EFE1-6927E64ABD13}"/>
                </a:ext>
              </a:extLst>
            </p:cNvPr>
            <p:cNvSpPr txBox="1"/>
            <p:nvPr/>
          </p:nvSpPr>
          <p:spPr>
            <a:xfrm>
              <a:off x="6176943" y="5040083"/>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AFB4E296-319A-E2EE-2A5D-239876E74D25}"/>
                </a:ext>
              </a:extLst>
            </p:cNvPr>
            <p:cNvSpPr/>
            <p:nvPr/>
          </p:nvSpPr>
          <p:spPr>
            <a:xfrm>
              <a:off x="6141036" y="5056554"/>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5" name="Graphic 24" descr="Paper outline">
              <a:extLst>
                <a:ext uri="{FF2B5EF4-FFF2-40B4-BE49-F238E27FC236}">
                  <a16:creationId xmlns:a16="http://schemas.microsoft.com/office/drawing/2014/main" id="{4EA05B6C-1272-F432-5A92-61867BA6AA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34046" y="6696331"/>
              <a:ext cx="945167" cy="891269"/>
            </a:xfrm>
            <a:prstGeom prst="rect">
              <a:avLst/>
            </a:prstGeom>
          </p:spPr>
        </p:pic>
        <p:sp>
          <p:nvSpPr>
            <p:cNvPr id="26" name="TextBox 25">
              <a:extLst>
                <a:ext uri="{FF2B5EF4-FFF2-40B4-BE49-F238E27FC236}">
                  <a16:creationId xmlns:a16="http://schemas.microsoft.com/office/drawing/2014/main" id="{AC67AF92-BC22-16DC-7FCB-2C553FBFCDB0}"/>
                </a:ext>
              </a:extLst>
            </p:cNvPr>
            <p:cNvSpPr txBox="1"/>
            <p:nvPr/>
          </p:nvSpPr>
          <p:spPr>
            <a:xfrm>
              <a:off x="6213915" y="7436394"/>
              <a:ext cx="5361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F3719674-BFB1-0EA4-34CD-2244F7052166}"/>
                </a:ext>
              </a:extLst>
            </p:cNvPr>
            <p:cNvSpPr txBox="1"/>
            <p:nvPr/>
          </p:nvSpPr>
          <p:spPr>
            <a:xfrm>
              <a:off x="5352769" y="7294592"/>
              <a:ext cx="62276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exec/*.R</a:t>
              </a:r>
              <a:endParaRPr kumimoji="0" lang="en-US" sz="1000" b="0" i="0" u="none" strike="noStrike" cap="none" spc="0" normalizeH="0" baseline="0">
                <a:ln>
                  <a:noFill/>
                </a:ln>
                <a:solidFill>
                  <a:srgbClr val="4C4C4C"/>
                </a:solidFill>
                <a:effectLst/>
                <a:uFillTx/>
                <a:sym typeface="Source Sans Pro"/>
              </a:endParaRPr>
            </a:p>
          </p:txBody>
        </p:sp>
        <p:pic>
          <p:nvPicPr>
            <p:cNvPr id="56" name="Picture 55">
              <a:extLst>
                <a:ext uri="{FF2B5EF4-FFF2-40B4-BE49-F238E27FC236}">
                  <a16:creationId xmlns:a16="http://schemas.microsoft.com/office/drawing/2014/main" id="{2A22EE15-EBC8-475A-B9A9-8E94847C5B61}"/>
                </a:ext>
              </a:extLst>
            </p:cNvPr>
            <p:cNvPicPr>
              <a:picLocks noChangeAspect="1"/>
            </p:cNvPicPr>
            <p:nvPr/>
          </p:nvPicPr>
          <p:blipFill>
            <a:blip r:embed="rId8"/>
            <a:stretch>
              <a:fillRect/>
            </a:stretch>
          </p:blipFill>
          <p:spPr>
            <a:xfrm>
              <a:off x="5310193" y="6888832"/>
              <a:ext cx="656389" cy="619286"/>
            </a:xfrm>
            <a:prstGeom prst="rect">
              <a:avLst/>
            </a:prstGeom>
          </p:spPr>
        </p:pic>
        <p:sp>
          <p:nvSpPr>
            <p:cNvPr id="1349" name="TextBox 1348">
              <a:extLst>
                <a:ext uri="{FF2B5EF4-FFF2-40B4-BE49-F238E27FC236}">
                  <a16:creationId xmlns:a16="http://schemas.microsoft.com/office/drawing/2014/main" id="{69E329E6-E372-F0E6-651E-BDDF917D6BC9}"/>
                </a:ext>
              </a:extLst>
            </p:cNvPr>
            <p:cNvSpPr txBox="1"/>
            <p:nvPr/>
          </p:nvSpPr>
          <p:spPr>
            <a:xfrm>
              <a:off x="5350854" y="6152060"/>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cxnSp>
          <p:nvCxnSpPr>
            <p:cNvPr id="1350" name="Straight Arrow Connector 1349">
              <a:extLst>
                <a:ext uri="{FF2B5EF4-FFF2-40B4-BE49-F238E27FC236}">
                  <a16:creationId xmlns:a16="http://schemas.microsoft.com/office/drawing/2014/main" id="{ECC5CBFE-EF38-0CB9-B75F-51A8E864F9D5}"/>
                </a:ext>
              </a:extLst>
            </p:cNvPr>
            <p:cNvCxnSpPr>
              <a:cxnSpLocks/>
              <a:stCxn id="1349" idx="2"/>
            </p:cNvCxnSpPr>
            <p:nvPr/>
          </p:nvCxnSpPr>
          <p:spPr>
            <a:xfrm flipH="1">
              <a:off x="5570921" y="6441802"/>
              <a:ext cx="34369" cy="548545"/>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07464FD0-1418-67A8-6048-D81C74169539}"/>
                </a:ext>
              </a:extLst>
            </p:cNvPr>
            <p:cNvCxnSpPr>
              <a:cxnSpLocks/>
              <a:endCxn id="25" idx="0"/>
            </p:cNvCxnSpPr>
            <p:nvPr/>
          </p:nvCxnSpPr>
          <p:spPr>
            <a:xfrm>
              <a:off x="5974169" y="5913400"/>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5158FB2B-CA12-A766-500F-AFBA5C2EC6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5152" y="5417360"/>
              <a:ext cx="945167" cy="891269"/>
            </a:xfrm>
            <a:prstGeom prst="rect">
              <a:avLst/>
            </a:prstGeom>
          </p:spPr>
        </p:pic>
      </p:grpSp>
      <p:grpSp>
        <p:nvGrpSpPr>
          <p:cNvPr id="1466" name="Group 1465">
            <a:extLst>
              <a:ext uri="{FF2B5EF4-FFF2-40B4-BE49-F238E27FC236}">
                <a16:creationId xmlns:a16="http://schemas.microsoft.com/office/drawing/2014/main" id="{6F954C67-BE8C-8F14-ADC2-BED1CE4D2D8E}"/>
              </a:ext>
            </a:extLst>
          </p:cNvPr>
          <p:cNvGrpSpPr/>
          <p:nvPr/>
        </p:nvGrpSpPr>
        <p:grpSpPr>
          <a:xfrm>
            <a:off x="6619143" y="3710487"/>
            <a:ext cx="1916207" cy="1060748"/>
            <a:chOff x="5845051" y="3728173"/>
            <a:chExt cx="1916207" cy="1060748"/>
          </a:xfrm>
        </p:grpSpPr>
        <p:sp>
          <p:nvSpPr>
            <p:cNvPr id="2" name="Rectangle 1">
              <a:extLst>
                <a:ext uri="{FF2B5EF4-FFF2-40B4-BE49-F238E27FC236}">
                  <a16:creationId xmlns:a16="http://schemas.microsoft.com/office/drawing/2014/main" id="{B482ABFB-5A08-4524-DEA9-5CF59F7154EC}"/>
                </a:ext>
              </a:extLst>
            </p:cNvPr>
            <p:cNvSpPr/>
            <p:nvPr/>
          </p:nvSpPr>
          <p:spPr>
            <a:xfrm>
              <a:off x="5907666" y="3742301"/>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205E5494-69C8-5AB6-8215-825D442A3A67}"/>
                </a:ext>
              </a:extLst>
            </p:cNvPr>
            <p:cNvGraphicFramePr/>
            <p:nvPr/>
          </p:nvGraphicFramePr>
          <p:xfrm>
            <a:off x="6191222" y="4102312"/>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29" name="Rectangle 28">
              <a:extLst>
                <a:ext uri="{FF2B5EF4-FFF2-40B4-BE49-F238E27FC236}">
                  <a16:creationId xmlns:a16="http://schemas.microsoft.com/office/drawing/2014/main" id="{DCF4D856-4A73-F13F-8756-CCD1E6844258}"/>
                </a:ext>
              </a:extLst>
            </p:cNvPr>
            <p:cNvSpPr/>
            <p:nvPr/>
          </p:nvSpPr>
          <p:spPr>
            <a:xfrm>
              <a:off x="5907665" y="3740806"/>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2BC989B1-D11E-ED30-94C7-B4A1DA0E9A11}"/>
                </a:ext>
              </a:extLst>
            </p:cNvPr>
            <p:cNvSpPr txBox="1"/>
            <p:nvPr/>
          </p:nvSpPr>
          <p:spPr>
            <a:xfrm>
              <a:off x="5845051" y="3728173"/>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Schema</a:t>
              </a:r>
              <a:endParaRPr kumimoji="0" lang="en-US" sz="1000" b="0" i="0" u="none" strike="noStrike" cap="none" spc="0" normalizeH="0" baseline="0">
                <a:ln>
                  <a:noFill/>
                </a:ln>
                <a:solidFill>
                  <a:srgbClr val="4C4C4C"/>
                </a:solidFill>
                <a:effectLst/>
                <a:uFillTx/>
                <a:sym typeface="Source Sans Pro"/>
              </a:endParaRPr>
            </a:p>
          </p:txBody>
        </p:sp>
        <p:graphicFrame>
          <p:nvGraphicFramePr>
            <p:cNvPr id="1363" name="Table">
              <a:extLst>
                <a:ext uri="{FF2B5EF4-FFF2-40B4-BE49-F238E27FC236}">
                  <a16:creationId xmlns:a16="http://schemas.microsoft.com/office/drawing/2014/main" id="{9363D70D-62E6-D915-17AD-34EB3B58CF45}"/>
                </a:ext>
              </a:extLst>
            </p:cNvPr>
            <p:cNvGraphicFramePr/>
            <p:nvPr/>
          </p:nvGraphicFramePr>
          <p:xfrm>
            <a:off x="6918146" y="4241123"/>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cxnSp>
        <p:nvCxnSpPr>
          <p:cNvPr id="1367" name="Straight Connector 1366">
            <a:extLst>
              <a:ext uri="{FF2B5EF4-FFF2-40B4-BE49-F238E27FC236}">
                <a16:creationId xmlns:a16="http://schemas.microsoft.com/office/drawing/2014/main" id="{B72FA485-2E74-250C-39E1-A8A4C722A568}"/>
              </a:ext>
            </a:extLst>
          </p:cNvPr>
          <p:cNvCxnSpPr>
            <a:cxnSpLocks/>
          </p:cNvCxnSpPr>
          <p:nvPr/>
        </p:nvCxnSpPr>
        <p:spPr>
          <a:xfrm flipH="1">
            <a:off x="8548713" y="2441838"/>
            <a:ext cx="64612" cy="127993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14AF4EDD-AE6F-8D21-15BA-88B25E3C4716}"/>
              </a:ext>
            </a:extLst>
          </p:cNvPr>
          <p:cNvCxnSpPr>
            <a:cxnSpLocks/>
          </p:cNvCxnSpPr>
          <p:nvPr/>
        </p:nvCxnSpPr>
        <p:spPr>
          <a:xfrm flipH="1">
            <a:off x="6921739" y="3452908"/>
            <a:ext cx="138077" cy="26886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8C7B5FEF-2D29-7304-B8B2-189D1C8AE771}"/>
              </a:ext>
            </a:extLst>
          </p:cNvPr>
          <p:cNvCxnSpPr>
            <a:cxnSpLocks/>
          </p:cNvCxnSpPr>
          <p:nvPr/>
        </p:nvCxnSpPr>
        <p:spPr>
          <a:xfrm flipV="1">
            <a:off x="6546591" y="4756581"/>
            <a:ext cx="138773" cy="2923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379" name="Group 1378">
            <a:extLst>
              <a:ext uri="{FF2B5EF4-FFF2-40B4-BE49-F238E27FC236}">
                <a16:creationId xmlns:a16="http://schemas.microsoft.com/office/drawing/2014/main" id="{E0F2C085-46DC-3DAE-B62B-DB2C60D864E4}"/>
              </a:ext>
            </a:extLst>
          </p:cNvPr>
          <p:cNvGrpSpPr/>
          <p:nvPr/>
        </p:nvGrpSpPr>
        <p:grpSpPr>
          <a:xfrm>
            <a:off x="8389386" y="5016519"/>
            <a:ext cx="1374288" cy="1295919"/>
            <a:chOff x="7909757" y="4776204"/>
            <a:chExt cx="1374288" cy="1295919"/>
          </a:xfrm>
        </p:grpSpPr>
        <p:pic>
          <p:nvPicPr>
            <p:cNvPr id="1430" name="Graphic 1429" descr="Paper outline">
              <a:extLst>
                <a:ext uri="{FF2B5EF4-FFF2-40B4-BE49-F238E27FC236}">
                  <a16:creationId xmlns:a16="http://schemas.microsoft.com/office/drawing/2014/main" id="{9050DE49-218F-5EE0-907A-F2CB9CD1EC9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D92EBB65-DF07-C425-8FE4-9149FF227B97}"/>
                </a:ext>
              </a:extLst>
            </p:cNvPr>
            <p:cNvGraphicFramePr>
              <a:graphicFrameLocks noChangeAspect="1"/>
            </p:cNvGraphicFramePr>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grpSp>
      <p:cxnSp>
        <p:nvCxnSpPr>
          <p:cNvPr id="1448" name="Straight Connector 1447">
            <a:extLst>
              <a:ext uri="{FF2B5EF4-FFF2-40B4-BE49-F238E27FC236}">
                <a16:creationId xmlns:a16="http://schemas.microsoft.com/office/drawing/2014/main" id="{7B25D873-85ED-0DA5-0E10-E3050DBF53C9}"/>
              </a:ext>
            </a:extLst>
          </p:cNvPr>
          <p:cNvCxnSpPr>
            <a:cxnSpLocks/>
          </p:cNvCxnSpPr>
          <p:nvPr/>
        </p:nvCxnSpPr>
        <p:spPr>
          <a:xfrm flipV="1">
            <a:off x="5930081" y="3721777"/>
            <a:ext cx="744838" cy="131932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 name="Elbow Connector 3">
            <a:extLst>
              <a:ext uri="{FF2B5EF4-FFF2-40B4-BE49-F238E27FC236}">
                <a16:creationId xmlns:a16="http://schemas.microsoft.com/office/drawing/2014/main" id="{41B75C79-BAE8-0654-E44A-68130CEAF661}"/>
              </a:ext>
            </a:extLst>
          </p:cNvPr>
          <p:cNvCxnSpPr>
            <a:cxnSpLocks/>
            <a:stCxn id="1363" idx="2"/>
            <a:endCxn id="1431" idx="1"/>
          </p:cNvCxnSpPr>
          <p:nvPr/>
        </p:nvCxnSpPr>
        <p:spPr>
          <a:xfrm rot="16200000" flipH="1">
            <a:off x="7836520" y="4868090"/>
            <a:ext cx="1135032" cy="795733"/>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0" name="Elbow Connector 9">
            <a:extLst>
              <a:ext uri="{FF2B5EF4-FFF2-40B4-BE49-F238E27FC236}">
                <a16:creationId xmlns:a16="http://schemas.microsoft.com/office/drawing/2014/main" id="{95C3E8E5-3702-6A39-C416-7DE90BA6D8AA}"/>
              </a:ext>
            </a:extLst>
          </p:cNvPr>
          <p:cNvCxnSpPr>
            <a:cxnSpLocks/>
            <a:stCxn id="1364" idx="1"/>
            <a:endCxn id="1431" idx="3"/>
          </p:cNvCxnSpPr>
          <p:nvPr/>
        </p:nvCxnSpPr>
        <p:spPr>
          <a:xfrm rot="10800000" flipV="1">
            <a:off x="9340858" y="4437803"/>
            <a:ext cx="398594" cy="1395670"/>
          </a:xfrm>
          <a:prstGeom prst="bentConnector3">
            <a:avLst>
              <a:gd name="adj1" fmla="val 33901"/>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grpSp>
        <p:nvGrpSpPr>
          <p:cNvPr id="594" name="Group 593">
            <a:extLst>
              <a:ext uri="{FF2B5EF4-FFF2-40B4-BE49-F238E27FC236}">
                <a16:creationId xmlns:a16="http://schemas.microsoft.com/office/drawing/2014/main" id="{86D077FB-7381-9DF1-0437-CFED02CC648C}"/>
              </a:ext>
            </a:extLst>
          </p:cNvPr>
          <p:cNvGrpSpPr/>
          <p:nvPr/>
        </p:nvGrpSpPr>
        <p:grpSpPr>
          <a:xfrm>
            <a:off x="4557946" y="2513752"/>
            <a:ext cx="1970300" cy="931124"/>
            <a:chOff x="3813695" y="2520372"/>
            <a:chExt cx="1970300" cy="931124"/>
          </a:xfrm>
        </p:grpSpPr>
        <p:sp>
          <p:nvSpPr>
            <p:cNvPr id="20" name="Rectangle 19">
              <a:extLst>
                <a:ext uri="{FF2B5EF4-FFF2-40B4-BE49-F238E27FC236}">
                  <a16:creationId xmlns:a16="http://schemas.microsoft.com/office/drawing/2014/main" id="{236F145C-F5B3-7FC8-9B92-9C76EE8530BC}"/>
                </a:ext>
              </a:extLst>
            </p:cNvPr>
            <p:cNvSpPr/>
            <p:nvPr/>
          </p:nvSpPr>
          <p:spPr>
            <a:xfrm>
              <a:off x="5315152" y="31114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C47A2899-DEEC-52A4-139D-B341518897D1}"/>
                </a:ext>
              </a:extLst>
            </p:cNvPr>
            <p:cNvSpPr/>
            <p:nvPr/>
          </p:nvSpPr>
          <p:spPr>
            <a:xfrm>
              <a:off x="4694990" y="29665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7E419FE4-4F4E-804D-A25A-36D1871711E8}"/>
                </a:ext>
              </a:extLst>
            </p:cNvPr>
            <p:cNvSpPr/>
            <p:nvPr/>
          </p:nvSpPr>
          <p:spPr>
            <a:xfrm>
              <a:off x="4468490" y="2520372"/>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47624119-BCB8-773A-6720-B462266F848A}"/>
                </a:ext>
              </a:extLst>
            </p:cNvPr>
            <p:cNvSpPr/>
            <p:nvPr/>
          </p:nvSpPr>
          <p:spPr>
            <a:xfrm>
              <a:off x="5220381" y="252162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53" name="Rectangle 1352">
              <a:extLst>
                <a:ext uri="{FF2B5EF4-FFF2-40B4-BE49-F238E27FC236}">
                  <a16:creationId xmlns:a16="http://schemas.microsoft.com/office/drawing/2014/main" id="{F4C1B675-F345-64E8-B30D-37BC62A77111}"/>
                </a:ext>
              </a:extLst>
            </p:cNvPr>
            <p:cNvSpPr/>
            <p:nvPr/>
          </p:nvSpPr>
          <p:spPr>
            <a:xfrm>
              <a:off x="3813695" y="277793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8" name="Straight Connector 477">
            <a:extLst>
              <a:ext uri="{FF2B5EF4-FFF2-40B4-BE49-F238E27FC236}">
                <a16:creationId xmlns:a16="http://schemas.microsoft.com/office/drawing/2014/main" id="{DA9990A4-5FBD-775A-9A07-FD165CEC6B91}"/>
              </a:ext>
            </a:extLst>
          </p:cNvPr>
          <p:cNvCxnSpPr>
            <a:cxnSpLocks/>
          </p:cNvCxnSpPr>
          <p:nvPr/>
        </p:nvCxnSpPr>
        <p:spPr>
          <a:xfrm flipH="1">
            <a:off x="8248822" y="5675147"/>
            <a:ext cx="2875738" cy="448874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1F9AF59C-2B86-B7C3-1A94-8B0D185B0BB2}"/>
              </a:ext>
            </a:extLst>
          </p:cNvPr>
          <p:cNvCxnSpPr>
            <a:cxnSpLocks/>
          </p:cNvCxnSpPr>
          <p:nvPr/>
        </p:nvCxnSpPr>
        <p:spPr>
          <a:xfrm flipH="1">
            <a:off x="8243826" y="6447315"/>
            <a:ext cx="369499" cy="194140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596" name="Group 595">
            <a:extLst>
              <a:ext uri="{FF2B5EF4-FFF2-40B4-BE49-F238E27FC236}">
                <a16:creationId xmlns:a16="http://schemas.microsoft.com/office/drawing/2014/main" id="{70106092-24EA-A47D-4D59-D3E55D6060B6}"/>
              </a:ext>
            </a:extLst>
          </p:cNvPr>
          <p:cNvGrpSpPr/>
          <p:nvPr/>
        </p:nvGrpSpPr>
        <p:grpSpPr>
          <a:xfrm>
            <a:off x="4176401" y="3748610"/>
            <a:ext cx="1764066" cy="931206"/>
            <a:chOff x="3243189" y="3828629"/>
            <a:chExt cx="1764066" cy="931206"/>
          </a:xfrm>
        </p:grpSpPr>
        <p:sp>
          <p:nvSpPr>
            <p:cNvPr id="34" name="Rectangle 33">
              <a:extLst>
                <a:ext uri="{FF2B5EF4-FFF2-40B4-BE49-F238E27FC236}">
                  <a16:creationId xmlns:a16="http://schemas.microsoft.com/office/drawing/2014/main" id="{4B556A11-F2D5-3A31-F6C9-EB9B0ECBD025}"/>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AEE400B2-13C6-5263-A040-8C012E71CB7C}"/>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9" name="Rectangle 38">
              <a:extLst>
                <a:ext uri="{FF2B5EF4-FFF2-40B4-BE49-F238E27FC236}">
                  <a16:creationId xmlns:a16="http://schemas.microsoft.com/office/drawing/2014/main" id="{3CAD2474-F9EE-0F95-435E-EE579B2265B2}"/>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 name="Rectangle 39">
              <a:extLst>
                <a:ext uri="{FF2B5EF4-FFF2-40B4-BE49-F238E27FC236}">
                  <a16:creationId xmlns:a16="http://schemas.microsoft.com/office/drawing/2014/main" id="{A0963E24-4381-B0F7-064A-8E7522709B11}"/>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54" name="Elbow Connector 1353">
              <a:extLst>
                <a:ext uri="{FF2B5EF4-FFF2-40B4-BE49-F238E27FC236}">
                  <a16:creationId xmlns:a16="http://schemas.microsoft.com/office/drawing/2014/main" id="{9D8CD226-EC3D-D4D5-80B0-E8C6E77C93D5}"/>
                </a:ext>
              </a:extLst>
            </p:cNvPr>
            <p:cNvCxnSpPr>
              <a:cxnSpLocks/>
              <a:endCxn id="37"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57" name="Elbow Connector 1356">
              <a:extLst>
                <a:ext uri="{FF2B5EF4-FFF2-40B4-BE49-F238E27FC236}">
                  <a16:creationId xmlns:a16="http://schemas.microsoft.com/office/drawing/2014/main" id="{5B38B486-A4DA-AD1F-A5C6-9E7FE99813B0}"/>
                </a:ext>
              </a:extLst>
            </p:cNvPr>
            <p:cNvCxnSpPr>
              <a:cxnSpLocks/>
              <a:stCxn id="37" idx="3"/>
              <a:endCxn id="40"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62" name="Elbow Connector 1361">
              <a:extLst>
                <a:ext uri="{FF2B5EF4-FFF2-40B4-BE49-F238E27FC236}">
                  <a16:creationId xmlns:a16="http://schemas.microsoft.com/office/drawing/2014/main" id="{F125B84A-43EE-2205-91B8-01D7CE9B4169}"/>
                </a:ext>
              </a:extLst>
            </p:cNvPr>
            <p:cNvCxnSpPr>
              <a:cxnSpLocks/>
              <a:stCxn id="37" idx="2"/>
              <a:endCxn id="3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504" name="Rectangle 503">
              <a:extLst>
                <a:ext uri="{FF2B5EF4-FFF2-40B4-BE49-F238E27FC236}">
                  <a16:creationId xmlns:a16="http://schemas.microsoft.com/office/drawing/2014/main" id="{79BCE9F9-54F2-07AF-B5DB-B0E49C75B535}"/>
                </a:ext>
              </a:extLst>
            </p:cNvPr>
            <p:cNvSpPr/>
            <p:nvPr/>
          </p:nvSpPr>
          <p:spPr>
            <a:xfrm>
              <a:off x="3243189" y="38291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6" name="Rectangle 505">
              <a:extLst>
                <a:ext uri="{FF2B5EF4-FFF2-40B4-BE49-F238E27FC236}">
                  <a16:creationId xmlns:a16="http://schemas.microsoft.com/office/drawing/2014/main" id="{D488699D-E6C2-2BF8-0634-1F5ECED6DEC6}"/>
                </a:ext>
              </a:extLst>
            </p:cNvPr>
            <p:cNvSpPr/>
            <p:nvPr/>
          </p:nvSpPr>
          <p:spPr>
            <a:xfrm>
              <a:off x="3853226"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7" name="Rectangle 506">
              <a:extLst>
                <a:ext uri="{FF2B5EF4-FFF2-40B4-BE49-F238E27FC236}">
                  <a16:creationId xmlns:a16="http://schemas.microsoft.com/office/drawing/2014/main" id="{A9FF0E22-BD1B-5E5E-13BA-136122C83CF5}"/>
                </a:ext>
              </a:extLst>
            </p:cNvPr>
            <p:cNvSpPr/>
            <p:nvPr/>
          </p:nvSpPr>
          <p:spPr>
            <a:xfrm>
              <a:off x="4535345" y="44196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8" name="Rectangle 507">
              <a:extLst>
                <a:ext uri="{FF2B5EF4-FFF2-40B4-BE49-F238E27FC236}">
                  <a16:creationId xmlns:a16="http://schemas.microsoft.com/office/drawing/2014/main" id="{70FDD61F-8965-0DEB-EF25-E92CCF59F43C}"/>
                </a:ext>
              </a:extLst>
            </p:cNvPr>
            <p:cNvSpPr/>
            <p:nvPr/>
          </p:nvSpPr>
          <p:spPr>
            <a:xfrm>
              <a:off x="4524014"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1409" name="Group 1408">
            <a:extLst>
              <a:ext uri="{FF2B5EF4-FFF2-40B4-BE49-F238E27FC236}">
                <a16:creationId xmlns:a16="http://schemas.microsoft.com/office/drawing/2014/main" id="{B5A524AE-AD9B-E4DC-3775-4289BDFF8886}"/>
              </a:ext>
            </a:extLst>
          </p:cNvPr>
          <p:cNvGrpSpPr/>
          <p:nvPr/>
        </p:nvGrpSpPr>
        <p:grpSpPr>
          <a:xfrm>
            <a:off x="9060443" y="2589982"/>
            <a:ext cx="609170" cy="487299"/>
            <a:chOff x="8855147" y="2668516"/>
            <a:chExt cx="609170" cy="487299"/>
          </a:xfrm>
        </p:grpSpPr>
        <p:pic>
          <p:nvPicPr>
            <p:cNvPr id="509" name="Graphic 508" descr="Paper outline">
              <a:extLst>
                <a:ext uri="{FF2B5EF4-FFF2-40B4-BE49-F238E27FC236}">
                  <a16:creationId xmlns:a16="http://schemas.microsoft.com/office/drawing/2014/main" id="{6CE967BE-DE1A-76BB-C294-0D0530E98E1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510" name="TextBox 509">
              <a:extLst>
                <a:ext uri="{FF2B5EF4-FFF2-40B4-BE49-F238E27FC236}">
                  <a16:creationId xmlns:a16="http://schemas.microsoft.com/office/drawing/2014/main" id="{6A35DDB2-BECF-FBBB-F248-4D1A800D0E3B}"/>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0" name="Group 1409">
            <a:extLst>
              <a:ext uri="{FF2B5EF4-FFF2-40B4-BE49-F238E27FC236}">
                <a16:creationId xmlns:a16="http://schemas.microsoft.com/office/drawing/2014/main" id="{0F8E206C-15C0-D670-3593-D4BC609DB8E2}"/>
              </a:ext>
            </a:extLst>
          </p:cNvPr>
          <p:cNvGrpSpPr/>
          <p:nvPr/>
        </p:nvGrpSpPr>
        <p:grpSpPr>
          <a:xfrm>
            <a:off x="9591568" y="2727204"/>
            <a:ext cx="609170" cy="487299"/>
            <a:chOff x="8855147" y="2668516"/>
            <a:chExt cx="609170" cy="487299"/>
          </a:xfrm>
        </p:grpSpPr>
        <p:pic>
          <p:nvPicPr>
            <p:cNvPr id="1412" name="Graphic 1411" descr="Paper outline">
              <a:extLst>
                <a:ext uri="{FF2B5EF4-FFF2-40B4-BE49-F238E27FC236}">
                  <a16:creationId xmlns:a16="http://schemas.microsoft.com/office/drawing/2014/main" id="{4433F82D-E4CE-EC9D-19F6-029A6FD38D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3" name="TextBox 1412">
              <a:extLst>
                <a:ext uri="{FF2B5EF4-FFF2-40B4-BE49-F238E27FC236}">
                  <a16:creationId xmlns:a16="http://schemas.microsoft.com/office/drawing/2014/main" id="{2BBDD95F-7AAF-A1B2-4AE4-E49DCC297E99}"/>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4" name="Group 1413">
            <a:extLst>
              <a:ext uri="{FF2B5EF4-FFF2-40B4-BE49-F238E27FC236}">
                <a16:creationId xmlns:a16="http://schemas.microsoft.com/office/drawing/2014/main" id="{B4FE211D-292C-9E4C-F87D-9B3C42DB7844}"/>
              </a:ext>
            </a:extLst>
          </p:cNvPr>
          <p:cNvGrpSpPr/>
          <p:nvPr/>
        </p:nvGrpSpPr>
        <p:grpSpPr>
          <a:xfrm>
            <a:off x="9333685" y="2978952"/>
            <a:ext cx="609170" cy="487299"/>
            <a:chOff x="8855147" y="2668516"/>
            <a:chExt cx="609170" cy="487299"/>
          </a:xfrm>
        </p:grpSpPr>
        <p:pic>
          <p:nvPicPr>
            <p:cNvPr id="1416" name="Graphic 1415" descr="Paper outline">
              <a:extLst>
                <a:ext uri="{FF2B5EF4-FFF2-40B4-BE49-F238E27FC236}">
                  <a16:creationId xmlns:a16="http://schemas.microsoft.com/office/drawing/2014/main" id="{D19C6AB2-CA6F-EB35-288D-0EC37A3133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7" name="TextBox 1416">
              <a:extLst>
                <a:ext uri="{FF2B5EF4-FFF2-40B4-BE49-F238E27FC236}">
                  <a16:creationId xmlns:a16="http://schemas.microsoft.com/office/drawing/2014/main" id="{D2B3437C-0E14-9226-3C81-034B8D736183}"/>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cxnSp>
        <p:nvCxnSpPr>
          <p:cNvPr id="1419" name="Elbow Connector 1418">
            <a:extLst>
              <a:ext uri="{FF2B5EF4-FFF2-40B4-BE49-F238E27FC236}">
                <a16:creationId xmlns:a16="http://schemas.microsoft.com/office/drawing/2014/main" id="{600A3BE1-90AC-B4BC-A120-0561645DFE16}"/>
              </a:ext>
            </a:extLst>
          </p:cNvPr>
          <p:cNvCxnSpPr>
            <a:cxnSpLocks/>
            <a:endCxn id="35" idx="1"/>
          </p:cNvCxnSpPr>
          <p:nvPr/>
        </p:nvCxnSpPr>
        <p:spPr>
          <a:xfrm>
            <a:off x="8548713" y="3954838"/>
            <a:ext cx="928794" cy="270238"/>
          </a:xfrm>
          <a:prstGeom prst="bentConnector3">
            <a:avLst>
              <a:gd name="adj1" fmla="val 5000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grpSp>
        <p:nvGrpSpPr>
          <p:cNvPr id="600" name="Group 599">
            <a:extLst>
              <a:ext uri="{FF2B5EF4-FFF2-40B4-BE49-F238E27FC236}">
                <a16:creationId xmlns:a16="http://schemas.microsoft.com/office/drawing/2014/main" id="{0EF8D977-7ABD-3A53-9CCD-4E1C2DE9D5D5}"/>
              </a:ext>
            </a:extLst>
          </p:cNvPr>
          <p:cNvGrpSpPr/>
          <p:nvPr/>
        </p:nvGrpSpPr>
        <p:grpSpPr>
          <a:xfrm>
            <a:off x="3643375" y="5365267"/>
            <a:ext cx="532246" cy="691134"/>
            <a:chOff x="3438079" y="5443801"/>
            <a:chExt cx="532246" cy="691134"/>
          </a:xfrm>
        </p:grpSpPr>
        <p:sp>
          <p:nvSpPr>
            <p:cNvPr id="1425" name="Rectangle 1424">
              <a:extLst>
                <a:ext uri="{FF2B5EF4-FFF2-40B4-BE49-F238E27FC236}">
                  <a16:creationId xmlns:a16="http://schemas.microsoft.com/office/drawing/2014/main" id="{3D6C72D7-983C-D5DE-D6DD-3328F71BA116}"/>
                </a:ext>
              </a:extLst>
            </p:cNvPr>
            <p:cNvSpPr/>
            <p:nvPr/>
          </p:nvSpPr>
          <p:spPr>
            <a:xfrm>
              <a:off x="3438079" y="5444332"/>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4" name="Rectangle 1433">
              <a:extLst>
                <a:ext uri="{FF2B5EF4-FFF2-40B4-BE49-F238E27FC236}">
                  <a16:creationId xmlns:a16="http://schemas.microsoft.com/office/drawing/2014/main" id="{4C0C6583-3451-A9C2-503D-3278C2FA1360}"/>
                </a:ext>
              </a:extLst>
            </p:cNvPr>
            <p:cNvSpPr/>
            <p:nvPr/>
          </p:nvSpPr>
          <p:spPr>
            <a:xfrm>
              <a:off x="3718153" y="544380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598" name="Group 597">
            <a:extLst>
              <a:ext uri="{FF2B5EF4-FFF2-40B4-BE49-F238E27FC236}">
                <a16:creationId xmlns:a16="http://schemas.microsoft.com/office/drawing/2014/main" id="{7295BC50-9FFD-B7F3-978F-0A312A66B69A}"/>
              </a:ext>
            </a:extLst>
          </p:cNvPr>
          <p:cNvGrpSpPr/>
          <p:nvPr/>
        </p:nvGrpSpPr>
        <p:grpSpPr>
          <a:xfrm>
            <a:off x="5166111" y="5076897"/>
            <a:ext cx="532246" cy="691488"/>
            <a:chOff x="4884855" y="5391663"/>
            <a:chExt cx="532246" cy="691488"/>
          </a:xfrm>
        </p:grpSpPr>
        <p:sp>
          <p:nvSpPr>
            <p:cNvPr id="1426" name="Rectangle 1425">
              <a:extLst>
                <a:ext uri="{FF2B5EF4-FFF2-40B4-BE49-F238E27FC236}">
                  <a16:creationId xmlns:a16="http://schemas.microsoft.com/office/drawing/2014/main" id="{B5A5096C-C4C9-81D7-703F-30C3584FEDAA}"/>
                </a:ext>
              </a:extLst>
            </p:cNvPr>
            <p:cNvSpPr/>
            <p:nvPr/>
          </p:nvSpPr>
          <p:spPr>
            <a:xfrm>
              <a:off x="4884855" y="5392548"/>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5" name="Rectangle 1434">
              <a:extLst>
                <a:ext uri="{FF2B5EF4-FFF2-40B4-BE49-F238E27FC236}">
                  <a16:creationId xmlns:a16="http://schemas.microsoft.com/office/drawing/2014/main" id="{A290F9E0-C4D8-523E-AC7A-064EDB9A3BC2}"/>
                </a:ext>
              </a:extLst>
            </p:cNvPr>
            <p:cNvSpPr/>
            <p:nvPr/>
          </p:nvSpPr>
          <p:spPr>
            <a:xfrm>
              <a:off x="5166838" y="5391663"/>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1" name="Group 600">
            <a:extLst>
              <a:ext uri="{FF2B5EF4-FFF2-40B4-BE49-F238E27FC236}">
                <a16:creationId xmlns:a16="http://schemas.microsoft.com/office/drawing/2014/main" id="{CF13E236-5B12-A208-B028-2F00D04DC5E1}"/>
              </a:ext>
            </a:extLst>
          </p:cNvPr>
          <p:cNvGrpSpPr/>
          <p:nvPr/>
        </p:nvGrpSpPr>
        <p:grpSpPr>
          <a:xfrm>
            <a:off x="4268901" y="5938572"/>
            <a:ext cx="532246" cy="690603"/>
            <a:chOff x="4073864" y="6252050"/>
            <a:chExt cx="532246" cy="690603"/>
          </a:xfrm>
        </p:grpSpPr>
        <p:sp>
          <p:nvSpPr>
            <p:cNvPr id="1428" name="Rectangle 1427">
              <a:extLst>
                <a:ext uri="{FF2B5EF4-FFF2-40B4-BE49-F238E27FC236}">
                  <a16:creationId xmlns:a16="http://schemas.microsoft.com/office/drawing/2014/main" id="{7A697451-120D-AB6C-7A3A-45E9192D9788}"/>
                </a:ext>
              </a:extLst>
            </p:cNvPr>
            <p:cNvSpPr/>
            <p:nvPr/>
          </p:nvSpPr>
          <p:spPr>
            <a:xfrm>
              <a:off x="4073864" y="6252050"/>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6" name="Rectangle 1435">
              <a:extLst>
                <a:ext uri="{FF2B5EF4-FFF2-40B4-BE49-F238E27FC236}">
                  <a16:creationId xmlns:a16="http://schemas.microsoft.com/office/drawing/2014/main" id="{3E00780A-3A28-7A31-4FE8-30429C8686B7}"/>
                </a:ext>
              </a:extLst>
            </p:cNvPr>
            <p:cNvSpPr/>
            <p:nvPr/>
          </p:nvSpPr>
          <p:spPr>
            <a:xfrm>
              <a:off x="4354638" y="6253758"/>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3" name="Group 602">
            <a:extLst>
              <a:ext uri="{FF2B5EF4-FFF2-40B4-BE49-F238E27FC236}">
                <a16:creationId xmlns:a16="http://schemas.microsoft.com/office/drawing/2014/main" id="{5864EDCE-8FA9-AEBB-C4FE-85F43652B992}"/>
              </a:ext>
            </a:extLst>
          </p:cNvPr>
          <p:cNvGrpSpPr/>
          <p:nvPr/>
        </p:nvGrpSpPr>
        <p:grpSpPr>
          <a:xfrm>
            <a:off x="3845948" y="6804780"/>
            <a:ext cx="532640" cy="690603"/>
            <a:chOff x="3294361" y="6407053"/>
            <a:chExt cx="532640" cy="690603"/>
          </a:xfrm>
        </p:grpSpPr>
        <p:sp>
          <p:nvSpPr>
            <p:cNvPr id="1427" name="Rectangle 1426">
              <a:extLst>
                <a:ext uri="{FF2B5EF4-FFF2-40B4-BE49-F238E27FC236}">
                  <a16:creationId xmlns:a16="http://schemas.microsoft.com/office/drawing/2014/main" id="{641E5E48-2587-CD7D-C7DC-886E504B0FBA}"/>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7" name="Rectangle 1436">
              <a:extLst>
                <a:ext uri="{FF2B5EF4-FFF2-40B4-BE49-F238E27FC236}">
                  <a16:creationId xmlns:a16="http://schemas.microsoft.com/office/drawing/2014/main" id="{13E54ADC-78AC-1708-3CB5-2191E56B25C1}"/>
                </a:ext>
              </a:extLst>
            </p:cNvPr>
            <p:cNvSpPr/>
            <p:nvPr/>
          </p:nvSpPr>
          <p:spPr>
            <a:xfrm>
              <a:off x="3577534" y="6407637"/>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2" name="Group 601">
            <a:extLst>
              <a:ext uri="{FF2B5EF4-FFF2-40B4-BE49-F238E27FC236}">
                <a16:creationId xmlns:a16="http://schemas.microsoft.com/office/drawing/2014/main" id="{68879841-5020-B520-194E-CC21CDBCAB87}"/>
              </a:ext>
            </a:extLst>
          </p:cNvPr>
          <p:cNvGrpSpPr/>
          <p:nvPr/>
        </p:nvGrpSpPr>
        <p:grpSpPr>
          <a:xfrm>
            <a:off x="4860557" y="6975490"/>
            <a:ext cx="532246" cy="692064"/>
            <a:chOff x="4407275" y="7068375"/>
            <a:chExt cx="532246" cy="692064"/>
          </a:xfrm>
        </p:grpSpPr>
        <p:sp>
          <p:nvSpPr>
            <p:cNvPr id="1429" name="Rectangle 1428">
              <a:extLst>
                <a:ext uri="{FF2B5EF4-FFF2-40B4-BE49-F238E27FC236}">
                  <a16:creationId xmlns:a16="http://schemas.microsoft.com/office/drawing/2014/main" id="{AF7696BF-EA59-48FF-3F94-EA6AAA0C77E2}"/>
                </a:ext>
              </a:extLst>
            </p:cNvPr>
            <p:cNvSpPr/>
            <p:nvPr/>
          </p:nvSpPr>
          <p:spPr>
            <a:xfrm>
              <a:off x="4407275" y="7069836"/>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8" name="Rectangle 1437">
              <a:extLst>
                <a:ext uri="{FF2B5EF4-FFF2-40B4-BE49-F238E27FC236}">
                  <a16:creationId xmlns:a16="http://schemas.microsoft.com/office/drawing/2014/main" id="{28B79686-98DE-BA85-D485-41BC7B0A3313}"/>
                </a:ext>
              </a:extLst>
            </p:cNvPr>
            <p:cNvSpPr/>
            <p:nvPr/>
          </p:nvSpPr>
          <p:spPr>
            <a:xfrm>
              <a:off x="4690054" y="7068375"/>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1439" name="Elbow Connector 1438">
            <a:extLst>
              <a:ext uri="{FF2B5EF4-FFF2-40B4-BE49-F238E27FC236}">
                <a16:creationId xmlns:a16="http://schemas.microsoft.com/office/drawing/2014/main" id="{1CFE70FF-0B20-7E12-4481-0740BBBB11AA}"/>
              </a:ext>
            </a:extLst>
          </p:cNvPr>
          <p:cNvCxnSpPr>
            <a:cxnSpLocks/>
            <a:stCxn id="39" idx="1"/>
            <a:endCxn id="633" idx="1"/>
          </p:cNvCxnSpPr>
          <p:nvPr/>
        </p:nvCxnSpPr>
        <p:spPr>
          <a:xfrm rot="10800000" flipH="1" flipV="1">
            <a:off x="4176742" y="3918624"/>
            <a:ext cx="230338" cy="1303295"/>
          </a:xfrm>
          <a:prstGeom prst="bentConnector3">
            <a:avLst>
              <a:gd name="adj1" fmla="val -99245"/>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3" name="Elbow Connector 1442">
            <a:extLst>
              <a:ext uri="{FF2B5EF4-FFF2-40B4-BE49-F238E27FC236}">
                <a16:creationId xmlns:a16="http://schemas.microsoft.com/office/drawing/2014/main" id="{786A7C3E-FC37-8159-FB73-7B66144881F0}"/>
              </a:ext>
            </a:extLst>
          </p:cNvPr>
          <p:cNvCxnSpPr>
            <a:cxnSpLocks/>
            <a:stCxn id="633" idx="3"/>
          </p:cNvCxnSpPr>
          <p:nvPr/>
        </p:nvCxnSpPr>
        <p:spPr>
          <a:xfrm flipV="1">
            <a:off x="4790582" y="4475536"/>
            <a:ext cx="5798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9" name="Straight Connector 1448">
            <a:extLst>
              <a:ext uri="{FF2B5EF4-FFF2-40B4-BE49-F238E27FC236}">
                <a16:creationId xmlns:a16="http://schemas.microsoft.com/office/drawing/2014/main" id="{92773C83-9982-FE2A-FCBD-9C418BD4C165}"/>
              </a:ext>
            </a:extLst>
          </p:cNvPr>
          <p:cNvCxnSpPr>
            <a:cxnSpLocks/>
          </p:cNvCxnSpPr>
          <p:nvPr/>
        </p:nvCxnSpPr>
        <p:spPr>
          <a:xfrm>
            <a:off x="3987720" y="7796254"/>
            <a:ext cx="2374466" cy="23329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5" name="Straight Connector 1454">
            <a:extLst>
              <a:ext uri="{FF2B5EF4-FFF2-40B4-BE49-F238E27FC236}">
                <a16:creationId xmlns:a16="http://schemas.microsoft.com/office/drawing/2014/main" id="{45D11BD7-9505-6082-F311-36296F22A9F7}"/>
              </a:ext>
            </a:extLst>
          </p:cNvPr>
          <p:cNvCxnSpPr>
            <a:cxnSpLocks/>
          </p:cNvCxnSpPr>
          <p:nvPr/>
        </p:nvCxnSpPr>
        <p:spPr>
          <a:xfrm>
            <a:off x="5462919" y="7738359"/>
            <a:ext cx="899267" cy="6398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94686A7F-1CF3-EF09-D034-5DDE921E49ED}"/>
              </a:ext>
            </a:extLst>
          </p:cNvPr>
          <p:cNvCxnSpPr>
            <a:cxnSpLocks/>
          </p:cNvCxnSpPr>
          <p:nvPr/>
        </p:nvCxnSpPr>
        <p:spPr>
          <a:xfrm flipH="1">
            <a:off x="7710560" y="4756581"/>
            <a:ext cx="838153" cy="303967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41989BD6-A0D8-5E47-0C12-F92F9732A261}"/>
              </a:ext>
            </a:extLst>
          </p:cNvPr>
          <p:cNvCxnSpPr>
            <a:cxnSpLocks/>
          </p:cNvCxnSpPr>
          <p:nvPr/>
        </p:nvCxnSpPr>
        <p:spPr>
          <a:xfrm flipH="1">
            <a:off x="6681972" y="2441838"/>
            <a:ext cx="377844" cy="127785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0005C5D9-920C-E659-D9F5-090BDAF58CFA}"/>
              </a:ext>
            </a:extLst>
          </p:cNvPr>
          <p:cNvCxnSpPr>
            <a:cxnSpLocks/>
          </p:cNvCxnSpPr>
          <p:nvPr/>
        </p:nvCxnSpPr>
        <p:spPr>
          <a:xfrm flipH="1">
            <a:off x="8548713" y="3452908"/>
            <a:ext cx="72500" cy="131589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38375A0E-0FE4-90B1-09F0-C58836160686}"/>
              </a:ext>
            </a:extLst>
          </p:cNvPr>
          <p:cNvCxnSpPr>
            <a:cxnSpLocks/>
          </p:cNvCxnSpPr>
          <p:nvPr/>
        </p:nvCxnSpPr>
        <p:spPr>
          <a:xfrm>
            <a:off x="7702527" y="7796254"/>
            <a:ext cx="546295" cy="5924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1" name="Straight Connector 610">
            <a:extLst>
              <a:ext uri="{FF2B5EF4-FFF2-40B4-BE49-F238E27FC236}">
                <a16:creationId xmlns:a16="http://schemas.microsoft.com/office/drawing/2014/main" id="{D59E5363-6C0A-0607-E538-03EAAA99D1C7}"/>
              </a:ext>
            </a:extLst>
          </p:cNvPr>
          <p:cNvCxnSpPr>
            <a:cxnSpLocks/>
          </p:cNvCxnSpPr>
          <p:nvPr/>
        </p:nvCxnSpPr>
        <p:spPr>
          <a:xfrm>
            <a:off x="5912552" y="7796254"/>
            <a:ext cx="449634" cy="58970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F1E903FE-D6E4-DC13-5EA9-27D61E9939D5}"/>
              </a:ext>
            </a:extLst>
          </p:cNvPr>
          <p:cNvCxnSpPr>
            <a:cxnSpLocks/>
          </p:cNvCxnSpPr>
          <p:nvPr/>
        </p:nvCxnSpPr>
        <p:spPr>
          <a:xfrm flipH="1">
            <a:off x="8260002" y="6459396"/>
            <a:ext cx="1214078" cy="363844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633" name="Graphic 632" descr="Paper outline">
            <a:extLst>
              <a:ext uri="{FF2B5EF4-FFF2-40B4-BE49-F238E27FC236}">
                <a16:creationId xmlns:a16="http://schemas.microsoft.com/office/drawing/2014/main" id="{803CE2B3-1765-E39F-4DFE-1D275EE885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07080" y="5041103"/>
            <a:ext cx="383502" cy="361633"/>
          </a:xfrm>
          <a:prstGeom prst="rect">
            <a:avLst/>
          </a:prstGeom>
        </p:spPr>
      </p:pic>
      <p:pic>
        <p:nvPicPr>
          <p:cNvPr id="637" name="Graphic 636" descr="Paper outline">
            <a:extLst>
              <a:ext uri="{FF2B5EF4-FFF2-40B4-BE49-F238E27FC236}">
                <a16:creationId xmlns:a16="http://schemas.microsoft.com/office/drawing/2014/main" id="{18D09BF2-97D4-0C91-451F-55A161E3AB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43379" y="5932727"/>
            <a:ext cx="383502" cy="361633"/>
          </a:xfrm>
          <a:prstGeom prst="rect">
            <a:avLst/>
          </a:prstGeom>
        </p:spPr>
      </p:pic>
      <p:cxnSp>
        <p:nvCxnSpPr>
          <p:cNvPr id="638" name="Elbow Connector 637">
            <a:extLst>
              <a:ext uri="{FF2B5EF4-FFF2-40B4-BE49-F238E27FC236}">
                <a16:creationId xmlns:a16="http://schemas.microsoft.com/office/drawing/2014/main" id="{DC3F9878-38A6-8B2B-5C03-787E2BF0469B}"/>
              </a:ext>
            </a:extLst>
          </p:cNvPr>
          <p:cNvCxnSpPr>
            <a:cxnSpLocks/>
            <a:stCxn id="637" idx="3"/>
          </p:cNvCxnSpPr>
          <p:nvPr/>
        </p:nvCxnSpPr>
        <p:spPr>
          <a:xfrm flipV="1">
            <a:off x="5726881" y="4663544"/>
            <a:ext cx="110288" cy="14500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59" name="Elbow Connector 258">
            <a:extLst>
              <a:ext uri="{FF2B5EF4-FFF2-40B4-BE49-F238E27FC236}">
                <a16:creationId xmlns:a16="http://schemas.microsoft.com/office/drawing/2014/main" id="{6A3751BF-11D2-F2B6-0DF7-0D33201325AC}"/>
              </a:ext>
            </a:extLst>
          </p:cNvPr>
          <p:cNvCxnSpPr>
            <a:cxnSpLocks/>
            <a:stCxn id="637" idx="1"/>
          </p:cNvCxnSpPr>
          <p:nvPr/>
        </p:nvCxnSpPr>
        <p:spPr>
          <a:xfrm rot="10800000">
            <a:off x="4956383" y="4437806"/>
            <a:ext cx="386996" cy="1675739"/>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85DAADB2-FBEE-D7CC-7450-2D0C988B666B}"/>
              </a:ext>
            </a:extLst>
          </p:cNvPr>
          <p:cNvCxnSpPr>
            <a:cxnSpLocks/>
          </p:cNvCxnSpPr>
          <p:nvPr/>
        </p:nvCxnSpPr>
        <p:spPr>
          <a:xfrm flipV="1">
            <a:off x="7709025" y="3719690"/>
            <a:ext cx="825940" cy="132920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08E1C76C-7491-FEDD-AE9A-C906928E94E9}"/>
              </a:ext>
            </a:extLst>
          </p:cNvPr>
          <p:cNvSpPr txBox="1"/>
          <p:nvPr/>
        </p:nvSpPr>
        <p:spPr>
          <a:xfrm>
            <a:off x="3119252" y="8988843"/>
            <a:ext cx="378719"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57" name="Line">
            <a:extLst>
              <a:ext uri="{FF2B5EF4-FFF2-40B4-BE49-F238E27FC236}">
                <a16:creationId xmlns:a16="http://schemas.microsoft.com/office/drawing/2014/main" id="{A3E23274-A4E1-9A9D-D695-149718293029}"/>
              </a:ext>
            </a:extLst>
          </p:cNvPr>
          <p:cNvSpPr/>
          <p:nvPr/>
        </p:nvSpPr>
        <p:spPr>
          <a:xfrm flipV="1">
            <a:off x="3493177" y="8378170"/>
            <a:ext cx="9589" cy="1664977"/>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1" name="TextBox 1370">
            <a:extLst>
              <a:ext uri="{FF2B5EF4-FFF2-40B4-BE49-F238E27FC236}">
                <a16:creationId xmlns:a16="http://schemas.microsoft.com/office/drawing/2014/main" id="{8D1209A7-3061-D19E-F5A1-34EABE4B26A5}"/>
              </a:ext>
            </a:extLst>
          </p:cNvPr>
          <p:cNvSpPr txBox="1"/>
          <p:nvPr/>
        </p:nvSpPr>
        <p:spPr>
          <a:xfrm>
            <a:off x="2926650" y="6311806"/>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1372" name="TextBox 1371">
            <a:extLst>
              <a:ext uri="{FF2B5EF4-FFF2-40B4-BE49-F238E27FC236}">
                <a16:creationId xmlns:a16="http://schemas.microsoft.com/office/drawing/2014/main" id="{0F112021-9B53-9BBA-6329-BB3A78E73E13}"/>
              </a:ext>
            </a:extLst>
          </p:cNvPr>
          <p:cNvSpPr txBox="1"/>
          <p:nvPr/>
        </p:nvSpPr>
        <p:spPr>
          <a:xfrm>
            <a:off x="2953360" y="4078400"/>
            <a:ext cx="538018"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Schema layer</a:t>
            </a:r>
            <a:endParaRPr kumimoji="0" lang="en-US" sz="1000" b="0" i="0" u="none" strike="noStrike" cap="none" spc="0" normalizeH="0" baseline="0" dirty="0">
              <a:ln>
                <a:noFill/>
              </a:ln>
              <a:solidFill>
                <a:srgbClr val="4C4C4C"/>
              </a:solidFill>
              <a:effectLst/>
              <a:uFillTx/>
              <a:sym typeface="Source Sans Pro"/>
            </a:endParaRPr>
          </a:p>
        </p:txBody>
      </p:sp>
      <p:sp>
        <p:nvSpPr>
          <p:cNvPr id="1373" name="Line">
            <a:extLst>
              <a:ext uri="{FF2B5EF4-FFF2-40B4-BE49-F238E27FC236}">
                <a16:creationId xmlns:a16="http://schemas.microsoft.com/office/drawing/2014/main" id="{C414A73C-A783-4DFF-8CA7-5A40626711ED}"/>
              </a:ext>
            </a:extLst>
          </p:cNvPr>
          <p:cNvSpPr/>
          <p:nvPr/>
        </p:nvSpPr>
        <p:spPr>
          <a:xfrm flipV="1">
            <a:off x="3495631" y="5065378"/>
            <a:ext cx="9589" cy="273087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4" name="Line">
            <a:extLst>
              <a:ext uri="{FF2B5EF4-FFF2-40B4-BE49-F238E27FC236}">
                <a16:creationId xmlns:a16="http://schemas.microsoft.com/office/drawing/2014/main" id="{88431FC9-BE43-12F4-3882-2D0D9D4C0558}"/>
              </a:ext>
            </a:extLst>
          </p:cNvPr>
          <p:cNvSpPr/>
          <p:nvPr/>
        </p:nvSpPr>
        <p:spPr>
          <a:xfrm flipH="1" flipV="1">
            <a:off x="3493177" y="3737246"/>
            <a:ext cx="0" cy="1034898"/>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5" name="Line">
            <a:extLst>
              <a:ext uri="{FF2B5EF4-FFF2-40B4-BE49-F238E27FC236}">
                <a16:creationId xmlns:a16="http://schemas.microsoft.com/office/drawing/2014/main" id="{6888AF21-83BF-86CC-D17A-028D96F3AE9A}"/>
              </a:ext>
            </a:extLst>
          </p:cNvPr>
          <p:cNvSpPr/>
          <p:nvPr/>
        </p:nvSpPr>
        <p:spPr>
          <a:xfrm flipH="1" flipV="1">
            <a:off x="3491378" y="2404360"/>
            <a:ext cx="2383" cy="1048542"/>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6" name="TextBox 1375">
            <a:extLst>
              <a:ext uri="{FF2B5EF4-FFF2-40B4-BE49-F238E27FC236}">
                <a16:creationId xmlns:a16="http://schemas.microsoft.com/office/drawing/2014/main" id="{2ECB2570-3B0C-5531-35CF-C4DD28EB928E}"/>
              </a:ext>
            </a:extLst>
          </p:cNvPr>
          <p:cNvSpPr txBox="1"/>
          <p:nvPr/>
        </p:nvSpPr>
        <p:spPr>
          <a:xfrm>
            <a:off x="2980040" y="2780250"/>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3" name="Manipulate Variables">
            <a:extLst>
              <a:ext uri="{FF2B5EF4-FFF2-40B4-BE49-F238E27FC236}">
                <a16:creationId xmlns:a16="http://schemas.microsoft.com/office/drawing/2014/main" id="{DEE37ADF-36B3-69DE-C541-84EFC7CCA26D}"/>
              </a:ext>
            </a:extLst>
          </p:cNvPr>
          <p:cNvSpPr txBox="1"/>
          <p:nvPr/>
        </p:nvSpPr>
        <p:spPr>
          <a:xfrm>
            <a:off x="246888" y="8862847"/>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User Layer</a:t>
            </a:r>
          </a:p>
        </p:txBody>
      </p:sp>
      <p:sp>
        <p:nvSpPr>
          <p:cNvPr id="9" name="Manipulate Variables">
            <a:extLst>
              <a:ext uri="{FF2B5EF4-FFF2-40B4-BE49-F238E27FC236}">
                <a16:creationId xmlns:a16="http://schemas.microsoft.com/office/drawing/2014/main" id="{76F713D8-A290-1002-2703-1F9DEA685167}"/>
              </a:ext>
            </a:extLst>
          </p:cNvPr>
          <p:cNvSpPr txBox="1"/>
          <p:nvPr/>
        </p:nvSpPr>
        <p:spPr>
          <a:xfrm>
            <a:off x="246888" y="6185810"/>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Module Layer</a:t>
            </a:r>
          </a:p>
        </p:txBody>
      </p:sp>
      <p:sp>
        <p:nvSpPr>
          <p:cNvPr id="11" name="TextBox 10">
            <a:extLst>
              <a:ext uri="{FF2B5EF4-FFF2-40B4-BE49-F238E27FC236}">
                <a16:creationId xmlns:a16="http://schemas.microsoft.com/office/drawing/2014/main" id="{86BEC885-7E5D-F3CE-6CDF-CF9F58201BD2}"/>
              </a:ext>
            </a:extLst>
          </p:cNvPr>
          <p:cNvSpPr txBox="1"/>
          <p:nvPr/>
        </p:nvSpPr>
        <p:spPr>
          <a:xfrm>
            <a:off x="210312" y="6417921"/>
            <a:ext cx="2305858"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Abstraction on how files are grouped based on data source.</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2" name="Manipulate Variables">
            <a:extLst>
              <a:ext uri="{FF2B5EF4-FFF2-40B4-BE49-F238E27FC236}">
                <a16:creationId xmlns:a16="http://schemas.microsoft.com/office/drawing/2014/main" id="{CB6E20D5-C56A-D8AA-63F7-D8B76DE4822D}"/>
              </a:ext>
            </a:extLst>
          </p:cNvPr>
          <p:cNvSpPr txBox="1"/>
          <p:nvPr/>
        </p:nvSpPr>
        <p:spPr>
          <a:xfrm>
            <a:off x="246888" y="4220119"/>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Schema Layer</a:t>
            </a:r>
          </a:p>
        </p:txBody>
      </p:sp>
      <p:sp>
        <p:nvSpPr>
          <p:cNvPr id="13" name="TextBox 12">
            <a:extLst>
              <a:ext uri="{FF2B5EF4-FFF2-40B4-BE49-F238E27FC236}">
                <a16:creationId xmlns:a16="http://schemas.microsoft.com/office/drawing/2014/main" id="{99874688-B8BB-37DF-15F6-6A45CB023E2D}"/>
              </a:ext>
            </a:extLst>
          </p:cNvPr>
          <p:cNvSpPr txBox="1"/>
          <p:nvPr/>
        </p:nvSpPr>
        <p:spPr>
          <a:xfrm>
            <a:off x="210312" y="4471792"/>
            <a:ext cx="2304819" cy="9796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Parsed or generated from the raw data using file/s from the modules. Tables</a:t>
            </a:r>
            <a:r>
              <a:rPr lang="en-US" b="0" dirty="0">
                <a:solidFill>
                  <a:srgbClr val="000000"/>
                </a:solidFill>
                <a:latin typeface="Source Sans Pro" panose="020B0503030403020204" pitchFamily="34" charset="0"/>
                <a:ea typeface="Source Sans Pro" panose="020B0503030403020204" pitchFamily="34" charset="0"/>
                <a:sym typeface="Source Sans Pro Light"/>
              </a:rPr>
              <a:t> are a standard csv that is used as the </a:t>
            </a:r>
            <a:r>
              <a:rPr lang="en-US" dirty="0">
                <a:solidFill>
                  <a:srgbClr val="000000"/>
                </a:solidFill>
                <a:latin typeface="Source Sans Pro" panose="020B0503030403020204" pitchFamily="34" charset="0"/>
                <a:ea typeface="Source Sans Pro" panose="020B0503030403020204" pitchFamily="34" charset="0"/>
                <a:sym typeface="Source Sans Pro Light"/>
              </a:rPr>
              <a:t>sole</a:t>
            </a:r>
            <a:r>
              <a:rPr lang="en-US" b="0" dirty="0">
                <a:solidFill>
                  <a:srgbClr val="000000"/>
                </a:solidFill>
                <a:latin typeface="Source Sans Pro" panose="020B0503030403020204" pitchFamily="34" charset="0"/>
                <a:ea typeface="Source Sans Pro" panose="020B0503030403020204" pitchFamily="34" charset="0"/>
                <a:sym typeface="Source Sans Pro Light"/>
              </a:rPr>
              <a:t> connection between modules.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4" name="Manipulate Variables">
            <a:extLst>
              <a:ext uri="{FF2B5EF4-FFF2-40B4-BE49-F238E27FC236}">
                <a16:creationId xmlns:a16="http://schemas.microsoft.com/office/drawing/2014/main" id="{C1BDD4CF-E807-7F2F-E2C8-23A6D13DD0DB}"/>
              </a:ext>
            </a:extLst>
          </p:cNvPr>
          <p:cNvSpPr txBox="1"/>
          <p:nvPr/>
        </p:nvSpPr>
        <p:spPr>
          <a:xfrm>
            <a:off x="246888" y="3335350"/>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Data Layer</a:t>
            </a:r>
          </a:p>
        </p:txBody>
      </p:sp>
      <p:sp>
        <p:nvSpPr>
          <p:cNvPr id="17" name="TextBox 16">
            <a:extLst>
              <a:ext uri="{FF2B5EF4-FFF2-40B4-BE49-F238E27FC236}">
                <a16:creationId xmlns:a16="http://schemas.microsoft.com/office/drawing/2014/main" id="{B3A31949-9505-9BCD-8668-A9B6C587CF77}"/>
              </a:ext>
            </a:extLst>
          </p:cNvPr>
          <p:cNvSpPr txBox="1"/>
          <p:nvPr/>
        </p:nvSpPr>
        <p:spPr>
          <a:xfrm>
            <a:off x="210312" y="3587342"/>
            <a:ext cx="2304818" cy="64727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Supports diverse raw data formats such as .csv, .gitlog, and .mbox from local or network sources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396" name="TextBox 1395">
            <a:extLst>
              <a:ext uri="{FF2B5EF4-FFF2-40B4-BE49-F238E27FC236}">
                <a16:creationId xmlns:a16="http://schemas.microsoft.com/office/drawing/2014/main" id="{2A71879E-74F6-C9D2-5196-BDB8B2888F62}"/>
              </a:ext>
            </a:extLst>
          </p:cNvPr>
          <p:cNvSpPr txBox="1"/>
          <p:nvPr/>
        </p:nvSpPr>
        <p:spPr>
          <a:xfrm>
            <a:off x="11256264" y="5103368"/>
            <a:ext cx="2572194" cy="874518"/>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Tables can exist and access modules externally when they contain multiple sources. To view these connection is the same as table to table. </a:t>
            </a:r>
          </a:p>
        </p:txBody>
      </p:sp>
      <p:sp>
        <p:nvSpPr>
          <p:cNvPr id="1398" name="Manipulate Variables">
            <a:extLst>
              <a:ext uri="{FF2B5EF4-FFF2-40B4-BE49-F238E27FC236}">
                <a16:creationId xmlns:a16="http://schemas.microsoft.com/office/drawing/2014/main" id="{6801E827-5BA4-3C59-B15A-D9B8DE9D3E3B}"/>
              </a:ext>
            </a:extLst>
          </p:cNvPr>
          <p:cNvSpPr txBox="1"/>
          <p:nvPr/>
        </p:nvSpPr>
        <p:spPr>
          <a:xfrm>
            <a:off x="11283696" y="4778194"/>
            <a:ext cx="2342196"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Table to Notebook </a:t>
            </a:r>
          </a:p>
        </p:txBody>
      </p:sp>
      <p:grpSp>
        <p:nvGrpSpPr>
          <p:cNvPr id="451" name="Group 450">
            <a:extLst>
              <a:ext uri="{FF2B5EF4-FFF2-40B4-BE49-F238E27FC236}">
                <a16:creationId xmlns:a16="http://schemas.microsoft.com/office/drawing/2014/main" id="{6CCCB84A-35E4-89CC-1919-31BCAAA694B7}"/>
              </a:ext>
            </a:extLst>
          </p:cNvPr>
          <p:cNvGrpSpPr/>
          <p:nvPr/>
        </p:nvGrpSpPr>
        <p:grpSpPr>
          <a:xfrm>
            <a:off x="11682218" y="6010915"/>
            <a:ext cx="999454" cy="700110"/>
            <a:chOff x="3243530" y="3828629"/>
            <a:chExt cx="1076931" cy="700110"/>
          </a:xfrm>
        </p:grpSpPr>
        <p:sp>
          <p:nvSpPr>
            <p:cNvPr id="465" name="Rectangle 464">
              <a:extLst>
                <a:ext uri="{FF2B5EF4-FFF2-40B4-BE49-F238E27FC236}">
                  <a16:creationId xmlns:a16="http://schemas.microsoft.com/office/drawing/2014/main" id="{B54F741F-6D80-2435-F96F-4CA5D774A812}"/>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6" name="Rectangle 465">
              <a:extLst>
                <a:ext uri="{FF2B5EF4-FFF2-40B4-BE49-F238E27FC236}">
                  <a16:creationId xmlns:a16="http://schemas.microsoft.com/office/drawing/2014/main" id="{3AEB834C-F8DA-A3DD-587D-5BDA99D8B6B0}"/>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8" name="Elbow Connector 1353">
              <a:extLst>
                <a:ext uri="{FF2B5EF4-FFF2-40B4-BE49-F238E27FC236}">
                  <a16:creationId xmlns:a16="http://schemas.microsoft.com/office/drawing/2014/main" id="{A1E03A18-D653-B0D8-1748-FB5FC948738A}"/>
                </a:ext>
              </a:extLst>
            </p:cNvPr>
            <p:cNvCxnSpPr>
              <a:cxnSpLocks/>
              <a:endCxn id="46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71" name="Rectangle 470">
              <a:extLst>
                <a:ext uri="{FF2B5EF4-FFF2-40B4-BE49-F238E27FC236}">
                  <a16:creationId xmlns:a16="http://schemas.microsoft.com/office/drawing/2014/main" id="{6BE175BE-3E32-1F6B-EAF6-8001538FA666}"/>
                </a:ext>
              </a:extLst>
            </p:cNvPr>
            <p:cNvSpPr/>
            <p:nvPr/>
          </p:nvSpPr>
          <p:spPr>
            <a:xfrm>
              <a:off x="324566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72" name="Rectangle 471">
              <a:extLst>
                <a:ext uri="{FF2B5EF4-FFF2-40B4-BE49-F238E27FC236}">
                  <a16:creationId xmlns:a16="http://schemas.microsoft.com/office/drawing/2014/main" id="{46B07F4E-6A32-2530-6329-3CE5EA4F1F4A}"/>
                </a:ext>
              </a:extLst>
            </p:cNvPr>
            <p:cNvSpPr/>
            <p:nvPr/>
          </p:nvSpPr>
          <p:spPr>
            <a:xfrm>
              <a:off x="3849960" y="418783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479" name="Elbow Connector 1438">
            <a:extLst>
              <a:ext uri="{FF2B5EF4-FFF2-40B4-BE49-F238E27FC236}">
                <a16:creationId xmlns:a16="http://schemas.microsoft.com/office/drawing/2014/main" id="{0BA45A2E-34D8-5919-0DE6-6BF3065D6EBD}"/>
              </a:ext>
            </a:extLst>
          </p:cNvPr>
          <p:cNvCxnSpPr>
            <a:cxnSpLocks/>
            <a:endCxn id="481" idx="0"/>
          </p:cNvCxnSpPr>
          <p:nvPr/>
        </p:nvCxnSpPr>
        <p:spPr>
          <a:xfrm rot="16200000" flipH="1">
            <a:off x="11405455" y="6618352"/>
            <a:ext cx="1148656" cy="221456"/>
          </a:xfrm>
          <a:prstGeom prst="bentConnector3">
            <a:avLst>
              <a:gd name="adj1" fmla="val 50000"/>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480" name="Elbow Connector 1442">
            <a:extLst>
              <a:ext uri="{FF2B5EF4-FFF2-40B4-BE49-F238E27FC236}">
                <a16:creationId xmlns:a16="http://schemas.microsoft.com/office/drawing/2014/main" id="{12119B0F-91A3-92FD-9796-673AC505A0F9}"/>
              </a:ext>
            </a:extLst>
          </p:cNvPr>
          <p:cNvCxnSpPr>
            <a:cxnSpLocks/>
            <a:stCxn id="481" idx="3"/>
          </p:cNvCxnSpPr>
          <p:nvPr/>
        </p:nvCxnSpPr>
        <p:spPr>
          <a:xfrm flipV="1">
            <a:off x="12268467" y="6737841"/>
            <a:ext cx="8557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pic>
        <p:nvPicPr>
          <p:cNvPr id="481" name="Graphic 480" descr="Paper outline">
            <a:extLst>
              <a:ext uri="{FF2B5EF4-FFF2-40B4-BE49-F238E27FC236}">
                <a16:creationId xmlns:a16="http://schemas.microsoft.com/office/drawing/2014/main" id="{CD04CBFF-EA85-DE4B-B157-4408726C56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2555" y="7303408"/>
            <a:ext cx="355912" cy="361633"/>
          </a:xfrm>
          <a:prstGeom prst="rect">
            <a:avLst/>
          </a:prstGeom>
        </p:spPr>
      </p:pic>
      <p:sp>
        <p:nvSpPr>
          <p:cNvPr id="486" name="Layout Suggestions">
            <a:extLst>
              <a:ext uri="{FF2B5EF4-FFF2-40B4-BE49-F238E27FC236}">
                <a16:creationId xmlns:a16="http://schemas.microsoft.com/office/drawing/2014/main" id="{32446598-C59E-3F4F-ECE0-4A51AF09A684}"/>
              </a:ext>
            </a:extLst>
          </p:cNvPr>
          <p:cNvSpPr txBox="1"/>
          <p:nvPr/>
        </p:nvSpPr>
        <p:spPr>
          <a:xfrm>
            <a:off x="3508523" y="1389888"/>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err="1"/>
              <a:t>Kaiaulu</a:t>
            </a:r>
            <a:r>
              <a:rPr lang="en-US" dirty="0"/>
              <a:t> Architecture</a:t>
            </a:r>
            <a:endParaRPr dirty="0"/>
          </a:p>
        </p:txBody>
      </p:sp>
      <p:sp>
        <p:nvSpPr>
          <p:cNvPr id="487" name="Line">
            <a:extLst>
              <a:ext uri="{FF2B5EF4-FFF2-40B4-BE49-F238E27FC236}">
                <a16:creationId xmlns:a16="http://schemas.microsoft.com/office/drawing/2014/main" id="{443494F4-9207-8439-EE30-496917C81B3C}"/>
              </a:ext>
            </a:extLst>
          </p:cNvPr>
          <p:cNvSpPr/>
          <p:nvPr/>
        </p:nvSpPr>
        <p:spPr>
          <a:xfrm flipV="1">
            <a:off x="3495631" y="1676220"/>
            <a:ext cx="7572479"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88" name="Line">
            <a:extLst>
              <a:ext uri="{FF2B5EF4-FFF2-40B4-BE49-F238E27FC236}">
                <a16:creationId xmlns:a16="http://schemas.microsoft.com/office/drawing/2014/main" id="{9E84C4AB-62AC-0551-C40F-08FCED40189D}"/>
              </a:ext>
            </a:extLst>
          </p:cNvPr>
          <p:cNvSpPr/>
          <p:nvPr/>
        </p:nvSpPr>
        <p:spPr>
          <a:xfrm flipV="1">
            <a:off x="283464" y="1675325"/>
            <a:ext cx="2578737" cy="1176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89" name="Layout Suggestions">
            <a:extLst>
              <a:ext uri="{FF2B5EF4-FFF2-40B4-BE49-F238E27FC236}">
                <a16:creationId xmlns:a16="http://schemas.microsoft.com/office/drawing/2014/main" id="{E401166A-8A37-0E1A-E468-7034EDC62C93}"/>
              </a:ext>
            </a:extLst>
          </p:cNvPr>
          <p:cNvSpPr txBox="1"/>
          <p:nvPr/>
        </p:nvSpPr>
        <p:spPr>
          <a:xfrm>
            <a:off x="11283650" y="7723448"/>
            <a:ext cx="222959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Module API</a:t>
            </a:r>
          </a:p>
        </p:txBody>
      </p:sp>
      <p:sp>
        <p:nvSpPr>
          <p:cNvPr id="490" name="TextBox 489">
            <a:extLst>
              <a:ext uri="{FF2B5EF4-FFF2-40B4-BE49-F238E27FC236}">
                <a16:creationId xmlns:a16="http://schemas.microsoft.com/office/drawing/2014/main" id="{ED21B4F0-C0ED-91E9-EE7E-1A3B00D22137}"/>
              </a:ext>
            </a:extLst>
          </p:cNvPr>
          <p:cNvSpPr txBox="1"/>
          <p:nvPr/>
        </p:nvSpPr>
        <p:spPr>
          <a:xfrm>
            <a:off x="11256264" y="8061783"/>
            <a:ext cx="2572194"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Knowing the schema, you know the modules since they are 1-1. Knowing the modules you know what functions in the code use what data table form what source.</a:t>
            </a:r>
          </a:p>
        </p:txBody>
      </p:sp>
      <p:grpSp>
        <p:nvGrpSpPr>
          <p:cNvPr id="493" name="Group 492">
            <a:extLst>
              <a:ext uri="{FF2B5EF4-FFF2-40B4-BE49-F238E27FC236}">
                <a16:creationId xmlns:a16="http://schemas.microsoft.com/office/drawing/2014/main" id="{8F354FEB-0691-594F-10BA-DB9519128CCA}"/>
              </a:ext>
            </a:extLst>
          </p:cNvPr>
          <p:cNvGrpSpPr/>
          <p:nvPr/>
        </p:nvGrpSpPr>
        <p:grpSpPr>
          <a:xfrm>
            <a:off x="12499915" y="9381431"/>
            <a:ext cx="403336" cy="555701"/>
            <a:chOff x="3294361" y="6407053"/>
            <a:chExt cx="535312" cy="690603"/>
          </a:xfrm>
        </p:grpSpPr>
        <p:sp>
          <p:nvSpPr>
            <p:cNvPr id="494" name="Rectangle 493">
              <a:extLst>
                <a:ext uri="{FF2B5EF4-FFF2-40B4-BE49-F238E27FC236}">
                  <a16:creationId xmlns:a16="http://schemas.microsoft.com/office/drawing/2014/main" id="{8EBF8AD5-4696-8465-9A1D-7E31D2623135}"/>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5" name="Rectangle 494">
              <a:extLst>
                <a:ext uri="{FF2B5EF4-FFF2-40B4-BE49-F238E27FC236}">
                  <a16:creationId xmlns:a16="http://schemas.microsoft.com/office/drawing/2014/main" id="{B31B4CB1-FE9A-1D0D-CFD0-12F7EF24A37B}"/>
                </a:ext>
              </a:extLst>
            </p:cNvPr>
            <p:cNvSpPr/>
            <p:nvPr/>
          </p:nvSpPr>
          <p:spPr>
            <a:xfrm>
              <a:off x="3580205" y="6411199"/>
              <a:ext cx="249468"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1446" name="Rectangle 1445">
            <a:extLst>
              <a:ext uri="{FF2B5EF4-FFF2-40B4-BE49-F238E27FC236}">
                <a16:creationId xmlns:a16="http://schemas.microsoft.com/office/drawing/2014/main" id="{F95E5466-8166-90A5-C036-B5EFF5B3603D}"/>
              </a:ext>
            </a:extLst>
          </p:cNvPr>
          <p:cNvSpPr/>
          <p:nvPr/>
        </p:nvSpPr>
        <p:spPr>
          <a:xfrm>
            <a:off x="11982557" y="9279976"/>
            <a:ext cx="353255" cy="273608"/>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56" name="Rectangle 1455">
            <a:extLst>
              <a:ext uri="{FF2B5EF4-FFF2-40B4-BE49-F238E27FC236}">
                <a16:creationId xmlns:a16="http://schemas.microsoft.com/office/drawing/2014/main" id="{900E12A8-FBCD-3076-DCD0-057C1137ED57}"/>
              </a:ext>
            </a:extLst>
          </p:cNvPr>
          <p:cNvSpPr/>
          <p:nvPr/>
        </p:nvSpPr>
        <p:spPr>
          <a:xfrm>
            <a:off x="11982557" y="9277441"/>
            <a:ext cx="107667" cy="7947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71" name="Rectangle 1470">
            <a:extLst>
              <a:ext uri="{FF2B5EF4-FFF2-40B4-BE49-F238E27FC236}">
                <a16:creationId xmlns:a16="http://schemas.microsoft.com/office/drawing/2014/main" id="{6F23C84E-E25F-F35E-68B4-383BE4641557}"/>
              </a:ext>
            </a:extLst>
          </p:cNvPr>
          <p:cNvSpPr/>
          <p:nvPr/>
        </p:nvSpPr>
        <p:spPr>
          <a:xfrm>
            <a:off x="11416611" y="9189115"/>
            <a:ext cx="353255" cy="27223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2" name="Line">
            <a:extLst>
              <a:ext uri="{FF2B5EF4-FFF2-40B4-BE49-F238E27FC236}">
                <a16:creationId xmlns:a16="http://schemas.microsoft.com/office/drawing/2014/main" id="{419227B1-59EE-73D4-87DB-D2C07FBA654D}"/>
              </a:ext>
            </a:extLst>
          </p:cNvPr>
          <p:cNvSpPr/>
          <p:nvPr/>
        </p:nvSpPr>
        <p:spPr>
          <a:xfrm flipV="1">
            <a:off x="11295616" y="2040489"/>
            <a:ext cx="2080392" cy="831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3" name="Line">
            <a:extLst>
              <a:ext uri="{FF2B5EF4-FFF2-40B4-BE49-F238E27FC236}">
                <a16:creationId xmlns:a16="http://schemas.microsoft.com/office/drawing/2014/main" id="{246B5D21-420C-8361-905C-999071C677F9}"/>
              </a:ext>
            </a:extLst>
          </p:cNvPr>
          <p:cNvSpPr/>
          <p:nvPr/>
        </p:nvSpPr>
        <p:spPr>
          <a:xfrm flipV="1">
            <a:off x="11331932" y="8088011"/>
            <a:ext cx="2133027" cy="259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pic>
        <p:nvPicPr>
          <p:cNvPr id="1458" name="Graphic 1457" descr="User with solid fill">
            <a:extLst>
              <a:ext uri="{FF2B5EF4-FFF2-40B4-BE49-F238E27FC236}">
                <a16:creationId xmlns:a16="http://schemas.microsoft.com/office/drawing/2014/main" id="{F342AF4F-DA25-B6AD-B876-CE904738091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67470" y="8389823"/>
            <a:ext cx="1893472" cy="1893472"/>
          </a:xfrm>
          <a:prstGeom prst="rect">
            <a:avLst/>
          </a:prstGeom>
        </p:spPr>
      </p:pic>
      <p:sp>
        <p:nvSpPr>
          <p:cNvPr id="1462" name="Rectangle 1461">
            <a:extLst>
              <a:ext uri="{FF2B5EF4-FFF2-40B4-BE49-F238E27FC236}">
                <a16:creationId xmlns:a16="http://schemas.microsoft.com/office/drawing/2014/main" id="{64B7D0A9-20EB-BDFF-CD8E-6728F624C386}"/>
              </a:ext>
            </a:extLst>
          </p:cNvPr>
          <p:cNvSpPr/>
          <p:nvPr/>
        </p:nvSpPr>
        <p:spPr>
          <a:xfrm>
            <a:off x="6362186" y="8378170"/>
            <a:ext cx="1897816" cy="1756090"/>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63" name="Rectangle 1462">
            <a:extLst>
              <a:ext uri="{FF2B5EF4-FFF2-40B4-BE49-F238E27FC236}">
                <a16:creationId xmlns:a16="http://schemas.microsoft.com/office/drawing/2014/main" id="{7431C8F1-4341-7193-EEDF-9EE65BFA0BC5}"/>
              </a:ext>
            </a:extLst>
          </p:cNvPr>
          <p:cNvSpPr/>
          <p:nvPr/>
        </p:nvSpPr>
        <p:spPr>
          <a:xfrm>
            <a:off x="13158404" y="9793724"/>
            <a:ext cx="359684" cy="35971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464" name="Graphic 1463" descr="User with solid fill">
            <a:extLst>
              <a:ext uri="{FF2B5EF4-FFF2-40B4-BE49-F238E27FC236}">
                <a16:creationId xmlns:a16="http://schemas.microsoft.com/office/drawing/2014/main" id="{2882142E-C146-BCCE-82BD-A19A41F8BCA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162551" y="9806443"/>
            <a:ext cx="378214" cy="378214"/>
          </a:xfrm>
          <a:prstGeom prst="rect">
            <a:avLst/>
          </a:prstGeom>
        </p:spPr>
      </p:pic>
      <p:cxnSp>
        <p:nvCxnSpPr>
          <p:cNvPr id="44" name="Straight Connector 43">
            <a:extLst>
              <a:ext uri="{FF2B5EF4-FFF2-40B4-BE49-F238E27FC236}">
                <a16:creationId xmlns:a16="http://schemas.microsoft.com/office/drawing/2014/main" id="{4FCC57FC-CE4C-08C5-F3DD-1376DA892807}"/>
              </a:ext>
            </a:extLst>
          </p:cNvPr>
          <p:cNvCxnSpPr>
            <a:cxnSpLocks/>
            <a:endCxn id="1456" idx="0"/>
          </p:cNvCxnSpPr>
          <p:nvPr/>
        </p:nvCxnSpPr>
        <p:spPr>
          <a:xfrm>
            <a:off x="11416611" y="9186580"/>
            <a:ext cx="619780" cy="9086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4" name="Straight Connector 53">
            <a:extLst>
              <a:ext uri="{FF2B5EF4-FFF2-40B4-BE49-F238E27FC236}">
                <a16:creationId xmlns:a16="http://schemas.microsoft.com/office/drawing/2014/main" id="{54620726-8C9E-0FBA-EB87-4FA42A0389A5}"/>
              </a:ext>
            </a:extLst>
          </p:cNvPr>
          <p:cNvCxnSpPr>
            <a:cxnSpLocks/>
          </p:cNvCxnSpPr>
          <p:nvPr/>
        </p:nvCxnSpPr>
        <p:spPr>
          <a:xfrm>
            <a:off x="11719880" y="9188535"/>
            <a:ext cx="615932" cy="886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5" name="Straight Connector 1344">
            <a:extLst>
              <a:ext uri="{FF2B5EF4-FFF2-40B4-BE49-F238E27FC236}">
                <a16:creationId xmlns:a16="http://schemas.microsoft.com/office/drawing/2014/main" id="{292B3E20-E97C-3CD2-4E60-23593473D9FB}"/>
              </a:ext>
            </a:extLst>
          </p:cNvPr>
          <p:cNvCxnSpPr>
            <a:cxnSpLocks/>
          </p:cNvCxnSpPr>
          <p:nvPr/>
        </p:nvCxnSpPr>
        <p:spPr>
          <a:xfrm>
            <a:off x="11421453" y="9474708"/>
            <a:ext cx="551173" cy="735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6" name="Straight Connector 1345">
            <a:extLst>
              <a:ext uri="{FF2B5EF4-FFF2-40B4-BE49-F238E27FC236}">
                <a16:creationId xmlns:a16="http://schemas.microsoft.com/office/drawing/2014/main" id="{3B9FA25F-81F0-6C8F-9249-5B36EE6F3595}"/>
              </a:ext>
            </a:extLst>
          </p:cNvPr>
          <p:cNvCxnSpPr>
            <a:cxnSpLocks/>
          </p:cNvCxnSpPr>
          <p:nvPr/>
        </p:nvCxnSpPr>
        <p:spPr>
          <a:xfrm>
            <a:off x="11760803" y="9469143"/>
            <a:ext cx="551173" cy="735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7" name="Straight Connector 1346">
            <a:extLst>
              <a:ext uri="{FF2B5EF4-FFF2-40B4-BE49-F238E27FC236}">
                <a16:creationId xmlns:a16="http://schemas.microsoft.com/office/drawing/2014/main" id="{CF4680DA-0786-185E-5FC9-F7B349F20C98}"/>
              </a:ext>
            </a:extLst>
          </p:cNvPr>
          <p:cNvCxnSpPr>
            <a:cxnSpLocks/>
          </p:cNvCxnSpPr>
          <p:nvPr/>
        </p:nvCxnSpPr>
        <p:spPr>
          <a:xfrm>
            <a:off x="11982557" y="9277185"/>
            <a:ext cx="549174" cy="11696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E02E3F2D-8720-BFB2-4FB6-1B968E386677}"/>
              </a:ext>
            </a:extLst>
          </p:cNvPr>
          <p:cNvCxnSpPr>
            <a:cxnSpLocks/>
          </p:cNvCxnSpPr>
          <p:nvPr/>
        </p:nvCxnSpPr>
        <p:spPr>
          <a:xfrm>
            <a:off x="12315252" y="9277185"/>
            <a:ext cx="551173" cy="1018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8" name="Straight Connector 1377">
            <a:extLst>
              <a:ext uri="{FF2B5EF4-FFF2-40B4-BE49-F238E27FC236}">
                <a16:creationId xmlns:a16="http://schemas.microsoft.com/office/drawing/2014/main" id="{51A292FF-9BC5-EDC8-689F-AAD8D6217983}"/>
              </a:ext>
            </a:extLst>
          </p:cNvPr>
          <p:cNvCxnSpPr>
            <a:cxnSpLocks/>
          </p:cNvCxnSpPr>
          <p:nvPr/>
        </p:nvCxnSpPr>
        <p:spPr>
          <a:xfrm>
            <a:off x="11982557" y="9561373"/>
            <a:ext cx="549174" cy="4107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82" name="Straight Connector 1381">
            <a:extLst>
              <a:ext uri="{FF2B5EF4-FFF2-40B4-BE49-F238E27FC236}">
                <a16:creationId xmlns:a16="http://schemas.microsoft.com/office/drawing/2014/main" id="{41A0D861-F0B2-868E-9343-9694F6A53CE8}"/>
              </a:ext>
            </a:extLst>
          </p:cNvPr>
          <p:cNvCxnSpPr>
            <a:cxnSpLocks/>
          </p:cNvCxnSpPr>
          <p:nvPr/>
        </p:nvCxnSpPr>
        <p:spPr>
          <a:xfrm>
            <a:off x="12329751" y="9553584"/>
            <a:ext cx="595179" cy="38562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99" name="Straight Connector 1398">
            <a:extLst>
              <a:ext uri="{FF2B5EF4-FFF2-40B4-BE49-F238E27FC236}">
                <a16:creationId xmlns:a16="http://schemas.microsoft.com/office/drawing/2014/main" id="{40511E4A-BD78-4722-FD69-602B75568230}"/>
              </a:ext>
            </a:extLst>
          </p:cNvPr>
          <p:cNvCxnSpPr>
            <a:cxnSpLocks/>
          </p:cNvCxnSpPr>
          <p:nvPr/>
        </p:nvCxnSpPr>
        <p:spPr>
          <a:xfrm>
            <a:off x="12470498" y="9385179"/>
            <a:ext cx="688451" cy="4140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05" name="Straight Connector 1404">
            <a:extLst>
              <a:ext uri="{FF2B5EF4-FFF2-40B4-BE49-F238E27FC236}">
                <a16:creationId xmlns:a16="http://schemas.microsoft.com/office/drawing/2014/main" id="{AA48A773-229B-5983-1218-1A3F03509B8C}"/>
              </a:ext>
            </a:extLst>
          </p:cNvPr>
          <p:cNvCxnSpPr>
            <a:cxnSpLocks/>
          </p:cNvCxnSpPr>
          <p:nvPr/>
        </p:nvCxnSpPr>
        <p:spPr>
          <a:xfrm>
            <a:off x="12496515" y="9948317"/>
            <a:ext cx="705564" cy="21241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6" name="Straight Connector 455">
            <a:extLst>
              <a:ext uri="{FF2B5EF4-FFF2-40B4-BE49-F238E27FC236}">
                <a16:creationId xmlns:a16="http://schemas.microsoft.com/office/drawing/2014/main" id="{BF08355D-CDF2-B190-DC8A-6006D4C50315}"/>
              </a:ext>
            </a:extLst>
          </p:cNvPr>
          <p:cNvCxnSpPr>
            <a:cxnSpLocks/>
          </p:cNvCxnSpPr>
          <p:nvPr/>
        </p:nvCxnSpPr>
        <p:spPr>
          <a:xfrm>
            <a:off x="12924930" y="9406899"/>
            <a:ext cx="602379" cy="37768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9" name="Straight Connector 458">
            <a:extLst>
              <a:ext uri="{FF2B5EF4-FFF2-40B4-BE49-F238E27FC236}">
                <a16:creationId xmlns:a16="http://schemas.microsoft.com/office/drawing/2014/main" id="{06C77977-9D88-2153-45EE-BA1C4B81B4D6}"/>
              </a:ext>
            </a:extLst>
          </p:cNvPr>
          <p:cNvCxnSpPr>
            <a:cxnSpLocks/>
          </p:cNvCxnSpPr>
          <p:nvPr/>
        </p:nvCxnSpPr>
        <p:spPr>
          <a:xfrm>
            <a:off x="12924930" y="9939204"/>
            <a:ext cx="591549" cy="21195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452" name="TextBox 451">
            <a:extLst>
              <a:ext uri="{FF2B5EF4-FFF2-40B4-BE49-F238E27FC236}">
                <a16:creationId xmlns:a16="http://schemas.microsoft.com/office/drawing/2014/main" id="{B02A380B-16DC-22B0-71CE-3132F45A392F}"/>
              </a:ext>
            </a:extLst>
          </p:cNvPr>
          <p:cNvSpPr txBox="1"/>
          <p:nvPr/>
        </p:nvSpPr>
        <p:spPr>
          <a:xfrm>
            <a:off x="11256264" y="2406037"/>
            <a:ext cx="2535488" cy="874518"/>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With the .</a:t>
            </a:r>
            <a:r>
              <a:rPr lang="en-US" b="0" dirty="0" err="1">
                <a:solidFill>
                  <a:schemeClr val="bg2">
                    <a:lumMod val="10000"/>
                  </a:schemeClr>
                </a:solidFill>
                <a:latin typeface="Source Sans Pro" panose="020B0503030403020204" pitchFamily="34" charset="0"/>
                <a:ea typeface="Source Sans Pro" panose="020B0503030403020204" pitchFamily="34" charset="0"/>
              </a:rPr>
              <a:t>mwb</a:t>
            </a:r>
            <a:r>
              <a:rPr lang="en-US" b="0" dirty="0">
                <a:solidFill>
                  <a:schemeClr val="bg2">
                    <a:lumMod val="10000"/>
                  </a:schemeClr>
                </a:solidFill>
                <a:latin typeface="Source Sans Pro" panose="020B0503030403020204" pitchFamily="34" charset="0"/>
                <a:ea typeface="Source Sans Pro" panose="020B0503030403020204" pitchFamily="34" charset="0"/>
              </a:rPr>
              <a:t> to locate the columns the table’s use for connections one just needs to  hover over the connection or table.</a:t>
            </a:r>
          </a:p>
        </p:txBody>
      </p:sp>
      <p:grpSp>
        <p:nvGrpSpPr>
          <p:cNvPr id="453" name="Group 452">
            <a:extLst>
              <a:ext uri="{FF2B5EF4-FFF2-40B4-BE49-F238E27FC236}">
                <a16:creationId xmlns:a16="http://schemas.microsoft.com/office/drawing/2014/main" id="{6F025AB3-1D56-2AE8-6E02-2899DF060E8A}"/>
              </a:ext>
            </a:extLst>
          </p:cNvPr>
          <p:cNvGrpSpPr/>
          <p:nvPr/>
        </p:nvGrpSpPr>
        <p:grpSpPr>
          <a:xfrm>
            <a:off x="11374100" y="3465728"/>
            <a:ext cx="1763725" cy="931206"/>
            <a:chOff x="3243530" y="3828629"/>
            <a:chExt cx="1763725" cy="931206"/>
          </a:xfrm>
        </p:grpSpPr>
        <p:sp>
          <p:nvSpPr>
            <p:cNvPr id="454" name="Rectangle 453">
              <a:extLst>
                <a:ext uri="{FF2B5EF4-FFF2-40B4-BE49-F238E27FC236}">
                  <a16:creationId xmlns:a16="http://schemas.microsoft.com/office/drawing/2014/main" id="{E340EC0F-DCA2-8B91-2ADB-1AD532A43DB1}"/>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5" name="Rectangle 454">
              <a:extLst>
                <a:ext uri="{FF2B5EF4-FFF2-40B4-BE49-F238E27FC236}">
                  <a16:creationId xmlns:a16="http://schemas.microsoft.com/office/drawing/2014/main" id="{BE427273-0463-1EA1-0CC9-75A0C1A6E386}"/>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7" name="Rectangle 456">
              <a:extLst>
                <a:ext uri="{FF2B5EF4-FFF2-40B4-BE49-F238E27FC236}">
                  <a16:creationId xmlns:a16="http://schemas.microsoft.com/office/drawing/2014/main" id="{64D45FA8-A8A9-C05C-F0BA-C5B01E4055E0}"/>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58" name="Rectangle 457">
              <a:extLst>
                <a:ext uri="{FF2B5EF4-FFF2-40B4-BE49-F238E27FC236}">
                  <a16:creationId xmlns:a16="http://schemas.microsoft.com/office/drawing/2014/main" id="{4C7F3F63-053D-112C-628D-4C00E66D046A}"/>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0" name="Elbow Connector 1353">
              <a:extLst>
                <a:ext uri="{FF2B5EF4-FFF2-40B4-BE49-F238E27FC236}">
                  <a16:creationId xmlns:a16="http://schemas.microsoft.com/office/drawing/2014/main" id="{9E336341-9CF8-8D67-13A0-A5B2967AD7C7}"/>
                </a:ext>
              </a:extLst>
            </p:cNvPr>
            <p:cNvCxnSpPr>
              <a:cxnSpLocks/>
              <a:endCxn id="45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1" name="Elbow Connector 1356">
              <a:extLst>
                <a:ext uri="{FF2B5EF4-FFF2-40B4-BE49-F238E27FC236}">
                  <a16:creationId xmlns:a16="http://schemas.microsoft.com/office/drawing/2014/main" id="{8A287FCF-C6C4-45A0-66B1-A329E586CB75}"/>
                </a:ext>
              </a:extLst>
            </p:cNvPr>
            <p:cNvCxnSpPr>
              <a:cxnSpLocks/>
              <a:stCxn id="455" idx="3"/>
              <a:endCxn id="458"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2" name="Elbow Connector 1361">
              <a:extLst>
                <a:ext uri="{FF2B5EF4-FFF2-40B4-BE49-F238E27FC236}">
                  <a16:creationId xmlns:a16="http://schemas.microsoft.com/office/drawing/2014/main" id="{4946FBA2-E238-148F-6C14-5AA40B97B87F}"/>
                </a:ext>
              </a:extLst>
            </p:cNvPr>
            <p:cNvCxnSpPr>
              <a:cxnSpLocks/>
              <a:stCxn id="455" idx="2"/>
              <a:endCxn id="45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63" name="Rectangle 462">
              <a:extLst>
                <a:ext uri="{FF2B5EF4-FFF2-40B4-BE49-F238E27FC236}">
                  <a16:creationId xmlns:a16="http://schemas.microsoft.com/office/drawing/2014/main" id="{B45AC249-5EBE-7584-7463-8A8211F1F9C1}"/>
                </a:ext>
              </a:extLst>
            </p:cNvPr>
            <p:cNvSpPr/>
            <p:nvPr/>
          </p:nvSpPr>
          <p:spPr>
            <a:xfrm>
              <a:off x="324361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4" name="Rectangle 463">
              <a:extLst>
                <a:ext uri="{FF2B5EF4-FFF2-40B4-BE49-F238E27FC236}">
                  <a16:creationId xmlns:a16="http://schemas.microsoft.com/office/drawing/2014/main" id="{DC781ECC-8ED8-CE8B-BAE1-13AFB7B18E7E}"/>
                </a:ext>
              </a:extLst>
            </p:cNvPr>
            <p:cNvSpPr/>
            <p:nvPr/>
          </p:nvSpPr>
          <p:spPr>
            <a:xfrm>
              <a:off x="3853372" y="41906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7" name="Rectangle 466">
              <a:extLst>
                <a:ext uri="{FF2B5EF4-FFF2-40B4-BE49-F238E27FC236}">
                  <a16:creationId xmlns:a16="http://schemas.microsoft.com/office/drawing/2014/main" id="{6DC3225D-09AD-AA60-CD64-AF844B1FABC8}"/>
                </a:ext>
              </a:extLst>
            </p:cNvPr>
            <p:cNvSpPr/>
            <p:nvPr/>
          </p:nvSpPr>
          <p:spPr>
            <a:xfrm>
              <a:off x="4540811" y="442103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9" name="Rectangle 468">
              <a:extLst>
                <a:ext uri="{FF2B5EF4-FFF2-40B4-BE49-F238E27FC236}">
                  <a16:creationId xmlns:a16="http://schemas.microsoft.com/office/drawing/2014/main" id="{310C1E34-7E77-4A40-4112-86C2D1E41966}"/>
                </a:ext>
              </a:extLst>
            </p:cNvPr>
            <p:cNvSpPr/>
            <p:nvPr/>
          </p:nvSpPr>
          <p:spPr>
            <a:xfrm>
              <a:off x="4524401" y="3865553"/>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470" name="Manipulate Variables">
            <a:extLst>
              <a:ext uri="{FF2B5EF4-FFF2-40B4-BE49-F238E27FC236}">
                <a16:creationId xmlns:a16="http://schemas.microsoft.com/office/drawing/2014/main" id="{7C206663-9C0A-1E02-83C4-4D4801C1FDF3}"/>
              </a:ext>
            </a:extLst>
          </p:cNvPr>
          <p:cNvSpPr txBox="1"/>
          <p:nvPr/>
        </p:nvSpPr>
        <p:spPr>
          <a:xfrm>
            <a:off x="11283696" y="2091644"/>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Table to Table </a:t>
            </a:r>
          </a:p>
        </p:txBody>
      </p:sp>
      <p:sp>
        <p:nvSpPr>
          <p:cNvPr id="475" name="Line">
            <a:extLst>
              <a:ext uri="{FF2B5EF4-FFF2-40B4-BE49-F238E27FC236}">
                <a16:creationId xmlns:a16="http://schemas.microsoft.com/office/drawing/2014/main" id="{4C0467C1-6C3C-8C1A-B700-A606CF1A2725}"/>
              </a:ext>
            </a:extLst>
          </p:cNvPr>
          <p:cNvSpPr/>
          <p:nvPr/>
        </p:nvSpPr>
        <p:spPr>
          <a:xfrm flipV="1">
            <a:off x="261807" y="3250712"/>
            <a:ext cx="2578737" cy="1176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2796576648"/>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2D029-E1C7-784D-FECD-E2DBB882C5E2}"/>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4061B06C-51D8-E4B6-7A01-95E302153153}"/>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99E69293-729B-0934-2B68-0C5E4EE30355}"/>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16BBC792-B74E-F3F5-014F-0C0F819B642E}"/>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502465ED-3CCC-59E9-AFA5-E8D9DF20AFF6}"/>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Schema</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5D1D6713-A076-34B1-85BE-DA3822EE4402}"/>
              </a:ext>
            </a:extLst>
          </p:cNvPr>
          <p:cNvSpPr txBox="1"/>
          <p:nvPr/>
        </p:nvSpPr>
        <p:spPr>
          <a:xfrm>
            <a:off x="248128" y="1385942"/>
            <a:ext cx="134972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7956D132-9805-E92B-370D-B01FC85E0D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269EF6F4-88D6-BE61-DF14-2F34854698C8}"/>
              </a:ext>
            </a:extLst>
          </p:cNvPr>
          <p:cNvSpPr txBox="1"/>
          <p:nvPr/>
        </p:nvSpPr>
        <p:spPr>
          <a:xfrm>
            <a:off x="207428" y="1677025"/>
            <a:ext cx="2740629"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combining of multiple sources, such as Git, Jira, and GitHub for analysis. This cheat sheet showcases the data schema for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facilitates identifying how to combine data sources of interest to the user.</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CD1F45CD-E320-16EA-8A0E-A718D1BC1977}"/>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8" name="Layout Suggestions">
            <a:extLst>
              <a:ext uri="{FF2B5EF4-FFF2-40B4-BE49-F238E27FC236}">
                <a16:creationId xmlns:a16="http://schemas.microsoft.com/office/drawing/2014/main" id="{0DB2A203-A695-ACB6-5B64-B31A9C7DAFC9}"/>
              </a:ext>
            </a:extLst>
          </p:cNvPr>
          <p:cNvSpPr txBox="1"/>
          <p:nvPr/>
        </p:nvSpPr>
        <p:spPr>
          <a:xfrm>
            <a:off x="11283650" y="1388329"/>
            <a:ext cx="1748028" cy="64780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p:txBody>
      </p:sp>
      <p:sp>
        <p:nvSpPr>
          <p:cNvPr id="60" name="Layout Suggestions">
            <a:extLst>
              <a:ext uri="{FF2B5EF4-FFF2-40B4-BE49-F238E27FC236}">
                <a16:creationId xmlns:a16="http://schemas.microsoft.com/office/drawing/2014/main" id="{A6C5A900-A0C9-096B-3D5C-AC1975020E9B}"/>
              </a:ext>
            </a:extLst>
          </p:cNvPr>
          <p:cNvSpPr txBox="1"/>
          <p:nvPr/>
        </p:nvSpPr>
        <p:spPr>
          <a:xfrm>
            <a:off x="246888" y="2925634"/>
            <a:ext cx="2990314"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Layers</a:t>
            </a:r>
          </a:p>
        </p:txBody>
      </p:sp>
      <p:sp>
        <p:nvSpPr>
          <p:cNvPr id="61" name="TextBox 60">
            <a:extLst>
              <a:ext uri="{FF2B5EF4-FFF2-40B4-BE49-F238E27FC236}">
                <a16:creationId xmlns:a16="http://schemas.microsoft.com/office/drawing/2014/main" id="{178DA570-1ADD-3060-0838-8058A06CEB3B}"/>
              </a:ext>
            </a:extLst>
          </p:cNvPr>
          <p:cNvSpPr txBox="1"/>
          <p:nvPr/>
        </p:nvSpPr>
        <p:spPr>
          <a:xfrm>
            <a:off x="207195" y="6410557"/>
            <a:ext cx="2308743"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uses exec 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Rmd</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files for users to interface to the program.</a:t>
            </a:r>
            <a:endParaRPr lang="en-US" b="0" dirty="0">
              <a:solidFill>
                <a:srgbClr val="000000"/>
              </a:solidFill>
              <a:latin typeface="Source Sans Pro" panose="020B0503030403020204" pitchFamily="34" charset="0"/>
              <a:ea typeface="Source Sans Pro" panose="020B0503030403020204" pitchFamily="34" charset="0"/>
            </a:endParaRPr>
          </a:p>
        </p:txBody>
      </p:sp>
      <p:cxnSp>
        <p:nvCxnSpPr>
          <p:cNvPr id="38" name="Straight Connector 37">
            <a:extLst>
              <a:ext uri="{FF2B5EF4-FFF2-40B4-BE49-F238E27FC236}">
                <a16:creationId xmlns:a16="http://schemas.microsoft.com/office/drawing/2014/main" id="{E170DE8F-4CF6-31CF-725E-907BF988AF0B}"/>
              </a:ext>
            </a:extLst>
          </p:cNvPr>
          <p:cNvCxnSpPr>
            <a:cxnSpLocks/>
          </p:cNvCxnSpPr>
          <p:nvPr/>
        </p:nvCxnSpPr>
        <p:spPr>
          <a:xfrm>
            <a:off x="9479042" y="4756581"/>
            <a:ext cx="378975" cy="91856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6" name="Rectangle 35">
            <a:extLst>
              <a:ext uri="{FF2B5EF4-FFF2-40B4-BE49-F238E27FC236}">
                <a16:creationId xmlns:a16="http://schemas.microsoft.com/office/drawing/2014/main" id="{A80274A8-E45E-27A1-C4DF-3A350B7BEE88}"/>
              </a:ext>
            </a:extLst>
          </p:cNvPr>
          <p:cNvSpPr/>
          <p:nvPr/>
        </p:nvSpPr>
        <p:spPr>
          <a:xfrm>
            <a:off x="8885383" y="2414451"/>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491" name="Group 490">
            <a:extLst>
              <a:ext uri="{FF2B5EF4-FFF2-40B4-BE49-F238E27FC236}">
                <a16:creationId xmlns:a16="http://schemas.microsoft.com/office/drawing/2014/main" id="{BA6DC02C-8ADC-F76B-32C7-8B54B248C6AD}"/>
              </a:ext>
            </a:extLst>
          </p:cNvPr>
          <p:cNvGrpSpPr/>
          <p:nvPr/>
        </p:nvGrpSpPr>
        <p:grpSpPr>
          <a:xfrm>
            <a:off x="9862579" y="4896232"/>
            <a:ext cx="1335498" cy="782062"/>
            <a:chOff x="8698604" y="5125201"/>
            <a:chExt cx="1335498" cy="782062"/>
          </a:xfrm>
        </p:grpSpPr>
        <p:sp>
          <p:nvSpPr>
            <p:cNvPr id="52" name="Rectangle 51">
              <a:extLst>
                <a:ext uri="{FF2B5EF4-FFF2-40B4-BE49-F238E27FC236}">
                  <a16:creationId xmlns:a16="http://schemas.microsoft.com/office/drawing/2014/main" id="{86ACA488-403A-795B-3BAD-3D4B23170263}"/>
                </a:ext>
              </a:extLst>
            </p:cNvPr>
            <p:cNvSpPr/>
            <p:nvPr/>
          </p:nvSpPr>
          <p:spPr>
            <a:xfrm>
              <a:off x="9217110" y="5147053"/>
              <a:ext cx="752708"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CCD76AE9-952B-BD4F-F4AB-97FDD26D8348}"/>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49D5C666-1F12-2250-3330-B7A1710DBCEE}"/>
                </a:ext>
              </a:extLst>
            </p:cNvPr>
            <p:cNvSpPr txBox="1"/>
            <p:nvPr/>
          </p:nvSpPr>
          <p:spPr>
            <a:xfrm>
              <a:off x="9123325" y="5125201"/>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4F954F0C-B783-B103-7126-D45367DEDD82}"/>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D07CD0D7-0905-35C0-7D5C-ADBE0DB67594}"/>
              </a:ext>
            </a:extLst>
          </p:cNvPr>
          <p:cNvGrpSpPr/>
          <p:nvPr/>
        </p:nvGrpSpPr>
        <p:grpSpPr>
          <a:xfrm>
            <a:off x="9376024" y="3665252"/>
            <a:ext cx="1528738" cy="1104564"/>
            <a:chOff x="9083317" y="3698917"/>
            <a:chExt cx="1528738" cy="1104564"/>
          </a:xfrm>
        </p:grpSpPr>
        <p:sp>
          <p:nvSpPr>
            <p:cNvPr id="35" name="Rectangle 34">
              <a:extLst>
                <a:ext uri="{FF2B5EF4-FFF2-40B4-BE49-F238E27FC236}">
                  <a16:creationId xmlns:a16="http://schemas.microsoft.com/office/drawing/2014/main" id="{3A40FB4B-D335-01C7-33DE-3E25F6E66C89}"/>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96C02903-1349-3850-7A78-CA8EB983F1AE}"/>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786F2E23-B205-CAD1-947E-28BFF0811F64}"/>
                </a:ext>
              </a:extLst>
            </p:cNvPr>
            <p:cNvSpPr txBox="1"/>
            <p:nvPr/>
          </p:nvSpPr>
          <p:spPr>
            <a:xfrm>
              <a:off x="9083317" y="3698917"/>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Schema</a:t>
              </a:r>
              <a:endParaRPr kumimoji="0" lang="en-US" sz="1000" b="0" i="0" u="none" strike="noStrike" cap="none" spc="0" normalizeH="0" baseline="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62A369A7-2C82-2B31-2962-CFBBAC06ADB7}"/>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2859E46D-D119-03F8-C406-6D9801D8FBBB}"/>
                </a:ext>
              </a:extLst>
            </p:cNvPr>
            <p:cNvGraphicFramePr/>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cxnSp>
        <p:nvCxnSpPr>
          <p:cNvPr id="499" name="Straight Connector 498">
            <a:extLst>
              <a:ext uri="{FF2B5EF4-FFF2-40B4-BE49-F238E27FC236}">
                <a16:creationId xmlns:a16="http://schemas.microsoft.com/office/drawing/2014/main" id="{3CBCE468-8659-B61B-7FDC-892306BF23C1}"/>
              </a:ext>
            </a:extLst>
          </p:cNvPr>
          <p:cNvCxnSpPr>
            <a:cxnSpLocks/>
          </p:cNvCxnSpPr>
          <p:nvPr/>
        </p:nvCxnSpPr>
        <p:spPr>
          <a:xfrm>
            <a:off x="10742385" y="4962622"/>
            <a:ext cx="77365" cy="1459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E3698B3D-9208-E3F5-C6E9-C7BA1E3DA057}"/>
              </a:ext>
            </a:extLst>
          </p:cNvPr>
          <p:cNvCxnSpPr>
            <a:cxnSpLocks/>
          </p:cNvCxnSpPr>
          <p:nvPr/>
        </p:nvCxnSpPr>
        <p:spPr>
          <a:xfrm>
            <a:off x="8900324" y="3460697"/>
            <a:ext cx="578718" cy="129588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202ECF9C-025E-25EF-440C-83E78B9E0798}"/>
              </a:ext>
            </a:extLst>
          </p:cNvPr>
          <p:cNvCxnSpPr>
            <a:cxnSpLocks/>
          </p:cNvCxnSpPr>
          <p:nvPr/>
        </p:nvCxnSpPr>
        <p:spPr>
          <a:xfrm>
            <a:off x="10159905" y="3459425"/>
            <a:ext cx="142794" cy="2203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AF4A75D0-8E49-B702-3065-BF6A261F2784}"/>
              </a:ext>
            </a:extLst>
          </p:cNvPr>
          <p:cNvCxnSpPr>
            <a:cxnSpLocks/>
          </p:cNvCxnSpPr>
          <p:nvPr/>
        </p:nvCxnSpPr>
        <p:spPr>
          <a:xfrm>
            <a:off x="8893271" y="2404362"/>
            <a:ext cx="596070"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035E886F-F091-A4C9-C9B4-51319ED495D6}"/>
              </a:ext>
            </a:extLst>
          </p:cNvPr>
          <p:cNvCxnSpPr>
            <a:cxnSpLocks/>
          </p:cNvCxnSpPr>
          <p:nvPr/>
        </p:nvCxnSpPr>
        <p:spPr>
          <a:xfrm>
            <a:off x="10159905" y="2404362"/>
            <a:ext cx="597562" cy="1275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58E34E4E-1DDE-6128-E557-7A83C7B21F40}"/>
              </a:ext>
            </a:extLst>
          </p:cNvPr>
          <p:cNvCxnSpPr>
            <a:cxnSpLocks/>
          </p:cNvCxnSpPr>
          <p:nvPr/>
        </p:nvCxnSpPr>
        <p:spPr>
          <a:xfrm>
            <a:off x="10757467" y="3697275"/>
            <a:ext cx="365577" cy="12143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B1EECAE7-A019-72F2-4073-187B673E6B06}"/>
              </a:ext>
            </a:extLst>
          </p:cNvPr>
          <p:cNvCxnSpPr>
            <a:cxnSpLocks/>
          </p:cNvCxnSpPr>
          <p:nvPr/>
        </p:nvCxnSpPr>
        <p:spPr>
          <a:xfrm>
            <a:off x="9489341" y="3697275"/>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468" name="Group 1467">
            <a:extLst>
              <a:ext uri="{FF2B5EF4-FFF2-40B4-BE49-F238E27FC236}">
                <a16:creationId xmlns:a16="http://schemas.microsoft.com/office/drawing/2014/main" id="{AC86B3C8-75D5-DD15-6919-88F482882840}"/>
              </a:ext>
            </a:extLst>
          </p:cNvPr>
          <p:cNvGrpSpPr/>
          <p:nvPr/>
        </p:nvGrpSpPr>
        <p:grpSpPr>
          <a:xfrm>
            <a:off x="7055895" y="2441838"/>
            <a:ext cx="1556931" cy="1007599"/>
            <a:chOff x="6630023" y="2521628"/>
            <a:chExt cx="1556931" cy="1007599"/>
          </a:xfrm>
        </p:grpSpPr>
        <p:sp>
          <p:nvSpPr>
            <p:cNvPr id="6" name="Rectangle 5">
              <a:extLst>
                <a:ext uri="{FF2B5EF4-FFF2-40B4-BE49-F238E27FC236}">
                  <a16:creationId xmlns:a16="http://schemas.microsoft.com/office/drawing/2014/main" id="{4A916825-1E8A-D6DF-3AF9-4A6AFA99501D}"/>
                </a:ext>
              </a:extLst>
            </p:cNvPr>
            <p:cNvSpPr/>
            <p:nvPr/>
          </p:nvSpPr>
          <p:spPr>
            <a:xfrm>
              <a:off x="6630023" y="2521628"/>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 name="Graphic 14" descr="Folder outline">
              <a:extLst>
                <a:ext uri="{FF2B5EF4-FFF2-40B4-BE49-F238E27FC236}">
                  <a16:creationId xmlns:a16="http://schemas.microsoft.com/office/drawing/2014/main" id="{6221ACCE-F003-856F-2011-0E87CB648D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34532" y="2748747"/>
              <a:ext cx="657406" cy="657406"/>
            </a:xfrm>
            <a:prstGeom prst="rect">
              <a:avLst/>
            </a:prstGeom>
          </p:spPr>
        </p:pic>
        <p:sp>
          <p:nvSpPr>
            <p:cNvPr id="16" name="TextBox 15">
              <a:extLst>
                <a:ext uri="{FF2B5EF4-FFF2-40B4-BE49-F238E27FC236}">
                  <a16:creationId xmlns:a16="http://schemas.microsoft.com/office/drawing/2014/main" id="{6615A180-EFCC-C66C-6D2F-4D43A749B8F0}"/>
                </a:ext>
              </a:extLst>
            </p:cNvPr>
            <p:cNvSpPr txBox="1"/>
            <p:nvPr/>
          </p:nvSpPr>
          <p:spPr>
            <a:xfrm>
              <a:off x="6839677" y="3180036"/>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grpSp>
      <p:sp>
        <p:nvSpPr>
          <p:cNvPr id="1348" name="TextBox 1347">
            <a:extLst>
              <a:ext uri="{FF2B5EF4-FFF2-40B4-BE49-F238E27FC236}">
                <a16:creationId xmlns:a16="http://schemas.microsoft.com/office/drawing/2014/main" id="{AEEA5B0F-7C23-F76F-2B6A-168C76A23567}"/>
              </a:ext>
            </a:extLst>
          </p:cNvPr>
          <p:cNvSpPr txBox="1"/>
          <p:nvPr/>
        </p:nvSpPr>
        <p:spPr>
          <a:xfrm>
            <a:off x="8588550" y="6131917"/>
            <a:ext cx="97753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err="1">
                <a:ln>
                  <a:noFill/>
                </a:ln>
                <a:solidFill>
                  <a:srgbClr val="4C4C4C"/>
                </a:solidFill>
                <a:effectLst/>
                <a:uFillTx/>
                <a:sym typeface="Source Sans Pro"/>
              </a:rPr>
              <a:t>bug_count.Rmd</a:t>
            </a:r>
            <a:endParaRPr kumimoji="0" lang="en-US" sz="1000" b="0" i="0" u="none" strike="noStrike" cap="none" spc="0" normalizeH="0" baseline="0">
              <a:ln>
                <a:noFill/>
              </a:ln>
              <a:solidFill>
                <a:srgbClr val="4C4C4C"/>
              </a:solidFill>
              <a:effectLst/>
              <a:uFillTx/>
              <a:sym typeface="Source Sans Pro"/>
            </a:endParaRPr>
          </a:p>
        </p:txBody>
      </p:sp>
      <p:grpSp>
        <p:nvGrpSpPr>
          <p:cNvPr id="1465" name="Group 1464">
            <a:extLst>
              <a:ext uri="{FF2B5EF4-FFF2-40B4-BE49-F238E27FC236}">
                <a16:creationId xmlns:a16="http://schemas.microsoft.com/office/drawing/2014/main" id="{BF9D409D-E865-A9C8-6D7F-42130A50D82B}"/>
              </a:ext>
            </a:extLst>
          </p:cNvPr>
          <p:cNvGrpSpPr/>
          <p:nvPr/>
        </p:nvGrpSpPr>
        <p:grpSpPr>
          <a:xfrm>
            <a:off x="5892048" y="5027201"/>
            <a:ext cx="1844061" cy="2766168"/>
            <a:chOff x="5135152" y="5040083"/>
            <a:chExt cx="1844061" cy="2766168"/>
          </a:xfrm>
        </p:grpSpPr>
        <p:sp>
          <p:nvSpPr>
            <p:cNvPr id="21" name="Rectangle 20">
              <a:extLst>
                <a:ext uri="{FF2B5EF4-FFF2-40B4-BE49-F238E27FC236}">
                  <a16:creationId xmlns:a16="http://schemas.microsoft.com/office/drawing/2014/main" id="{22196EAA-7103-46EA-F2E4-1B2F0E6BAD62}"/>
                </a:ext>
              </a:extLst>
            </p:cNvPr>
            <p:cNvSpPr/>
            <p:nvPr/>
          </p:nvSpPr>
          <p:spPr>
            <a:xfrm>
              <a:off x="5161541" y="5057825"/>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C242E94D-AA3F-AFFD-8AB3-B673859A8D06}"/>
                </a:ext>
              </a:extLst>
            </p:cNvPr>
            <p:cNvSpPr txBox="1"/>
            <p:nvPr/>
          </p:nvSpPr>
          <p:spPr>
            <a:xfrm>
              <a:off x="6176943" y="5040083"/>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7DBA0BB6-1739-A2E7-71C4-130CF9127E5F}"/>
                </a:ext>
              </a:extLst>
            </p:cNvPr>
            <p:cNvSpPr/>
            <p:nvPr/>
          </p:nvSpPr>
          <p:spPr>
            <a:xfrm>
              <a:off x="6141036" y="5056554"/>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5" name="Graphic 24" descr="Paper outline">
              <a:extLst>
                <a:ext uri="{FF2B5EF4-FFF2-40B4-BE49-F238E27FC236}">
                  <a16:creationId xmlns:a16="http://schemas.microsoft.com/office/drawing/2014/main" id="{B9326412-B27C-C36A-1E7A-5A9B6720C7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34046" y="6696331"/>
              <a:ext cx="945167" cy="891269"/>
            </a:xfrm>
            <a:prstGeom prst="rect">
              <a:avLst/>
            </a:prstGeom>
          </p:spPr>
        </p:pic>
        <p:sp>
          <p:nvSpPr>
            <p:cNvPr id="26" name="TextBox 25">
              <a:extLst>
                <a:ext uri="{FF2B5EF4-FFF2-40B4-BE49-F238E27FC236}">
                  <a16:creationId xmlns:a16="http://schemas.microsoft.com/office/drawing/2014/main" id="{C3DB062B-F8B5-5AC3-13B3-BD699A586469}"/>
                </a:ext>
              </a:extLst>
            </p:cNvPr>
            <p:cNvSpPr txBox="1"/>
            <p:nvPr/>
          </p:nvSpPr>
          <p:spPr>
            <a:xfrm>
              <a:off x="6213915" y="7436394"/>
              <a:ext cx="5361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AF86CF4E-F5E2-65AE-F658-EE93B4CA2BD1}"/>
                </a:ext>
              </a:extLst>
            </p:cNvPr>
            <p:cNvSpPr txBox="1"/>
            <p:nvPr/>
          </p:nvSpPr>
          <p:spPr>
            <a:xfrm>
              <a:off x="5352769" y="7294592"/>
              <a:ext cx="62276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exec/*.R</a:t>
              </a:r>
              <a:endParaRPr kumimoji="0" lang="en-US" sz="1000" b="0" i="0" u="none" strike="noStrike" cap="none" spc="0" normalizeH="0" baseline="0">
                <a:ln>
                  <a:noFill/>
                </a:ln>
                <a:solidFill>
                  <a:srgbClr val="4C4C4C"/>
                </a:solidFill>
                <a:effectLst/>
                <a:uFillTx/>
                <a:sym typeface="Source Sans Pro"/>
              </a:endParaRPr>
            </a:p>
          </p:txBody>
        </p:sp>
        <p:pic>
          <p:nvPicPr>
            <p:cNvPr id="56" name="Picture 55">
              <a:extLst>
                <a:ext uri="{FF2B5EF4-FFF2-40B4-BE49-F238E27FC236}">
                  <a16:creationId xmlns:a16="http://schemas.microsoft.com/office/drawing/2014/main" id="{B04B8862-144D-26CC-85C4-9736CBBE8147}"/>
                </a:ext>
              </a:extLst>
            </p:cNvPr>
            <p:cNvPicPr>
              <a:picLocks noChangeAspect="1"/>
            </p:cNvPicPr>
            <p:nvPr/>
          </p:nvPicPr>
          <p:blipFill>
            <a:blip r:embed="rId8"/>
            <a:stretch>
              <a:fillRect/>
            </a:stretch>
          </p:blipFill>
          <p:spPr>
            <a:xfrm>
              <a:off x="5310193" y="6888832"/>
              <a:ext cx="656389" cy="619286"/>
            </a:xfrm>
            <a:prstGeom prst="rect">
              <a:avLst/>
            </a:prstGeom>
          </p:spPr>
        </p:pic>
        <p:sp>
          <p:nvSpPr>
            <p:cNvPr id="1349" name="TextBox 1348">
              <a:extLst>
                <a:ext uri="{FF2B5EF4-FFF2-40B4-BE49-F238E27FC236}">
                  <a16:creationId xmlns:a16="http://schemas.microsoft.com/office/drawing/2014/main" id="{5336098A-071D-BEBC-2DB2-9C8F3EDB5CCE}"/>
                </a:ext>
              </a:extLst>
            </p:cNvPr>
            <p:cNvSpPr txBox="1"/>
            <p:nvPr/>
          </p:nvSpPr>
          <p:spPr>
            <a:xfrm>
              <a:off x="5350854" y="6152060"/>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cxnSp>
          <p:nvCxnSpPr>
            <p:cNvPr id="1350" name="Straight Arrow Connector 1349">
              <a:extLst>
                <a:ext uri="{FF2B5EF4-FFF2-40B4-BE49-F238E27FC236}">
                  <a16:creationId xmlns:a16="http://schemas.microsoft.com/office/drawing/2014/main" id="{BD0746BB-A637-2B6F-D8F5-0869A6425020}"/>
                </a:ext>
              </a:extLst>
            </p:cNvPr>
            <p:cNvCxnSpPr>
              <a:cxnSpLocks/>
              <a:stCxn id="1349" idx="2"/>
            </p:cNvCxnSpPr>
            <p:nvPr/>
          </p:nvCxnSpPr>
          <p:spPr>
            <a:xfrm flipH="1">
              <a:off x="5570921" y="6441802"/>
              <a:ext cx="34369" cy="548545"/>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412E5CBB-50EB-8FEA-7B85-35CA540ADE24}"/>
                </a:ext>
              </a:extLst>
            </p:cNvPr>
            <p:cNvCxnSpPr>
              <a:cxnSpLocks/>
              <a:endCxn id="25" idx="0"/>
            </p:cNvCxnSpPr>
            <p:nvPr/>
          </p:nvCxnSpPr>
          <p:spPr>
            <a:xfrm>
              <a:off x="5974169" y="5913400"/>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00DADF0F-13DF-743C-47D0-93E9C19ECE4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5152" y="5417360"/>
              <a:ext cx="945167" cy="891269"/>
            </a:xfrm>
            <a:prstGeom prst="rect">
              <a:avLst/>
            </a:prstGeom>
          </p:spPr>
        </p:pic>
      </p:grpSp>
      <p:grpSp>
        <p:nvGrpSpPr>
          <p:cNvPr id="1466" name="Group 1465">
            <a:extLst>
              <a:ext uri="{FF2B5EF4-FFF2-40B4-BE49-F238E27FC236}">
                <a16:creationId xmlns:a16="http://schemas.microsoft.com/office/drawing/2014/main" id="{9F3EC7B4-7DE0-08B0-3154-FFE2F17C093E}"/>
              </a:ext>
            </a:extLst>
          </p:cNvPr>
          <p:cNvGrpSpPr/>
          <p:nvPr/>
        </p:nvGrpSpPr>
        <p:grpSpPr>
          <a:xfrm>
            <a:off x="6619143" y="3710487"/>
            <a:ext cx="1916207" cy="1060748"/>
            <a:chOff x="5845051" y="3728173"/>
            <a:chExt cx="1916207" cy="1060748"/>
          </a:xfrm>
        </p:grpSpPr>
        <p:sp>
          <p:nvSpPr>
            <p:cNvPr id="2" name="Rectangle 1">
              <a:extLst>
                <a:ext uri="{FF2B5EF4-FFF2-40B4-BE49-F238E27FC236}">
                  <a16:creationId xmlns:a16="http://schemas.microsoft.com/office/drawing/2014/main" id="{F5A7C799-7486-F133-8F2E-63E84DE49E34}"/>
                </a:ext>
              </a:extLst>
            </p:cNvPr>
            <p:cNvSpPr/>
            <p:nvPr/>
          </p:nvSpPr>
          <p:spPr>
            <a:xfrm>
              <a:off x="5907666" y="3742301"/>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75F3B42F-DF68-26BA-89D8-D02B9CFCBA0F}"/>
                </a:ext>
              </a:extLst>
            </p:cNvPr>
            <p:cNvGraphicFramePr/>
            <p:nvPr/>
          </p:nvGraphicFramePr>
          <p:xfrm>
            <a:off x="6191222" y="4102312"/>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29" name="Rectangle 28">
              <a:extLst>
                <a:ext uri="{FF2B5EF4-FFF2-40B4-BE49-F238E27FC236}">
                  <a16:creationId xmlns:a16="http://schemas.microsoft.com/office/drawing/2014/main" id="{F894C30D-106D-8EBE-6DB0-24115FCD74E0}"/>
                </a:ext>
              </a:extLst>
            </p:cNvPr>
            <p:cNvSpPr/>
            <p:nvPr/>
          </p:nvSpPr>
          <p:spPr>
            <a:xfrm>
              <a:off x="5907665" y="3740806"/>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479EA28B-2BB5-EEA0-A7ED-1593506882EC}"/>
                </a:ext>
              </a:extLst>
            </p:cNvPr>
            <p:cNvSpPr txBox="1"/>
            <p:nvPr/>
          </p:nvSpPr>
          <p:spPr>
            <a:xfrm>
              <a:off x="5845051" y="3728173"/>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Schema</a:t>
              </a:r>
              <a:endParaRPr kumimoji="0" lang="en-US" sz="1000" b="0" i="0" u="none" strike="noStrike" cap="none" spc="0" normalizeH="0" baseline="0">
                <a:ln>
                  <a:noFill/>
                </a:ln>
                <a:solidFill>
                  <a:srgbClr val="4C4C4C"/>
                </a:solidFill>
                <a:effectLst/>
                <a:uFillTx/>
                <a:sym typeface="Source Sans Pro"/>
              </a:endParaRPr>
            </a:p>
          </p:txBody>
        </p:sp>
        <p:graphicFrame>
          <p:nvGraphicFramePr>
            <p:cNvPr id="1363" name="Table">
              <a:extLst>
                <a:ext uri="{FF2B5EF4-FFF2-40B4-BE49-F238E27FC236}">
                  <a16:creationId xmlns:a16="http://schemas.microsoft.com/office/drawing/2014/main" id="{2256E5BF-1FDC-9FBA-1354-18D230C67FE3}"/>
                </a:ext>
              </a:extLst>
            </p:cNvPr>
            <p:cNvGraphicFramePr/>
            <p:nvPr/>
          </p:nvGraphicFramePr>
          <p:xfrm>
            <a:off x="6918146" y="4241123"/>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cxnSp>
        <p:nvCxnSpPr>
          <p:cNvPr id="1367" name="Straight Connector 1366">
            <a:extLst>
              <a:ext uri="{FF2B5EF4-FFF2-40B4-BE49-F238E27FC236}">
                <a16:creationId xmlns:a16="http://schemas.microsoft.com/office/drawing/2014/main" id="{E741425D-3D66-9D7C-6486-F46C787E38B4}"/>
              </a:ext>
            </a:extLst>
          </p:cNvPr>
          <p:cNvCxnSpPr>
            <a:cxnSpLocks/>
          </p:cNvCxnSpPr>
          <p:nvPr/>
        </p:nvCxnSpPr>
        <p:spPr>
          <a:xfrm flipH="1">
            <a:off x="8548713" y="2441838"/>
            <a:ext cx="64612" cy="127993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266E39A8-6762-52A6-DAD5-E698E7BA96DD}"/>
              </a:ext>
            </a:extLst>
          </p:cNvPr>
          <p:cNvCxnSpPr>
            <a:cxnSpLocks/>
          </p:cNvCxnSpPr>
          <p:nvPr/>
        </p:nvCxnSpPr>
        <p:spPr>
          <a:xfrm flipH="1">
            <a:off x="6921739" y="3452908"/>
            <a:ext cx="138077" cy="26886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30C8A9CC-8E7E-C507-7850-1567D76E6DF0}"/>
              </a:ext>
            </a:extLst>
          </p:cNvPr>
          <p:cNvCxnSpPr>
            <a:cxnSpLocks/>
          </p:cNvCxnSpPr>
          <p:nvPr/>
        </p:nvCxnSpPr>
        <p:spPr>
          <a:xfrm flipV="1">
            <a:off x="6546591" y="4756581"/>
            <a:ext cx="138773" cy="2923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379" name="Group 1378">
            <a:extLst>
              <a:ext uri="{FF2B5EF4-FFF2-40B4-BE49-F238E27FC236}">
                <a16:creationId xmlns:a16="http://schemas.microsoft.com/office/drawing/2014/main" id="{242CE15D-8201-E388-51E3-2050751A6742}"/>
              </a:ext>
            </a:extLst>
          </p:cNvPr>
          <p:cNvGrpSpPr/>
          <p:nvPr/>
        </p:nvGrpSpPr>
        <p:grpSpPr>
          <a:xfrm>
            <a:off x="8389386" y="5016519"/>
            <a:ext cx="1374288" cy="1295919"/>
            <a:chOff x="7909757" y="4776204"/>
            <a:chExt cx="1374288" cy="1295919"/>
          </a:xfrm>
        </p:grpSpPr>
        <p:pic>
          <p:nvPicPr>
            <p:cNvPr id="1430" name="Graphic 1429" descr="Paper outline">
              <a:extLst>
                <a:ext uri="{FF2B5EF4-FFF2-40B4-BE49-F238E27FC236}">
                  <a16:creationId xmlns:a16="http://schemas.microsoft.com/office/drawing/2014/main" id="{44180DC8-5EDB-2C05-487C-DB0A6237DD8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1A816543-2182-C42F-823B-26CA0378C3FE}"/>
                </a:ext>
              </a:extLst>
            </p:cNvPr>
            <p:cNvGraphicFramePr>
              <a:graphicFrameLocks noChangeAspect="1"/>
            </p:cNvGraphicFramePr>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grpSp>
      <p:cxnSp>
        <p:nvCxnSpPr>
          <p:cNvPr id="1448" name="Straight Connector 1447">
            <a:extLst>
              <a:ext uri="{FF2B5EF4-FFF2-40B4-BE49-F238E27FC236}">
                <a16:creationId xmlns:a16="http://schemas.microsoft.com/office/drawing/2014/main" id="{157D87DA-B822-8A35-870B-5AC11859CDDE}"/>
              </a:ext>
            </a:extLst>
          </p:cNvPr>
          <p:cNvCxnSpPr>
            <a:cxnSpLocks/>
          </p:cNvCxnSpPr>
          <p:nvPr/>
        </p:nvCxnSpPr>
        <p:spPr>
          <a:xfrm flipV="1">
            <a:off x="5930081" y="3721777"/>
            <a:ext cx="744838" cy="131932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 name="Elbow Connector 3">
            <a:extLst>
              <a:ext uri="{FF2B5EF4-FFF2-40B4-BE49-F238E27FC236}">
                <a16:creationId xmlns:a16="http://schemas.microsoft.com/office/drawing/2014/main" id="{489C863B-FA38-3987-8952-1C166B0A17E3}"/>
              </a:ext>
            </a:extLst>
          </p:cNvPr>
          <p:cNvCxnSpPr>
            <a:cxnSpLocks/>
            <a:stCxn id="1363" idx="2"/>
            <a:endCxn id="1431" idx="1"/>
          </p:cNvCxnSpPr>
          <p:nvPr/>
        </p:nvCxnSpPr>
        <p:spPr>
          <a:xfrm rot="16200000" flipH="1">
            <a:off x="7836520" y="4868090"/>
            <a:ext cx="1135032" cy="795733"/>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0" name="Elbow Connector 9">
            <a:extLst>
              <a:ext uri="{FF2B5EF4-FFF2-40B4-BE49-F238E27FC236}">
                <a16:creationId xmlns:a16="http://schemas.microsoft.com/office/drawing/2014/main" id="{72225D2F-D5C3-98F3-BEBC-C4A5D2468857}"/>
              </a:ext>
            </a:extLst>
          </p:cNvPr>
          <p:cNvCxnSpPr>
            <a:cxnSpLocks/>
            <a:stCxn id="1364" idx="1"/>
            <a:endCxn id="1431" idx="3"/>
          </p:cNvCxnSpPr>
          <p:nvPr/>
        </p:nvCxnSpPr>
        <p:spPr>
          <a:xfrm rot="10800000" flipV="1">
            <a:off x="9340858" y="4437803"/>
            <a:ext cx="398594" cy="1395670"/>
          </a:xfrm>
          <a:prstGeom prst="bentConnector3">
            <a:avLst>
              <a:gd name="adj1" fmla="val 33901"/>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grpSp>
        <p:nvGrpSpPr>
          <p:cNvPr id="594" name="Group 593">
            <a:extLst>
              <a:ext uri="{FF2B5EF4-FFF2-40B4-BE49-F238E27FC236}">
                <a16:creationId xmlns:a16="http://schemas.microsoft.com/office/drawing/2014/main" id="{E543C0A0-C9AF-14B0-FBFE-6DFB4B9CC575}"/>
              </a:ext>
            </a:extLst>
          </p:cNvPr>
          <p:cNvGrpSpPr/>
          <p:nvPr/>
        </p:nvGrpSpPr>
        <p:grpSpPr>
          <a:xfrm>
            <a:off x="4557946" y="2513752"/>
            <a:ext cx="1970300" cy="931124"/>
            <a:chOff x="3813695" y="2520372"/>
            <a:chExt cx="1970300" cy="931124"/>
          </a:xfrm>
        </p:grpSpPr>
        <p:sp>
          <p:nvSpPr>
            <p:cNvPr id="20" name="Rectangle 19">
              <a:extLst>
                <a:ext uri="{FF2B5EF4-FFF2-40B4-BE49-F238E27FC236}">
                  <a16:creationId xmlns:a16="http://schemas.microsoft.com/office/drawing/2014/main" id="{05E4969E-EA64-58F6-3BC6-980E3259D288}"/>
                </a:ext>
              </a:extLst>
            </p:cNvPr>
            <p:cNvSpPr/>
            <p:nvPr/>
          </p:nvSpPr>
          <p:spPr>
            <a:xfrm>
              <a:off x="5315152" y="31114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C74331FD-642C-96FC-62EE-941E4EF51275}"/>
                </a:ext>
              </a:extLst>
            </p:cNvPr>
            <p:cNvSpPr/>
            <p:nvPr/>
          </p:nvSpPr>
          <p:spPr>
            <a:xfrm>
              <a:off x="4694990" y="29665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5959F783-5CB4-BA03-02AF-65BEE2B6126E}"/>
                </a:ext>
              </a:extLst>
            </p:cNvPr>
            <p:cNvSpPr/>
            <p:nvPr/>
          </p:nvSpPr>
          <p:spPr>
            <a:xfrm>
              <a:off x="4468490" y="2520372"/>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BD9937D7-D3BD-1570-043F-035F93AD33D0}"/>
                </a:ext>
              </a:extLst>
            </p:cNvPr>
            <p:cNvSpPr/>
            <p:nvPr/>
          </p:nvSpPr>
          <p:spPr>
            <a:xfrm>
              <a:off x="5220381" y="252162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53" name="Rectangle 1352">
              <a:extLst>
                <a:ext uri="{FF2B5EF4-FFF2-40B4-BE49-F238E27FC236}">
                  <a16:creationId xmlns:a16="http://schemas.microsoft.com/office/drawing/2014/main" id="{BE695751-2326-FC73-0A11-25B75414510C}"/>
                </a:ext>
              </a:extLst>
            </p:cNvPr>
            <p:cNvSpPr/>
            <p:nvPr/>
          </p:nvSpPr>
          <p:spPr>
            <a:xfrm>
              <a:off x="3813695" y="277793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8" name="Straight Connector 477">
            <a:extLst>
              <a:ext uri="{FF2B5EF4-FFF2-40B4-BE49-F238E27FC236}">
                <a16:creationId xmlns:a16="http://schemas.microsoft.com/office/drawing/2014/main" id="{620E4F18-16AA-2E30-4182-609B68E5B6D9}"/>
              </a:ext>
            </a:extLst>
          </p:cNvPr>
          <p:cNvCxnSpPr>
            <a:cxnSpLocks/>
          </p:cNvCxnSpPr>
          <p:nvPr/>
        </p:nvCxnSpPr>
        <p:spPr>
          <a:xfrm flipH="1">
            <a:off x="8248822" y="5675147"/>
            <a:ext cx="2875738" cy="448874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96344CDC-6B4D-3463-7F6B-6531C377575E}"/>
              </a:ext>
            </a:extLst>
          </p:cNvPr>
          <p:cNvCxnSpPr>
            <a:cxnSpLocks/>
          </p:cNvCxnSpPr>
          <p:nvPr/>
        </p:nvCxnSpPr>
        <p:spPr>
          <a:xfrm flipH="1">
            <a:off x="8243826" y="6447315"/>
            <a:ext cx="369499" cy="194140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596" name="Group 595">
            <a:extLst>
              <a:ext uri="{FF2B5EF4-FFF2-40B4-BE49-F238E27FC236}">
                <a16:creationId xmlns:a16="http://schemas.microsoft.com/office/drawing/2014/main" id="{75CB5AD0-2976-13F2-406E-35B42994CD27}"/>
              </a:ext>
            </a:extLst>
          </p:cNvPr>
          <p:cNvGrpSpPr/>
          <p:nvPr/>
        </p:nvGrpSpPr>
        <p:grpSpPr>
          <a:xfrm>
            <a:off x="4176401" y="3748610"/>
            <a:ext cx="1764066" cy="931206"/>
            <a:chOff x="3243189" y="3828629"/>
            <a:chExt cx="1764066" cy="931206"/>
          </a:xfrm>
        </p:grpSpPr>
        <p:sp>
          <p:nvSpPr>
            <p:cNvPr id="34" name="Rectangle 33">
              <a:extLst>
                <a:ext uri="{FF2B5EF4-FFF2-40B4-BE49-F238E27FC236}">
                  <a16:creationId xmlns:a16="http://schemas.microsoft.com/office/drawing/2014/main" id="{973A444E-8585-1D7D-D1E3-80310A8434AC}"/>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A570AE96-7CC5-9382-5D7B-D7F7C4FDE800}"/>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9" name="Rectangle 38">
              <a:extLst>
                <a:ext uri="{FF2B5EF4-FFF2-40B4-BE49-F238E27FC236}">
                  <a16:creationId xmlns:a16="http://schemas.microsoft.com/office/drawing/2014/main" id="{188856F2-1900-F5B2-9F4F-97BDF4F6A629}"/>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 name="Rectangle 39">
              <a:extLst>
                <a:ext uri="{FF2B5EF4-FFF2-40B4-BE49-F238E27FC236}">
                  <a16:creationId xmlns:a16="http://schemas.microsoft.com/office/drawing/2014/main" id="{EB729A86-B6D2-C48B-BD5A-954D1AB82339}"/>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54" name="Elbow Connector 1353">
              <a:extLst>
                <a:ext uri="{FF2B5EF4-FFF2-40B4-BE49-F238E27FC236}">
                  <a16:creationId xmlns:a16="http://schemas.microsoft.com/office/drawing/2014/main" id="{6F10C01E-E4E6-8B3D-8248-202F4C7F50EB}"/>
                </a:ext>
              </a:extLst>
            </p:cNvPr>
            <p:cNvCxnSpPr>
              <a:cxnSpLocks/>
              <a:endCxn id="37"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57" name="Elbow Connector 1356">
              <a:extLst>
                <a:ext uri="{FF2B5EF4-FFF2-40B4-BE49-F238E27FC236}">
                  <a16:creationId xmlns:a16="http://schemas.microsoft.com/office/drawing/2014/main" id="{BB346B85-6252-3244-3F7D-E852A7E2649E}"/>
                </a:ext>
              </a:extLst>
            </p:cNvPr>
            <p:cNvCxnSpPr>
              <a:cxnSpLocks/>
              <a:stCxn id="37" idx="3"/>
              <a:endCxn id="40"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62" name="Elbow Connector 1361">
              <a:extLst>
                <a:ext uri="{FF2B5EF4-FFF2-40B4-BE49-F238E27FC236}">
                  <a16:creationId xmlns:a16="http://schemas.microsoft.com/office/drawing/2014/main" id="{375B41DE-6D82-3FE1-8D67-829A5DF86F1D}"/>
                </a:ext>
              </a:extLst>
            </p:cNvPr>
            <p:cNvCxnSpPr>
              <a:cxnSpLocks/>
              <a:stCxn id="37" idx="2"/>
              <a:endCxn id="3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504" name="Rectangle 503">
              <a:extLst>
                <a:ext uri="{FF2B5EF4-FFF2-40B4-BE49-F238E27FC236}">
                  <a16:creationId xmlns:a16="http://schemas.microsoft.com/office/drawing/2014/main" id="{4FB73F0C-D95A-BE3F-7ED8-14C9EEE474FA}"/>
                </a:ext>
              </a:extLst>
            </p:cNvPr>
            <p:cNvSpPr/>
            <p:nvPr/>
          </p:nvSpPr>
          <p:spPr>
            <a:xfrm>
              <a:off x="3243189" y="38291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6" name="Rectangle 505">
              <a:extLst>
                <a:ext uri="{FF2B5EF4-FFF2-40B4-BE49-F238E27FC236}">
                  <a16:creationId xmlns:a16="http://schemas.microsoft.com/office/drawing/2014/main" id="{643B59F6-4A77-3631-3A9A-CF3AC6E88753}"/>
                </a:ext>
              </a:extLst>
            </p:cNvPr>
            <p:cNvSpPr/>
            <p:nvPr/>
          </p:nvSpPr>
          <p:spPr>
            <a:xfrm>
              <a:off x="3853226"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7" name="Rectangle 506">
              <a:extLst>
                <a:ext uri="{FF2B5EF4-FFF2-40B4-BE49-F238E27FC236}">
                  <a16:creationId xmlns:a16="http://schemas.microsoft.com/office/drawing/2014/main" id="{49E3F081-2DF6-ACE1-5A58-52488C66ADD1}"/>
                </a:ext>
              </a:extLst>
            </p:cNvPr>
            <p:cNvSpPr/>
            <p:nvPr/>
          </p:nvSpPr>
          <p:spPr>
            <a:xfrm>
              <a:off x="4535345" y="44196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8" name="Rectangle 507">
              <a:extLst>
                <a:ext uri="{FF2B5EF4-FFF2-40B4-BE49-F238E27FC236}">
                  <a16:creationId xmlns:a16="http://schemas.microsoft.com/office/drawing/2014/main" id="{430FE032-216E-99BC-503E-51251F512234}"/>
                </a:ext>
              </a:extLst>
            </p:cNvPr>
            <p:cNvSpPr/>
            <p:nvPr/>
          </p:nvSpPr>
          <p:spPr>
            <a:xfrm>
              <a:off x="4524014"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1409" name="Group 1408">
            <a:extLst>
              <a:ext uri="{FF2B5EF4-FFF2-40B4-BE49-F238E27FC236}">
                <a16:creationId xmlns:a16="http://schemas.microsoft.com/office/drawing/2014/main" id="{C4060C05-979E-5318-4AD5-0A6E986AC634}"/>
              </a:ext>
            </a:extLst>
          </p:cNvPr>
          <p:cNvGrpSpPr/>
          <p:nvPr/>
        </p:nvGrpSpPr>
        <p:grpSpPr>
          <a:xfrm>
            <a:off x="9060443" y="2589982"/>
            <a:ext cx="609170" cy="487299"/>
            <a:chOff x="8855147" y="2668516"/>
            <a:chExt cx="609170" cy="487299"/>
          </a:xfrm>
        </p:grpSpPr>
        <p:pic>
          <p:nvPicPr>
            <p:cNvPr id="509" name="Graphic 508" descr="Paper outline">
              <a:extLst>
                <a:ext uri="{FF2B5EF4-FFF2-40B4-BE49-F238E27FC236}">
                  <a16:creationId xmlns:a16="http://schemas.microsoft.com/office/drawing/2014/main" id="{418C061E-B82F-6BE6-CD3E-A3620D426DE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510" name="TextBox 509">
              <a:extLst>
                <a:ext uri="{FF2B5EF4-FFF2-40B4-BE49-F238E27FC236}">
                  <a16:creationId xmlns:a16="http://schemas.microsoft.com/office/drawing/2014/main" id="{FE710AEC-6D96-CCAC-A8D5-BCAC44596FD8}"/>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0" name="Group 1409">
            <a:extLst>
              <a:ext uri="{FF2B5EF4-FFF2-40B4-BE49-F238E27FC236}">
                <a16:creationId xmlns:a16="http://schemas.microsoft.com/office/drawing/2014/main" id="{2A7290DB-2388-FF17-E8DA-566CFC23F981}"/>
              </a:ext>
            </a:extLst>
          </p:cNvPr>
          <p:cNvGrpSpPr/>
          <p:nvPr/>
        </p:nvGrpSpPr>
        <p:grpSpPr>
          <a:xfrm>
            <a:off x="9591568" y="2727204"/>
            <a:ext cx="609170" cy="487299"/>
            <a:chOff x="8855147" y="2668516"/>
            <a:chExt cx="609170" cy="487299"/>
          </a:xfrm>
        </p:grpSpPr>
        <p:pic>
          <p:nvPicPr>
            <p:cNvPr id="1412" name="Graphic 1411" descr="Paper outline">
              <a:extLst>
                <a:ext uri="{FF2B5EF4-FFF2-40B4-BE49-F238E27FC236}">
                  <a16:creationId xmlns:a16="http://schemas.microsoft.com/office/drawing/2014/main" id="{6F95EFEA-6651-0933-3D5A-6833365D923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3" name="TextBox 1412">
              <a:extLst>
                <a:ext uri="{FF2B5EF4-FFF2-40B4-BE49-F238E27FC236}">
                  <a16:creationId xmlns:a16="http://schemas.microsoft.com/office/drawing/2014/main" id="{85ED88E5-0BCD-B68E-A4EF-226A5A576B5C}"/>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4" name="Group 1413">
            <a:extLst>
              <a:ext uri="{FF2B5EF4-FFF2-40B4-BE49-F238E27FC236}">
                <a16:creationId xmlns:a16="http://schemas.microsoft.com/office/drawing/2014/main" id="{66F95F7B-2EF1-C241-12FD-2879D1E6EEF8}"/>
              </a:ext>
            </a:extLst>
          </p:cNvPr>
          <p:cNvGrpSpPr/>
          <p:nvPr/>
        </p:nvGrpSpPr>
        <p:grpSpPr>
          <a:xfrm>
            <a:off x="9333685" y="2978952"/>
            <a:ext cx="609170" cy="487299"/>
            <a:chOff x="8855147" y="2668516"/>
            <a:chExt cx="609170" cy="487299"/>
          </a:xfrm>
        </p:grpSpPr>
        <p:pic>
          <p:nvPicPr>
            <p:cNvPr id="1416" name="Graphic 1415" descr="Paper outline">
              <a:extLst>
                <a:ext uri="{FF2B5EF4-FFF2-40B4-BE49-F238E27FC236}">
                  <a16:creationId xmlns:a16="http://schemas.microsoft.com/office/drawing/2014/main" id="{C65ABF73-E035-8318-FAFA-ECBFFF31B02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7" name="TextBox 1416">
              <a:extLst>
                <a:ext uri="{FF2B5EF4-FFF2-40B4-BE49-F238E27FC236}">
                  <a16:creationId xmlns:a16="http://schemas.microsoft.com/office/drawing/2014/main" id="{3807EE84-E8A5-A945-C451-01059FD846B3}"/>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cxnSp>
        <p:nvCxnSpPr>
          <p:cNvPr id="1419" name="Elbow Connector 1418">
            <a:extLst>
              <a:ext uri="{FF2B5EF4-FFF2-40B4-BE49-F238E27FC236}">
                <a16:creationId xmlns:a16="http://schemas.microsoft.com/office/drawing/2014/main" id="{A7ACB8C1-DF5E-D2B0-5282-A8949E2F6AC4}"/>
              </a:ext>
            </a:extLst>
          </p:cNvPr>
          <p:cNvCxnSpPr>
            <a:cxnSpLocks/>
            <a:endCxn id="35" idx="1"/>
          </p:cNvCxnSpPr>
          <p:nvPr/>
        </p:nvCxnSpPr>
        <p:spPr>
          <a:xfrm>
            <a:off x="8548713" y="3954838"/>
            <a:ext cx="928794" cy="270238"/>
          </a:xfrm>
          <a:prstGeom prst="bentConnector3">
            <a:avLst>
              <a:gd name="adj1" fmla="val 5000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grpSp>
        <p:nvGrpSpPr>
          <p:cNvPr id="600" name="Group 599">
            <a:extLst>
              <a:ext uri="{FF2B5EF4-FFF2-40B4-BE49-F238E27FC236}">
                <a16:creationId xmlns:a16="http://schemas.microsoft.com/office/drawing/2014/main" id="{26DB1EC0-44A4-6C1F-9675-8993701380C4}"/>
              </a:ext>
            </a:extLst>
          </p:cNvPr>
          <p:cNvGrpSpPr/>
          <p:nvPr/>
        </p:nvGrpSpPr>
        <p:grpSpPr>
          <a:xfrm>
            <a:off x="3643375" y="5365267"/>
            <a:ext cx="532246" cy="691134"/>
            <a:chOff x="3438079" y="5443801"/>
            <a:chExt cx="532246" cy="691134"/>
          </a:xfrm>
        </p:grpSpPr>
        <p:sp>
          <p:nvSpPr>
            <p:cNvPr id="1425" name="Rectangle 1424">
              <a:extLst>
                <a:ext uri="{FF2B5EF4-FFF2-40B4-BE49-F238E27FC236}">
                  <a16:creationId xmlns:a16="http://schemas.microsoft.com/office/drawing/2014/main" id="{DC337A97-246B-3942-3648-AD5EBB361DEF}"/>
                </a:ext>
              </a:extLst>
            </p:cNvPr>
            <p:cNvSpPr/>
            <p:nvPr/>
          </p:nvSpPr>
          <p:spPr>
            <a:xfrm>
              <a:off x="3438079" y="5444332"/>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4" name="Rectangle 1433">
              <a:extLst>
                <a:ext uri="{FF2B5EF4-FFF2-40B4-BE49-F238E27FC236}">
                  <a16:creationId xmlns:a16="http://schemas.microsoft.com/office/drawing/2014/main" id="{70C019D5-7B13-0318-3F2E-C7885DB2C2C0}"/>
                </a:ext>
              </a:extLst>
            </p:cNvPr>
            <p:cNvSpPr/>
            <p:nvPr/>
          </p:nvSpPr>
          <p:spPr>
            <a:xfrm>
              <a:off x="3718153" y="544380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598" name="Group 597">
            <a:extLst>
              <a:ext uri="{FF2B5EF4-FFF2-40B4-BE49-F238E27FC236}">
                <a16:creationId xmlns:a16="http://schemas.microsoft.com/office/drawing/2014/main" id="{9F6BA17B-740D-2AFA-34A4-2A963C43F789}"/>
              </a:ext>
            </a:extLst>
          </p:cNvPr>
          <p:cNvGrpSpPr/>
          <p:nvPr/>
        </p:nvGrpSpPr>
        <p:grpSpPr>
          <a:xfrm>
            <a:off x="5166111" y="5076897"/>
            <a:ext cx="532246" cy="691488"/>
            <a:chOff x="4884855" y="5391663"/>
            <a:chExt cx="532246" cy="691488"/>
          </a:xfrm>
        </p:grpSpPr>
        <p:sp>
          <p:nvSpPr>
            <p:cNvPr id="1426" name="Rectangle 1425">
              <a:extLst>
                <a:ext uri="{FF2B5EF4-FFF2-40B4-BE49-F238E27FC236}">
                  <a16:creationId xmlns:a16="http://schemas.microsoft.com/office/drawing/2014/main" id="{AD87E48C-DB98-4DEC-FDA4-5577277861E5}"/>
                </a:ext>
              </a:extLst>
            </p:cNvPr>
            <p:cNvSpPr/>
            <p:nvPr/>
          </p:nvSpPr>
          <p:spPr>
            <a:xfrm>
              <a:off x="4884855" y="5392548"/>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5" name="Rectangle 1434">
              <a:extLst>
                <a:ext uri="{FF2B5EF4-FFF2-40B4-BE49-F238E27FC236}">
                  <a16:creationId xmlns:a16="http://schemas.microsoft.com/office/drawing/2014/main" id="{D12E5DA4-354B-F9A3-90AD-24877B023405}"/>
                </a:ext>
              </a:extLst>
            </p:cNvPr>
            <p:cNvSpPr/>
            <p:nvPr/>
          </p:nvSpPr>
          <p:spPr>
            <a:xfrm>
              <a:off x="5166838" y="5391663"/>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1" name="Group 600">
            <a:extLst>
              <a:ext uri="{FF2B5EF4-FFF2-40B4-BE49-F238E27FC236}">
                <a16:creationId xmlns:a16="http://schemas.microsoft.com/office/drawing/2014/main" id="{C34FB503-875A-FEE5-91BE-4299229FECC6}"/>
              </a:ext>
            </a:extLst>
          </p:cNvPr>
          <p:cNvGrpSpPr/>
          <p:nvPr/>
        </p:nvGrpSpPr>
        <p:grpSpPr>
          <a:xfrm>
            <a:off x="4268901" y="5938572"/>
            <a:ext cx="532246" cy="690603"/>
            <a:chOff x="4073864" y="6252050"/>
            <a:chExt cx="532246" cy="690603"/>
          </a:xfrm>
        </p:grpSpPr>
        <p:sp>
          <p:nvSpPr>
            <p:cNvPr id="1428" name="Rectangle 1427">
              <a:extLst>
                <a:ext uri="{FF2B5EF4-FFF2-40B4-BE49-F238E27FC236}">
                  <a16:creationId xmlns:a16="http://schemas.microsoft.com/office/drawing/2014/main" id="{80F8D902-2866-75E8-CE2B-E8DC52205349}"/>
                </a:ext>
              </a:extLst>
            </p:cNvPr>
            <p:cNvSpPr/>
            <p:nvPr/>
          </p:nvSpPr>
          <p:spPr>
            <a:xfrm>
              <a:off x="4073864" y="6252050"/>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6" name="Rectangle 1435">
              <a:extLst>
                <a:ext uri="{FF2B5EF4-FFF2-40B4-BE49-F238E27FC236}">
                  <a16:creationId xmlns:a16="http://schemas.microsoft.com/office/drawing/2014/main" id="{59F410EE-9BE8-1A04-6FA2-DE222F0558AB}"/>
                </a:ext>
              </a:extLst>
            </p:cNvPr>
            <p:cNvSpPr/>
            <p:nvPr/>
          </p:nvSpPr>
          <p:spPr>
            <a:xfrm>
              <a:off x="4354638" y="6253758"/>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3" name="Group 602">
            <a:extLst>
              <a:ext uri="{FF2B5EF4-FFF2-40B4-BE49-F238E27FC236}">
                <a16:creationId xmlns:a16="http://schemas.microsoft.com/office/drawing/2014/main" id="{19E3912E-C0E0-D69B-497B-DFB312D35EDD}"/>
              </a:ext>
            </a:extLst>
          </p:cNvPr>
          <p:cNvGrpSpPr/>
          <p:nvPr/>
        </p:nvGrpSpPr>
        <p:grpSpPr>
          <a:xfrm>
            <a:off x="3845948" y="6804780"/>
            <a:ext cx="532640" cy="690603"/>
            <a:chOff x="3294361" y="6407053"/>
            <a:chExt cx="532640" cy="690603"/>
          </a:xfrm>
        </p:grpSpPr>
        <p:sp>
          <p:nvSpPr>
            <p:cNvPr id="1427" name="Rectangle 1426">
              <a:extLst>
                <a:ext uri="{FF2B5EF4-FFF2-40B4-BE49-F238E27FC236}">
                  <a16:creationId xmlns:a16="http://schemas.microsoft.com/office/drawing/2014/main" id="{153457AA-6E5D-302B-15DE-34B7ED644910}"/>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7" name="Rectangle 1436">
              <a:extLst>
                <a:ext uri="{FF2B5EF4-FFF2-40B4-BE49-F238E27FC236}">
                  <a16:creationId xmlns:a16="http://schemas.microsoft.com/office/drawing/2014/main" id="{7C8349FC-2892-A8D3-73DD-E81BB0208633}"/>
                </a:ext>
              </a:extLst>
            </p:cNvPr>
            <p:cNvSpPr/>
            <p:nvPr/>
          </p:nvSpPr>
          <p:spPr>
            <a:xfrm>
              <a:off x="3577534" y="6407637"/>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2" name="Group 601">
            <a:extLst>
              <a:ext uri="{FF2B5EF4-FFF2-40B4-BE49-F238E27FC236}">
                <a16:creationId xmlns:a16="http://schemas.microsoft.com/office/drawing/2014/main" id="{B364D035-0CC6-0221-9DD9-0D6D9253F09F}"/>
              </a:ext>
            </a:extLst>
          </p:cNvPr>
          <p:cNvGrpSpPr/>
          <p:nvPr/>
        </p:nvGrpSpPr>
        <p:grpSpPr>
          <a:xfrm>
            <a:off x="4860557" y="6975490"/>
            <a:ext cx="532246" cy="692064"/>
            <a:chOff x="4407275" y="7068375"/>
            <a:chExt cx="532246" cy="692064"/>
          </a:xfrm>
        </p:grpSpPr>
        <p:sp>
          <p:nvSpPr>
            <p:cNvPr id="1429" name="Rectangle 1428">
              <a:extLst>
                <a:ext uri="{FF2B5EF4-FFF2-40B4-BE49-F238E27FC236}">
                  <a16:creationId xmlns:a16="http://schemas.microsoft.com/office/drawing/2014/main" id="{0F57EA59-9A2B-29D2-27C8-FC0C3A195098}"/>
                </a:ext>
              </a:extLst>
            </p:cNvPr>
            <p:cNvSpPr/>
            <p:nvPr/>
          </p:nvSpPr>
          <p:spPr>
            <a:xfrm>
              <a:off x="4407275" y="7069836"/>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8" name="Rectangle 1437">
              <a:extLst>
                <a:ext uri="{FF2B5EF4-FFF2-40B4-BE49-F238E27FC236}">
                  <a16:creationId xmlns:a16="http://schemas.microsoft.com/office/drawing/2014/main" id="{02C973BE-8334-46AD-CC81-4DC4DDBAE58B}"/>
                </a:ext>
              </a:extLst>
            </p:cNvPr>
            <p:cNvSpPr/>
            <p:nvPr/>
          </p:nvSpPr>
          <p:spPr>
            <a:xfrm>
              <a:off x="4690054" y="7068375"/>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1439" name="Elbow Connector 1438">
            <a:extLst>
              <a:ext uri="{FF2B5EF4-FFF2-40B4-BE49-F238E27FC236}">
                <a16:creationId xmlns:a16="http://schemas.microsoft.com/office/drawing/2014/main" id="{27033D03-71AC-317F-FA8E-EE505BDE4F63}"/>
              </a:ext>
            </a:extLst>
          </p:cNvPr>
          <p:cNvCxnSpPr>
            <a:cxnSpLocks/>
            <a:stCxn id="39" idx="1"/>
            <a:endCxn id="633" idx="1"/>
          </p:cNvCxnSpPr>
          <p:nvPr/>
        </p:nvCxnSpPr>
        <p:spPr>
          <a:xfrm rot="10800000" flipH="1" flipV="1">
            <a:off x="4176742" y="3918624"/>
            <a:ext cx="230338" cy="1303295"/>
          </a:xfrm>
          <a:prstGeom prst="bentConnector3">
            <a:avLst>
              <a:gd name="adj1" fmla="val -99245"/>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3" name="Elbow Connector 1442">
            <a:extLst>
              <a:ext uri="{FF2B5EF4-FFF2-40B4-BE49-F238E27FC236}">
                <a16:creationId xmlns:a16="http://schemas.microsoft.com/office/drawing/2014/main" id="{F12C6FD9-6BCE-0BB7-37F8-04A5AD5DA06B}"/>
              </a:ext>
            </a:extLst>
          </p:cNvPr>
          <p:cNvCxnSpPr>
            <a:cxnSpLocks/>
            <a:stCxn id="633" idx="3"/>
          </p:cNvCxnSpPr>
          <p:nvPr/>
        </p:nvCxnSpPr>
        <p:spPr>
          <a:xfrm flipV="1">
            <a:off x="4790582" y="4475536"/>
            <a:ext cx="5798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9" name="Straight Connector 1448">
            <a:extLst>
              <a:ext uri="{FF2B5EF4-FFF2-40B4-BE49-F238E27FC236}">
                <a16:creationId xmlns:a16="http://schemas.microsoft.com/office/drawing/2014/main" id="{D2007540-0D3F-2259-DB4C-16B902905A55}"/>
              </a:ext>
            </a:extLst>
          </p:cNvPr>
          <p:cNvCxnSpPr>
            <a:cxnSpLocks/>
          </p:cNvCxnSpPr>
          <p:nvPr/>
        </p:nvCxnSpPr>
        <p:spPr>
          <a:xfrm>
            <a:off x="3987720" y="7796254"/>
            <a:ext cx="2374466" cy="23329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5" name="Straight Connector 1454">
            <a:extLst>
              <a:ext uri="{FF2B5EF4-FFF2-40B4-BE49-F238E27FC236}">
                <a16:creationId xmlns:a16="http://schemas.microsoft.com/office/drawing/2014/main" id="{21B73822-C9A2-8AA0-EA49-2ABBC4583219}"/>
              </a:ext>
            </a:extLst>
          </p:cNvPr>
          <p:cNvCxnSpPr>
            <a:cxnSpLocks/>
          </p:cNvCxnSpPr>
          <p:nvPr/>
        </p:nvCxnSpPr>
        <p:spPr>
          <a:xfrm>
            <a:off x="5462919" y="7738359"/>
            <a:ext cx="899267" cy="6398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E1DC1D27-87B1-D087-C2D6-F377AE39D78E}"/>
              </a:ext>
            </a:extLst>
          </p:cNvPr>
          <p:cNvCxnSpPr>
            <a:cxnSpLocks/>
          </p:cNvCxnSpPr>
          <p:nvPr/>
        </p:nvCxnSpPr>
        <p:spPr>
          <a:xfrm flipH="1">
            <a:off x="7710560" y="4756581"/>
            <a:ext cx="838153" cy="303967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B1B2407F-3F03-AFB3-5E9E-ED190DEA4759}"/>
              </a:ext>
            </a:extLst>
          </p:cNvPr>
          <p:cNvCxnSpPr>
            <a:cxnSpLocks/>
          </p:cNvCxnSpPr>
          <p:nvPr/>
        </p:nvCxnSpPr>
        <p:spPr>
          <a:xfrm flipH="1">
            <a:off x="6681972" y="2441838"/>
            <a:ext cx="377844" cy="127785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EE63AD0D-821C-9A7E-A819-C29B47428750}"/>
              </a:ext>
            </a:extLst>
          </p:cNvPr>
          <p:cNvCxnSpPr>
            <a:cxnSpLocks/>
          </p:cNvCxnSpPr>
          <p:nvPr/>
        </p:nvCxnSpPr>
        <p:spPr>
          <a:xfrm flipH="1">
            <a:off x="8548713" y="3452908"/>
            <a:ext cx="72500" cy="131589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359A3A6D-4614-EBE9-B489-DC55561B39A0}"/>
              </a:ext>
            </a:extLst>
          </p:cNvPr>
          <p:cNvCxnSpPr>
            <a:cxnSpLocks/>
          </p:cNvCxnSpPr>
          <p:nvPr/>
        </p:nvCxnSpPr>
        <p:spPr>
          <a:xfrm>
            <a:off x="7702527" y="7796254"/>
            <a:ext cx="546295" cy="5924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1" name="Straight Connector 610">
            <a:extLst>
              <a:ext uri="{FF2B5EF4-FFF2-40B4-BE49-F238E27FC236}">
                <a16:creationId xmlns:a16="http://schemas.microsoft.com/office/drawing/2014/main" id="{776E5BB0-34E2-6DAE-5B11-E49FF4D7DA35}"/>
              </a:ext>
            </a:extLst>
          </p:cNvPr>
          <p:cNvCxnSpPr>
            <a:cxnSpLocks/>
          </p:cNvCxnSpPr>
          <p:nvPr/>
        </p:nvCxnSpPr>
        <p:spPr>
          <a:xfrm>
            <a:off x="5912552" y="7796254"/>
            <a:ext cx="449634" cy="58970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0484415E-2B69-3C29-C682-D4D746571D02}"/>
              </a:ext>
            </a:extLst>
          </p:cNvPr>
          <p:cNvCxnSpPr>
            <a:cxnSpLocks/>
          </p:cNvCxnSpPr>
          <p:nvPr/>
        </p:nvCxnSpPr>
        <p:spPr>
          <a:xfrm flipH="1">
            <a:off x="8260002" y="6459396"/>
            <a:ext cx="1214078" cy="363844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633" name="Graphic 632" descr="Paper outline">
            <a:extLst>
              <a:ext uri="{FF2B5EF4-FFF2-40B4-BE49-F238E27FC236}">
                <a16:creationId xmlns:a16="http://schemas.microsoft.com/office/drawing/2014/main" id="{B6C890B2-38B8-4DBC-7154-9E1B893BA5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07080" y="5041103"/>
            <a:ext cx="383502" cy="361633"/>
          </a:xfrm>
          <a:prstGeom prst="rect">
            <a:avLst/>
          </a:prstGeom>
        </p:spPr>
      </p:pic>
      <p:pic>
        <p:nvPicPr>
          <p:cNvPr id="637" name="Graphic 636" descr="Paper outline">
            <a:extLst>
              <a:ext uri="{FF2B5EF4-FFF2-40B4-BE49-F238E27FC236}">
                <a16:creationId xmlns:a16="http://schemas.microsoft.com/office/drawing/2014/main" id="{AE2C5F48-DF7F-84A0-4148-F835664446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43379" y="5932727"/>
            <a:ext cx="383502" cy="361633"/>
          </a:xfrm>
          <a:prstGeom prst="rect">
            <a:avLst/>
          </a:prstGeom>
        </p:spPr>
      </p:pic>
      <p:cxnSp>
        <p:nvCxnSpPr>
          <p:cNvPr id="638" name="Elbow Connector 637">
            <a:extLst>
              <a:ext uri="{FF2B5EF4-FFF2-40B4-BE49-F238E27FC236}">
                <a16:creationId xmlns:a16="http://schemas.microsoft.com/office/drawing/2014/main" id="{3E6D1F5E-81A2-5BCB-37E6-64F7B283E798}"/>
              </a:ext>
            </a:extLst>
          </p:cNvPr>
          <p:cNvCxnSpPr>
            <a:cxnSpLocks/>
            <a:stCxn id="637" idx="3"/>
          </p:cNvCxnSpPr>
          <p:nvPr/>
        </p:nvCxnSpPr>
        <p:spPr>
          <a:xfrm flipV="1">
            <a:off x="5726881" y="4663544"/>
            <a:ext cx="110288" cy="14500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59" name="Elbow Connector 258">
            <a:extLst>
              <a:ext uri="{FF2B5EF4-FFF2-40B4-BE49-F238E27FC236}">
                <a16:creationId xmlns:a16="http://schemas.microsoft.com/office/drawing/2014/main" id="{C9F07BC3-50DA-16A6-22A7-B5621DBAA289}"/>
              </a:ext>
            </a:extLst>
          </p:cNvPr>
          <p:cNvCxnSpPr>
            <a:cxnSpLocks/>
            <a:stCxn id="637" idx="1"/>
          </p:cNvCxnSpPr>
          <p:nvPr/>
        </p:nvCxnSpPr>
        <p:spPr>
          <a:xfrm rot="10800000">
            <a:off x="4956383" y="4437806"/>
            <a:ext cx="386996" cy="1675739"/>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FC4497D6-6CEF-FB13-AB8F-8BE2C9734CAC}"/>
              </a:ext>
            </a:extLst>
          </p:cNvPr>
          <p:cNvCxnSpPr>
            <a:cxnSpLocks/>
          </p:cNvCxnSpPr>
          <p:nvPr/>
        </p:nvCxnSpPr>
        <p:spPr>
          <a:xfrm flipV="1">
            <a:off x="7709025" y="3719690"/>
            <a:ext cx="825940" cy="132920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BF6B831F-4078-0D7F-41E2-9A0C0CD8C961}"/>
              </a:ext>
            </a:extLst>
          </p:cNvPr>
          <p:cNvSpPr txBox="1"/>
          <p:nvPr/>
        </p:nvSpPr>
        <p:spPr>
          <a:xfrm>
            <a:off x="3119252" y="8988843"/>
            <a:ext cx="378719"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57" name="Line">
            <a:extLst>
              <a:ext uri="{FF2B5EF4-FFF2-40B4-BE49-F238E27FC236}">
                <a16:creationId xmlns:a16="http://schemas.microsoft.com/office/drawing/2014/main" id="{9072FB72-C903-C920-AF9F-96DB0B188819}"/>
              </a:ext>
            </a:extLst>
          </p:cNvPr>
          <p:cNvSpPr/>
          <p:nvPr/>
        </p:nvSpPr>
        <p:spPr>
          <a:xfrm flipV="1">
            <a:off x="3493177" y="8378170"/>
            <a:ext cx="9589" cy="1664977"/>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1" name="TextBox 1370">
            <a:extLst>
              <a:ext uri="{FF2B5EF4-FFF2-40B4-BE49-F238E27FC236}">
                <a16:creationId xmlns:a16="http://schemas.microsoft.com/office/drawing/2014/main" id="{6C499457-F0E0-09C1-016E-61F602EEAE45}"/>
              </a:ext>
            </a:extLst>
          </p:cNvPr>
          <p:cNvSpPr txBox="1"/>
          <p:nvPr/>
        </p:nvSpPr>
        <p:spPr>
          <a:xfrm>
            <a:off x="2926650" y="6311806"/>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1372" name="TextBox 1371">
            <a:extLst>
              <a:ext uri="{FF2B5EF4-FFF2-40B4-BE49-F238E27FC236}">
                <a16:creationId xmlns:a16="http://schemas.microsoft.com/office/drawing/2014/main" id="{1C58714E-8662-821F-E43E-377ECC7148FA}"/>
              </a:ext>
            </a:extLst>
          </p:cNvPr>
          <p:cNvSpPr txBox="1"/>
          <p:nvPr/>
        </p:nvSpPr>
        <p:spPr>
          <a:xfrm>
            <a:off x="2953360" y="4078400"/>
            <a:ext cx="538018"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Schema layer</a:t>
            </a:r>
            <a:endParaRPr kumimoji="0" lang="en-US" sz="1000" b="0" i="0" u="none" strike="noStrike" cap="none" spc="0" normalizeH="0" baseline="0" dirty="0">
              <a:ln>
                <a:noFill/>
              </a:ln>
              <a:solidFill>
                <a:srgbClr val="4C4C4C"/>
              </a:solidFill>
              <a:effectLst/>
              <a:uFillTx/>
              <a:sym typeface="Source Sans Pro"/>
            </a:endParaRPr>
          </a:p>
        </p:txBody>
      </p:sp>
      <p:sp>
        <p:nvSpPr>
          <p:cNvPr id="1373" name="Line">
            <a:extLst>
              <a:ext uri="{FF2B5EF4-FFF2-40B4-BE49-F238E27FC236}">
                <a16:creationId xmlns:a16="http://schemas.microsoft.com/office/drawing/2014/main" id="{0849F9DC-0D44-7E28-3202-F49C7CED320B}"/>
              </a:ext>
            </a:extLst>
          </p:cNvPr>
          <p:cNvSpPr/>
          <p:nvPr/>
        </p:nvSpPr>
        <p:spPr>
          <a:xfrm flipV="1">
            <a:off x="3495631" y="5065378"/>
            <a:ext cx="9589" cy="273087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4" name="Line">
            <a:extLst>
              <a:ext uri="{FF2B5EF4-FFF2-40B4-BE49-F238E27FC236}">
                <a16:creationId xmlns:a16="http://schemas.microsoft.com/office/drawing/2014/main" id="{DF37B74D-EE08-9236-EABC-5285A7DDFD3E}"/>
              </a:ext>
            </a:extLst>
          </p:cNvPr>
          <p:cNvSpPr/>
          <p:nvPr/>
        </p:nvSpPr>
        <p:spPr>
          <a:xfrm flipV="1">
            <a:off x="3493177" y="3719690"/>
            <a:ext cx="2454" cy="1052454"/>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5" name="Line">
            <a:extLst>
              <a:ext uri="{FF2B5EF4-FFF2-40B4-BE49-F238E27FC236}">
                <a16:creationId xmlns:a16="http://schemas.microsoft.com/office/drawing/2014/main" id="{6CE2E68C-1FEF-CE69-5D9A-DD6E2E11A2F7}"/>
              </a:ext>
            </a:extLst>
          </p:cNvPr>
          <p:cNvSpPr/>
          <p:nvPr/>
        </p:nvSpPr>
        <p:spPr>
          <a:xfrm flipV="1">
            <a:off x="3493761" y="2404361"/>
            <a:ext cx="4210" cy="1048542"/>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6" name="TextBox 1375">
            <a:extLst>
              <a:ext uri="{FF2B5EF4-FFF2-40B4-BE49-F238E27FC236}">
                <a16:creationId xmlns:a16="http://schemas.microsoft.com/office/drawing/2014/main" id="{ACC9389F-15C1-4B66-A622-863BB846CC31}"/>
              </a:ext>
            </a:extLst>
          </p:cNvPr>
          <p:cNvSpPr txBox="1"/>
          <p:nvPr/>
        </p:nvSpPr>
        <p:spPr>
          <a:xfrm>
            <a:off x="2980040" y="2780250"/>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3" name="Manipulate Variables">
            <a:extLst>
              <a:ext uri="{FF2B5EF4-FFF2-40B4-BE49-F238E27FC236}">
                <a16:creationId xmlns:a16="http://schemas.microsoft.com/office/drawing/2014/main" id="{92DD09B6-FE2E-91E9-7612-84E4E8082FB8}"/>
              </a:ext>
            </a:extLst>
          </p:cNvPr>
          <p:cNvSpPr txBox="1"/>
          <p:nvPr/>
        </p:nvSpPr>
        <p:spPr>
          <a:xfrm>
            <a:off x="243771" y="6164655"/>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User Layer</a:t>
            </a:r>
          </a:p>
        </p:txBody>
      </p:sp>
      <p:sp>
        <p:nvSpPr>
          <p:cNvPr id="9" name="Manipulate Variables">
            <a:extLst>
              <a:ext uri="{FF2B5EF4-FFF2-40B4-BE49-F238E27FC236}">
                <a16:creationId xmlns:a16="http://schemas.microsoft.com/office/drawing/2014/main" id="{6106C531-4431-33E8-36D6-391005C9AB85}"/>
              </a:ext>
            </a:extLst>
          </p:cNvPr>
          <p:cNvSpPr txBox="1"/>
          <p:nvPr/>
        </p:nvSpPr>
        <p:spPr>
          <a:xfrm>
            <a:off x="250071" y="5451467"/>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Module Layer</a:t>
            </a:r>
          </a:p>
        </p:txBody>
      </p:sp>
      <p:sp>
        <p:nvSpPr>
          <p:cNvPr id="11" name="TextBox 10">
            <a:extLst>
              <a:ext uri="{FF2B5EF4-FFF2-40B4-BE49-F238E27FC236}">
                <a16:creationId xmlns:a16="http://schemas.microsoft.com/office/drawing/2014/main" id="{0E3757A4-0ADE-BFE7-70CF-B3BB99DD4AFB}"/>
              </a:ext>
            </a:extLst>
          </p:cNvPr>
          <p:cNvSpPr txBox="1"/>
          <p:nvPr/>
        </p:nvSpPr>
        <p:spPr>
          <a:xfrm>
            <a:off x="213495" y="5683578"/>
            <a:ext cx="2305858"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Abstraction on how files are grouped based on data source.</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2" name="Manipulate Variables">
            <a:extLst>
              <a:ext uri="{FF2B5EF4-FFF2-40B4-BE49-F238E27FC236}">
                <a16:creationId xmlns:a16="http://schemas.microsoft.com/office/drawing/2014/main" id="{269C3283-6019-CE1F-CBEC-4D9574D141C0}"/>
              </a:ext>
            </a:extLst>
          </p:cNvPr>
          <p:cNvSpPr txBox="1"/>
          <p:nvPr/>
        </p:nvSpPr>
        <p:spPr>
          <a:xfrm>
            <a:off x="246888" y="4220119"/>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Schema Layer</a:t>
            </a:r>
          </a:p>
        </p:txBody>
      </p:sp>
      <p:sp>
        <p:nvSpPr>
          <p:cNvPr id="13" name="TextBox 12">
            <a:extLst>
              <a:ext uri="{FF2B5EF4-FFF2-40B4-BE49-F238E27FC236}">
                <a16:creationId xmlns:a16="http://schemas.microsoft.com/office/drawing/2014/main" id="{AB18663E-F9FE-DCBF-851C-681E4608B7B3}"/>
              </a:ext>
            </a:extLst>
          </p:cNvPr>
          <p:cNvSpPr txBox="1"/>
          <p:nvPr/>
        </p:nvSpPr>
        <p:spPr>
          <a:xfrm>
            <a:off x="210312" y="4471792"/>
            <a:ext cx="2304819" cy="9796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Parsed or generated from the raw data using file/s from the modules. Tables</a:t>
            </a:r>
            <a:r>
              <a:rPr lang="en-US" b="0" dirty="0">
                <a:solidFill>
                  <a:srgbClr val="000000"/>
                </a:solidFill>
                <a:latin typeface="Source Sans Pro" panose="020B0503030403020204" pitchFamily="34" charset="0"/>
                <a:ea typeface="Source Sans Pro" panose="020B0503030403020204" pitchFamily="34" charset="0"/>
                <a:sym typeface="Source Sans Pro Light"/>
              </a:rPr>
              <a:t> are a standard csv that is used as the </a:t>
            </a:r>
            <a:r>
              <a:rPr lang="en-US" dirty="0">
                <a:solidFill>
                  <a:srgbClr val="000000"/>
                </a:solidFill>
                <a:latin typeface="Source Sans Pro" panose="020B0503030403020204" pitchFamily="34" charset="0"/>
                <a:ea typeface="Source Sans Pro" panose="020B0503030403020204" pitchFamily="34" charset="0"/>
                <a:sym typeface="Source Sans Pro Light"/>
              </a:rPr>
              <a:t>sole</a:t>
            </a:r>
            <a:r>
              <a:rPr lang="en-US" b="0" dirty="0">
                <a:solidFill>
                  <a:srgbClr val="000000"/>
                </a:solidFill>
                <a:latin typeface="Source Sans Pro" panose="020B0503030403020204" pitchFamily="34" charset="0"/>
                <a:ea typeface="Source Sans Pro" panose="020B0503030403020204" pitchFamily="34" charset="0"/>
                <a:sym typeface="Source Sans Pro Light"/>
              </a:rPr>
              <a:t> connection between modules.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4" name="Manipulate Variables">
            <a:extLst>
              <a:ext uri="{FF2B5EF4-FFF2-40B4-BE49-F238E27FC236}">
                <a16:creationId xmlns:a16="http://schemas.microsoft.com/office/drawing/2014/main" id="{16B2E0F8-D8B5-DA6A-D47B-F996B4589206}"/>
              </a:ext>
            </a:extLst>
          </p:cNvPr>
          <p:cNvSpPr txBox="1"/>
          <p:nvPr/>
        </p:nvSpPr>
        <p:spPr>
          <a:xfrm>
            <a:off x="246888" y="3335350"/>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Data Layer</a:t>
            </a:r>
          </a:p>
        </p:txBody>
      </p:sp>
      <p:sp>
        <p:nvSpPr>
          <p:cNvPr id="17" name="TextBox 16">
            <a:extLst>
              <a:ext uri="{FF2B5EF4-FFF2-40B4-BE49-F238E27FC236}">
                <a16:creationId xmlns:a16="http://schemas.microsoft.com/office/drawing/2014/main" id="{F6A3059C-42DE-AF3B-EE61-DCB135441AE4}"/>
              </a:ext>
            </a:extLst>
          </p:cNvPr>
          <p:cNvSpPr txBox="1"/>
          <p:nvPr/>
        </p:nvSpPr>
        <p:spPr>
          <a:xfrm>
            <a:off x="210312" y="3587342"/>
            <a:ext cx="2304818" cy="64727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Supports diverse raw data formats such as .csv, .gitlog, and .mbox from local or network sources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396" name="TextBox 1395">
            <a:extLst>
              <a:ext uri="{FF2B5EF4-FFF2-40B4-BE49-F238E27FC236}">
                <a16:creationId xmlns:a16="http://schemas.microsoft.com/office/drawing/2014/main" id="{6D834B72-81FF-D68D-0415-FD9D278D1822}"/>
              </a:ext>
            </a:extLst>
          </p:cNvPr>
          <p:cNvSpPr txBox="1"/>
          <p:nvPr/>
        </p:nvSpPr>
        <p:spPr>
          <a:xfrm>
            <a:off x="11256264" y="5103368"/>
            <a:ext cx="2572194" cy="874518"/>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Tables can exist and access modules externally when they contain multiple sources. To view these connection is the same as table to table. </a:t>
            </a:r>
          </a:p>
        </p:txBody>
      </p:sp>
      <p:sp>
        <p:nvSpPr>
          <p:cNvPr id="1398" name="Manipulate Variables">
            <a:extLst>
              <a:ext uri="{FF2B5EF4-FFF2-40B4-BE49-F238E27FC236}">
                <a16:creationId xmlns:a16="http://schemas.microsoft.com/office/drawing/2014/main" id="{9B632CB6-8AD6-231A-9366-5D9F9F080E32}"/>
              </a:ext>
            </a:extLst>
          </p:cNvPr>
          <p:cNvSpPr txBox="1"/>
          <p:nvPr/>
        </p:nvSpPr>
        <p:spPr>
          <a:xfrm>
            <a:off x="11283696" y="4778194"/>
            <a:ext cx="2342196"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Table to Notebook </a:t>
            </a:r>
          </a:p>
        </p:txBody>
      </p:sp>
      <p:grpSp>
        <p:nvGrpSpPr>
          <p:cNvPr id="451" name="Group 450">
            <a:extLst>
              <a:ext uri="{FF2B5EF4-FFF2-40B4-BE49-F238E27FC236}">
                <a16:creationId xmlns:a16="http://schemas.microsoft.com/office/drawing/2014/main" id="{8826625E-3A1A-F6C2-4C20-FC3EEBD19EC1}"/>
              </a:ext>
            </a:extLst>
          </p:cNvPr>
          <p:cNvGrpSpPr/>
          <p:nvPr/>
        </p:nvGrpSpPr>
        <p:grpSpPr>
          <a:xfrm>
            <a:off x="11682218" y="6010915"/>
            <a:ext cx="999454" cy="700110"/>
            <a:chOff x="3243530" y="3828629"/>
            <a:chExt cx="1076931" cy="700110"/>
          </a:xfrm>
        </p:grpSpPr>
        <p:sp>
          <p:nvSpPr>
            <p:cNvPr id="465" name="Rectangle 464">
              <a:extLst>
                <a:ext uri="{FF2B5EF4-FFF2-40B4-BE49-F238E27FC236}">
                  <a16:creationId xmlns:a16="http://schemas.microsoft.com/office/drawing/2014/main" id="{DA8B10A9-C100-69B5-7D5B-251D6F95A448}"/>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6" name="Rectangle 465">
              <a:extLst>
                <a:ext uri="{FF2B5EF4-FFF2-40B4-BE49-F238E27FC236}">
                  <a16:creationId xmlns:a16="http://schemas.microsoft.com/office/drawing/2014/main" id="{CA61DBFF-36A2-2D17-14C3-AD7A2502EC28}"/>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8" name="Elbow Connector 1353">
              <a:extLst>
                <a:ext uri="{FF2B5EF4-FFF2-40B4-BE49-F238E27FC236}">
                  <a16:creationId xmlns:a16="http://schemas.microsoft.com/office/drawing/2014/main" id="{1033327A-4E4E-A1B7-50A2-550095B60F39}"/>
                </a:ext>
              </a:extLst>
            </p:cNvPr>
            <p:cNvCxnSpPr>
              <a:cxnSpLocks/>
              <a:endCxn id="46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71" name="Rectangle 470">
              <a:extLst>
                <a:ext uri="{FF2B5EF4-FFF2-40B4-BE49-F238E27FC236}">
                  <a16:creationId xmlns:a16="http://schemas.microsoft.com/office/drawing/2014/main" id="{F3EB9086-DBFA-55AC-4554-B6777FD872F6}"/>
                </a:ext>
              </a:extLst>
            </p:cNvPr>
            <p:cNvSpPr/>
            <p:nvPr/>
          </p:nvSpPr>
          <p:spPr>
            <a:xfrm>
              <a:off x="324566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72" name="Rectangle 471">
              <a:extLst>
                <a:ext uri="{FF2B5EF4-FFF2-40B4-BE49-F238E27FC236}">
                  <a16:creationId xmlns:a16="http://schemas.microsoft.com/office/drawing/2014/main" id="{8A3B6645-48BF-B898-0FA1-2506111E62D6}"/>
                </a:ext>
              </a:extLst>
            </p:cNvPr>
            <p:cNvSpPr/>
            <p:nvPr/>
          </p:nvSpPr>
          <p:spPr>
            <a:xfrm>
              <a:off x="3849960" y="418783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479" name="Elbow Connector 1438">
            <a:extLst>
              <a:ext uri="{FF2B5EF4-FFF2-40B4-BE49-F238E27FC236}">
                <a16:creationId xmlns:a16="http://schemas.microsoft.com/office/drawing/2014/main" id="{21966ED9-2641-C2F0-EB0B-5363AFB4D39C}"/>
              </a:ext>
            </a:extLst>
          </p:cNvPr>
          <p:cNvCxnSpPr>
            <a:cxnSpLocks/>
            <a:endCxn id="481" idx="0"/>
          </p:cNvCxnSpPr>
          <p:nvPr/>
        </p:nvCxnSpPr>
        <p:spPr>
          <a:xfrm rot="16200000" flipH="1">
            <a:off x="11405455" y="6618352"/>
            <a:ext cx="1148656" cy="221456"/>
          </a:xfrm>
          <a:prstGeom prst="bentConnector3">
            <a:avLst>
              <a:gd name="adj1" fmla="val 50000"/>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480" name="Elbow Connector 1442">
            <a:extLst>
              <a:ext uri="{FF2B5EF4-FFF2-40B4-BE49-F238E27FC236}">
                <a16:creationId xmlns:a16="http://schemas.microsoft.com/office/drawing/2014/main" id="{09EF7968-D9C1-AE26-5AA0-3C360ECE70B1}"/>
              </a:ext>
            </a:extLst>
          </p:cNvPr>
          <p:cNvCxnSpPr>
            <a:cxnSpLocks/>
            <a:stCxn id="481" idx="3"/>
          </p:cNvCxnSpPr>
          <p:nvPr/>
        </p:nvCxnSpPr>
        <p:spPr>
          <a:xfrm flipV="1">
            <a:off x="12268467" y="6737841"/>
            <a:ext cx="8557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pic>
        <p:nvPicPr>
          <p:cNvPr id="481" name="Graphic 480" descr="Paper outline">
            <a:extLst>
              <a:ext uri="{FF2B5EF4-FFF2-40B4-BE49-F238E27FC236}">
                <a16:creationId xmlns:a16="http://schemas.microsoft.com/office/drawing/2014/main" id="{F5D3D649-6A6B-BE61-49F3-2EDC46AFC89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2555" y="7303408"/>
            <a:ext cx="355912" cy="361633"/>
          </a:xfrm>
          <a:prstGeom prst="rect">
            <a:avLst/>
          </a:prstGeom>
        </p:spPr>
      </p:pic>
      <p:sp>
        <p:nvSpPr>
          <p:cNvPr id="486" name="Layout Suggestions">
            <a:extLst>
              <a:ext uri="{FF2B5EF4-FFF2-40B4-BE49-F238E27FC236}">
                <a16:creationId xmlns:a16="http://schemas.microsoft.com/office/drawing/2014/main" id="{0A54558E-8BA0-449F-0BDB-98FE6341DACB}"/>
              </a:ext>
            </a:extLst>
          </p:cNvPr>
          <p:cNvSpPr txBox="1"/>
          <p:nvPr/>
        </p:nvSpPr>
        <p:spPr>
          <a:xfrm>
            <a:off x="3508523" y="1389888"/>
            <a:ext cx="3892248"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err="1"/>
              <a:t>Kaiaulu</a:t>
            </a:r>
            <a:r>
              <a:rPr lang="en-US" dirty="0"/>
              <a:t> Architecture</a:t>
            </a:r>
            <a:endParaRPr dirty="0"/>
          </a:p>
        </p:txBody>
      </p:sp>
      <p:sp>
        <p:nvSpPr>
          <p:cNvPr id="487" name="Line">
            <a:extLst>
              <a:ext uri="{FF2B5EF4-FFF2-40B4-BE49-F238E27FC236}">
                <a16:creationId xmlns:a16="http://schemas.microsoft.com/office/drawing/2014/main" id="{3DB9C6D2-0EF5-2B78-B10F-7A16601334CC}"/>
              </a:ext>
            </a:extLst>
          </p:cNvPr>
          <p:cNvSpPr/>
          <p:nvPr/>
        </p:nvSpPr>
        <p:spPr>
          <a:xfrm flipV="1">
            <a:off x="3495631" y="1676220"/>
            <a:ext cx="7572479"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88" name="Line">
            <a:extLst>
              <a:ext uri="{FF2B5EF4-FFF2-40B4-BE49-F238E27FC236}">
                <a16:creationId xmlns:a16="http://schemas.microsoft.com/office/drawing/2014/main" id="{6039F2E4-1957-A899-44EB-1BC089687411}"/>
              </a:ext>
            </a:extLst>
          </p:cNvPr>
          <p:cNvSpPr/>
          <p:nvPr/>
        </p:nvSpPr>
        <p:spPr>
          <a:xfrm flipV="1">
            <a:off x="283464" y="1675325"/>
            <a:ext cx="2578737" cy="1176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89" name="Layout Suggestions">
            <a:extLst>
              <a:ext uri="{FF2B5EF4-FFF2-40B4-BE49-F238E27FC236}">
                <a16:creationId xmlns:a16="http://schemas.microsoft.com/office/drawing/2014/main" id="{ADF3675B-E996-44DF-44C2-9A0B2522B121}"/>
              </a:ext>
            </a:extLst>
          </p:cNvPr>
          <p:cNvSpPr txBox="1"/>
          <p:nvPr/>
        </p:nvSpPr>
        <p:spPr>
          <a:xfrm>
            <a:off x="11283650" y="7723448"/>
            <a:ext cx="2229592"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Module API</a:t>
            </a:r>
          </a:p>
        </p:txBody>
      </p:sp>
      <p:sp>
        <p:nvSpPr>
          <p:cNvPr id="490" name="TextBox 489">
            <a:extLst>
              <a:ext uri="{FF2B5EF4-FFF2-40B4-BE49-F238E27FC236}">
                <a16:creationId xmlns:a16="http://schemas.microsoft.com/office/drawing/2014/main" id="{B9262836-CE32-3FDA-F199-4046BDF8F698}"/>
              </a:ext>
            </a:extLst>
          </p:cNvPr>
          <p:cNvSpPr txBox="1"/>
          <p:nvPr/>
        </p:nvSpPr>
        <p:spPr>
          <a:xfrm>
            <a:off x="11256264" y="8061783"/>
            <a:ext cx="2572194"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Knowing the schema, you know the modules since they are 1-1. Knowing the modules you know what functions in the code use what data table form what source.</a:t>
            </a:r>
          </a:p>
        </p:txBody>
      </p:sp>
      <p:grpSp>
        <p:nvGrpSpPr>
          <p:cNvPr id="493" name="Group 492">
            <a:extLst>
              <a:ext uri="{FF2B5EF4-FFF2-40B4-BE49-F238E27FC236}">
                <a16:creationId xmlns:a16="http://schemas.microsoft.com/office/drawing/2014/main" id="{9678B489-3BA3-B38F-3401-60CEF95F2838}"/>
              </a:ext>
            </a:extLst>
          </p:cNvPr>
          <p:cNvGrpSpPr/>
          <p:nvPr/>
        </p:nvGrpSpPr>
        <p:grpSpPr>
          <a:xfrm>
            <a:off x="12499915" y="9381431"/>
            <a:ext cx="403336" cy="555701"/>
            <a:chOff x="3294361" y="6407053"/>
            <a:chExt cx="535312" cy="690603"/>
          </a:xfrm>
        </p:grpSpPr>
        <p:sp>
          <p:nvSpPr>
            <p:cNvPr id="494" name="Rectangle 493">
              <a:extLst>
                <a:ext uri="{FF2B5EF4-FFF2-40B4-BE49-F238E27FC236}">
                  <a16:creationId xmlns:a16="http://schemas.microsoft.com/office/drawing/2014/main" id="{282D4C3E-3B11-9CA9-6AB9-AB42C2C602D0}"/>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5" name="Rectangle 494">
              <a:extLst>
                <a:ext uri="{FF2B5EF4-FFF2-40B4-BE49-F238E27FC236}">
                  <a16:creationId xmlns:a16="http://schemas.microsoft.com/office/drawing/2014/main" id="{506F2FC2-B918-3117-DCEA-97F175A1716D}"/>
                </a:ext>
              </a:extLst>
            </p:cNvPr>
            <p:cNvSpPr/>
            <p:nvPr/>
          </p:nvSpPr>
          <p:spPr>
            <a:xfrm>
              <a:off x="3580205" y="6411199"/>
              <a:ext cx="249468"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1446" name="Rectangle 1445">
            <a:extLst>
              <a:ext uri="{FF2B5EF4-FFF2-40B4-BE49-F238E27FC236}">
                <a16:creationId xmlns:a16="http://schemas.microsoft.com/office/drawing/2014/main" id="{2E4DBF0B-4372-8DB8-A132-116E197B10BD}"/>
              </a:ext>
            </a:extLst>
          </p:cNvPr>
          <p:cNvSpPr/>
          <p:nvPr/>
        </p:nvSpPr>
        <p:spPr>
          <a:xfrm>
            <a:off x="11982557" y="9279976"/>
            <a:ext cx="353255" cy="273608"/>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56" name="Rectangle 1455">
            <a:extLst>
              <a:ext uri="{FF2B5EF4-FFF2-40B4-BE49-F238E27FC236}">
                <a16:creationId xmlns:a16="http://schemas.microsoft.com/office/drawing/2014/main" id="{722A472D-6051-CF2F-CAA2-2C60349C50A2}"/>
              </a:ext>
            </a:extLst>
          </p:cNvPr>
          <p:cNvSpPr/>
          <p:nvPr/>
        </p:nvSpPr>
        <p:spPr>
          <a:xfrm>
            <a:off x="11982557" y="9277441"/>
            <a:ext cx="107667" cy="7947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71" name="Rectangle 1470">
            <a:extLst>
              <a:ext uri="{FF2B5EF4-FFF2-40B4-BE49-F238E27FC236}">
                <a16:creationId xmlns:a16="http://schemas.microsoft.com/office/drawing/2014/main" id="{D12C0EC6-8CCE-634A-39FA-25B71EB2258B}"/>
              </a:ext>
            </a:extLst>
          </p:cNvPr>
          <p:cNvSpPr/>
          <p:nvPr/>
        </p:nvSpPr>
        <p:spPr>
          <a:xfrm>
            <a:off x="11416611" y="9189115"/>
            <a:ext cx="353255" cy="27223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2" name="Line">
            <a:extLst>
              <a:ext uri="{FF2B5EF4-FFF2-40B4-BE49-F238E27FC236}">
                <a16:creationId xmlns:a16="http://schemas.microsoft.com/office/drawing/2014/main" id="{46D4E2F2-4310-1A59-5295-42DDDC707EC8}"/>
              </a:ext>
            </a:extLst>
          </p:cNvPr>
          <p:cNvSpPr/>
          <p:nvPr/>
        </p:nvSpPr>
        <p:spPr>
          <a:xfrm flipV="1">
            <a:off x="11295616" y="2040489"/>
            <a:ext cx="2080392" cy="831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3" name="Line">
            <a:extLst>
              <a:ext uri="{FF2B5EF4-FFF2-40B4-BE49-F238E27FC236}">
                <a16:creationId xmlns:a16="http://schemas.microsoft.com/office/drawing/2014/main" id="{3280D0D4-0467-7BAC-6085-45FAAC106181}"/>
              </a:ext>
            </a:extLst>
          </p:cNvPr>
          <p:cNvSpPr/>
          <p:nvPr/>
        </p:nvSpPr>
        <p:spPr>
          <a:xfrm flipV="1">
            <a:off x="11331932" y="8088011"/>
            <a:ext cx="2133027" cy="259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pic>
        <p:nvPicPr>
          <p:cNvPr id="1458" name="Graphic 1457" descr="User with solid fill">
            <a:extLst>
              <a:ext uri="{FF2B5EF4-FFF2-40B4-BE49-F238E27FC236}">
                <a16:creationId xmlns:a16="http://schemas.microsoft.com/office/drawing/2014/main" id="{6382ADFA-18B9-AC7F-4AF7-6356F9B06C6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67470" y="8389823"/>
            <a:ext cx="1893472" cy="1893472"/>
          </a:xfrm>
          <a:prstGeom prst="rect">
            <a:avLst/>
          </a:prstGeom>
        </p:spPr>
      </p:pic>
      <p:sp>
        <p:nvSpPr>
          <p:cNvPr id="1462" name="Rectangle 1461">
            <a:extLst>
              <a:ext uri="{FF2B5EF4-FFF2-40B4-BE49-F238E27FC236}">
                <a16:creationId xmlns:a16="http://schemas.microsoft.com/office/drawing/2014/main" id="{97319404-1D1F-EBA6-EA4D-F6945CA181C9}"/>
              </a:ext>
            </a:extLst>
          </p:cNvPr>
          <p:cNvSpPr/>
          <p:nvPr/>
        </p:nvSpPr>
        <p:spPr>
          <a:xfrm>
            <a:off x="6362186" y="8378170"/>
            <a:ext cx="1897816" cy="1756090"/>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63" name="Rectangle 1462">
            <a:extLst>
              <a:ext uri="{FF2B5EF4-FFF2-40B4-BE49-F238E27FC236}">
                <a16:creationId xmlns:a16="http://schemas.microsoft.com/office/drawing/2014/main" id="{B5F43D2B-81FC-D874-760A-203B0DB68C05}"/>
              </a:ext>
            </a:extLst>
          </p:cNvPr>
          <p:cNvSpPr/>
          <p:nvPr/>
        </p:nvSpPr>
        <p:spPr>
          <a:xfrm>
            <a:off x="13158404" y="9793724"/>
            <a:ext cx="359684" cy="35971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464" name="Graphic 1463" descr="User with solid fill">
            <a:extLst>
              <a:ext uri="{FF2B5EF4-FFF2-40B4-BE49-F238E27FC236}">
                <a16:creationId xmlns:a16="http://schemas.microsoft.com/office/drawing/2014/main" id="{F2D05584-7781-3264-7C1D-67EF31A2844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162551" y="9806443"/>
            <a:ext cx="378214" cy="378214"/>
          </a:xfrm>
          <a:prstGeom prst="rect">
            <a:avLst/>
          </a:prstGeom>
        </p:spPr>
      </p:pic>
      <p:cxnSp>
        <p:nvCxnSpPr>
          <p:cNvPr id="44" name="Straight Connector 43">
            <a:extLst>
              <a:ext uri="{FF2B5EF4-FFF2-40B4-BE49-F238E27FC236}">
                <a16:creationId xmlns:a16="http://schemas.microsoft.com/office/drawing/2014/main" id="{0486C7CD-A49F-2B55-BAF3-F28D6FAAB8A8}"/>
              </a:ext>
            </a:extLst>
          </p:cNvPr>
          <p:cNvCxnSpPr>
            <a:cxnSpLocks/>
            <a:endCxn id="1456" idx="0"/>
          </p:cNvCxnSpPr>
          <p:nvPr/>
        </p:nvCxnSpPr>
        <p:spPr>
          <a:xfrm>
            <a:off x="11416611" y="9186580"/>
            <a:ext cx="619780" cy="9086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4" name="Straight Connector 53">
            <a:extLst>
              <a:ext uri="{FF2B5EF4-FFF2-40B4-BE49-F238E27FC236}">
                <a16:creationId xmlns:a16="http://schemas.microsoft.com/office/drawing/2014/main" id="{1B2246F9-1D71-9FAD-D36E-A1855DF91EE6}"/>
              </a:ext>
            </a:extLst>
          </p:cNvPr>
          <p:cNvCxnSpPr>
            <a:cxnSpLocks/>
          </p:cNvCxnSpPr>
          <p:nvPr/>
        </p:nvCxnSpPr>
        <p:spPr>
          <a:xfrm>
            <a:off x="11719880" y="9188535"/>
            <a:ext cx="615932" cy="886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5" name="Straight Connector 1344">
            <a:extLst>
              <a:ext uri="{FF2B5EF4-FFF2-40B4-BE49-F238E27FC236}">
                <a16:creationId xmlns:a16="http://schemas.microsoft.com/office/drawing/2014/main" id="{3F3E40B7-9D30-242F-654B-5706C2F254AD}"/>
              </a:ext>
            </a:extLst>
          </p:cNvPr>
          <p:cNvCxnSpPr>
            <a:cxnSpLocks/>
          </p:cNvCxnSpPr>
          <p:nvPr/>
        </p:nvCxnSpPr>
        <p:spPr>
          <a:xfrm>
            <a:off x="11421453" y="9474708"/>
            <a:ext cx="551173" cy="735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6" name="Straight Connector 1345">
            <a:extLst>
              <a:ext uri="{FF2B5EF4-FFF2-40B4-BE49-F238E27FC236}">
                <a16:creationId xmlns:a16="http://schemas.microsoft.com/office/drawing/2014/main" id="{974098B8-614C-45A4-B2DF-4ED374A45E69}"/>
              </a:ext>
            </a:extLst>
          </p:cNvPr>
          <p:cNvCxnSpPr>
            <a:cxnSpLocks/>
          </p:cNvCxnSpPr>
          <p:nvPr/>
        </p:nvCxnSpPr>
        <p:spPr>
          <a:xfrm>
            <a:off x="11760803" y="9469143"/>
            <a:ext cx="551173" cy="735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7" name="Straight Connector 1346">
            <a:extLst>
              <a:ext uri="{FF2B5EF4-FFF2-40B4-BE49-F238E27FC236}">
                <a16:creationId xmlns:a16="http://schemas.microsoft.com/office/drawing/2014/main" id="{B0B20515-ACEB-D440-0268-9A9F6CC3AC93}"/>
              </a:ext>
            </a:extLst>
          </p:cNvPr>
          <p:cNvCxnSpPr>
            <a:cxnSpLocks/>
          </p:cNvCxnSpPr>
          <p:nvPr/>
        </p:nvCxnSpPr>
        <p:spPr>
          <a:xfrm>
            <a:off x="11982557" y="9277185"/>
            <a:ext cx="549174" cy="11696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C4B6C1E1-3FD3-CD26-7066-64FD7C8865C6}"/>
              </a:ext>
            </a:extLst>
          </p:cNvPr>
          <p:cNvCxnSpPr>
            <a:cxnSpLocks/>
          </p:cNvCxnSpPr>
          <p:nvPr/>
        </p:nvCxnSpPr>
        <p:spPr>
          <a:xfrm>
            <a:off x="12315252" y="9277185"/>
            <a:ext cx="551173" cy="1018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8" name="Straight Connector 1377">
            <a:extLst>
              <a:ext uri="{FF2B5EF4-FFF2-40B4-BE49-F238E27FC236}">
                <a16:creationId xmlns:a16="http://schemas.microsoft.com/office/drawing/2014/main" id="{B496A1F6-DCAD-A04D-99EA-579B4AF27533}"/>
              </a:ext>
            </a:extLst>
          </p:cNvPr>
          <p:cNvCxnSpPr>
            <a:cxnSpLocks/>
          </p:cNvCxnSpPr>
          <p:nvPr/>
        </p:nvCxnSpPr>
        <p:spPr>
          <a:xfrm>
            <a:off x="11982557" y="9561373"/>
            <a:ext cx="549174" cy="4107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82" name="Straight Connector 1381">
            <a:extLst>
              <a:ext uri="{FF2B5EF4-FFF2-40B4-BE49-F238E27FC236}">
                <a16:creationId xmlns:a16="http://schemas.microsoft.com/office/drawing/2014/main" id="{60E765AB-7ECA-37FB-C621-3933C9ECFD5B}"/>
              </a:ext>
            </a:extLst>
          </p:cNvPr>
          <p:cNvCxnSpPr>
            <a:cxnSpLocks/>
          </p:cNvCxnSpPr>
          <p:nvPr/>
        </p:nvCxnSpPr>
        <p:spPr>
          <a:xfrm>
            <a:off x="12329751" y="9553584"/>
            <a:ext cx="595179" cy="38562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99" name="Straight Connector 1398">
            <a:extLst>
              <a:ext uri="{FF2B5EF4-FFF2-40B4-BE49-F238E27FC236}">
                <a16:creationId xmlns:a16="http://schemas.microsoft.com/office/drawing/2014/main" id="{E15B9BD7-2015-5930-93F6-283A5C66608B}"/>
              </a:ext>
            </a:extLst>
          </p:cNvPr>
          <p:cNvCxnSpPr>
            <a:cxnSpLocks/>
          </p:cNvCxnSpPr>
          <p:nvPr/>
        </p:nvCxnSpPr>
        <p:spPr>
          <a:xfrm>
            <a:off x="12470498" y="9385179"/>
            <a:ext cx="688451" cy="4140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05" name="Straight Connector 1404">
            <a:extLst>
              <a:ext uri="{FF2B5EF4-FFF2-40B4-BE49-F238E27FC236}">
                <a16:creationId xmlns:a16="http://schemas.microsoft.com/office/drawing/2014/main" id="{5025624E-A667-70A3-2BAC-6FB7139840DE}"/>
              </a:ext>
            </a:extLst>
          </p:cNvPr>
          <p:cNvCxnSpPr>
            <a:cxnSpLocks/>
          </p:cNvCxnSpPr>
          <p:nvPr/>
        </p:nvCxnSpPr>
        <p:spPr>
          <a:xfrm>
            <a:off x="12496515" y="9948317"/>
            <a:ext cx="705564" cy="21241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6" name="Straight Connector 455">
            <a:extLst>
              <a:ext uri="{FF2B5EF4-FFF2-40B4-BE49-F238E27FC236}">
                <a16:creationId xmlns:a16="http://schemas.microsoft.com/office/drawing/2014/main" id="{E4A1F276-47A5-4D17-C26C-8655DF985838}"/>
              </a:ext>
            </a:extLst>
          </p:cNvPr>
          <p:cNvCxnSpPr>
            <a:cxnSpLocks/>
          </p:cNvCxnSpPr>
          <p:nvPr/>
        </p:nvCxnSpPr>
        <p:spPr>
          <a:xfrm>
            <a:off x="12924930" y="9406899"/>
            <a:ext cx="602379" cy="37768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9" name="Straight Connector 458">
            <a:extLst>
              <a:ext uri="{FF2B5EF4-FFF2-40B4-BE49-F238E27FC236}">
                <a16:creationId xmlns:a16="http://schemas.microsoft.com/office/drawing/2014/main" id="{5F920455-E033-EBD4-260B-05ABD84430F1}"/>
              </a:ext>
            </a:extLst>
          </p:cNvPr>
          <p:cNvCxnSpPr>
            <a:cxnSpLocks/>
          </p:cNvCxnSpPr>
          <p:nvPr/>
        </p:nvCxnSpPr>
        <p:spPr>
          <a:xfrm>
            <a:off x="12924930" y="9939204"/>
            <a:ext cx="591549" cy="21195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452" name="TextBox 451">
            <a:extLst>
              <a:ext uri="{FF2B5EF4-FFF2-40B4-BE49-F238E27FC236}">
                <a16:creationId xmlns:a16="http://schemas.microsoft.com/office/drawing/2014/main" id="{ECDBBE77-F1B4-A83E-790B-A0C7268C0477}"/>
              </a:ext>
            </a:extLst>
          </p:cNvPr>
          <p:cNvSpPr txBox="1"/>
          <p:nvPr/>
        </p:nvSpPr>
        <p:spPr>
          <a:xfrm>
            <a:off x="11256264" y="2406037"/>
            <a:ext cx="2535488" cy="874518"/>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With the .</a:t>
            </a:r>
            <a:r>
              <a:rPr lang="en-US" b="0" dirty="0" err="1">
                <a:solidFill>
                  <a:schemeClr val="bg2">
                    <a:lumMod val="10000"/>
                  </a:schemeClr>
                </a:solidFill>
                <a:latin typeface="Source Sans Pro" panose="020B0503030403020204" pitchFamily="34" charset="0"/>
                <a:ea typeface="Source Sans Pro" panose="020B0503030403020204" pitchFamily="34" charset="0"/>
              </a:rPr>
              <a:t>mwb</a:t>
            </a:r>
            <a:r>
              <a:rPr lang="en-US" b="0" dirty="0">
                <a:solidFill>
                  <a:schemeClr val="bg2">
                    <a:lumMod val="10000"/>
                  </a:schemeClr>
                </a:solidFill>
                <a:latin typeface="Source Sans Pro" panose="020B0503030403020204" pitchFamily="34" charset="0"/>
                <a:ea typeface="Source Sans Pro" panose="020B0503030403020204" pitchFamily="34" charset="0"/>
              </a:rPr>
              <a:t> to locate the columns the table’s use for connections one just needs to  hover over the connection or table.</a:t>
            </a:r>
          </a:p>
        </p:txBody>
      </p:sp>
      <p:grpSp>
        <p:nvGrpSpPr>
          <p:cNvPr id="453" name="Group 452">
            <a:extLst>
              <a:ext uri="{FF2B5EF4-FFF2-40B4-BE49-F238E27FC236}">
                <a16:creationId xmlns:a16="http://schemas.microsoft.com/office/drawing/2014/main" id="{D5BDDF18-E72C-3354-5121-484F38FA87FC}"/>
              </a:ext>
            </a:extLst>
          </p:cNvPr>
          <p:cNvGrpSpPr/>
          <p:nvPr/>
        </p:nvGrpSpPr>
        <p:grpSpPr>
          <a:xfrm>
            <a:off x="11374100" y="3465728"/>
            <a:ext cx="1763725" cy="931206"/>
            <a:chOff x="3243530" y="3828629"/>
            <a:chExt cx="1763725" cy="931206"/>
          </a:xfrm>
        </p:grpSpPr>
        <p:sp>
          <p:nvSpPr>
            <p:cNvPr id="454" name="Rectangle 453">
              <a:extLst>
                <a:ext uri="{FF2B5EF4-FFF2-40B4-BE49-F238E27FC236}">
                  <a16:creationId xmlns:a16="http://schemas.microsoft.com/office/drawing/2014/main" id="{6E81C84F-9271-C61B-5377-7F25A4EF84F4}"/>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5" name="Rectangle 454">
              <a:extLst>
                <a:ext uri="{FF2B5EF4-FFF2-40B4-BE49-F238E27FC236}">
                  <a16:creationId xmlns:a16="http://schemas.microsoft.com/office/drawing/2014/main" id="{AE98C360-AF0A-3E4B-06DD-8DD88971002F}"/>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7" name="Rectangle 456">
              <a:extLst>
                <a:ext uri="{FF2B5EF4-FFF2-40B4-BE49-F238E27FC236}">
                  <a16:creationId xmlns:a16="http://schemas.microsoft.com/office/drawing/2014/main" id="{BE070C2E-C960-8129-F355-7D1F91E7A86B}"/>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58" name="Rectangle 457">
              <a:extLst>
                <a:ext uri="{FF2B5EF4-FFF2-40B4-BE49-F238E27FC236}">
                  <a16:creationId xmlns:a16="http://schemas.microsoft.com/office/drawing/2014/main" id="{2898BFAE-BD88-2169-095B-590E4C0A85B0}"/>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0" name="Elbow Connector 1353">
              <a:extLst>
                <a:ext uri="{FF2B5EF4-FFF2-40B4-BE49-F238E27FC236}">
                  <a16:creationId xmlns:a16="http://schemas.microsoft.com/office/drawing/2014/main" id="{058A7C38-FC06-296A-7067-4556B3B2F587}"/>
                </a:ext>
              </a:extLst>
            </p:cNvPr>
            <p:cNvCxnSpPr>
              <a:cxnSpLocks/>
              <a:endCxn id="45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1" name="Elbow Connector 1356">
              <a:extLst>
                <a:ext uri="{FF2B5EF4-FFF2-40B4-BE49-F238E27FC236}">
                  <a16:creationId xmlns:a16="http://schemas.microsoft.com/office/drawing/2014/main" id="{E367414C-BE57-0B06-3847-24EBE5932DF1}"/>
                </a:ext>
              </a:extLst>
            </p:cNvPr>
            <p:cNvCxnSpPr>
              <a:cxnSpLocks/>
              <a:stCxn id="455" idx="3"/>
              <a:endCxn id="458"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2" name="Elbow Connector 1361">
              <a:extLst>
                <a:ext uri="{FF2B5EF4-FFF2-40B4-BE49-F238E27FC236}">
                  <a16:creationId xmlns:a16="http://schemas.microsoft.com/office/drawing/2014/main" id="{2C37568B-F64D-4036-50C8-F06DFA5A9363}"/>
                </a:ext>
              </a:extLst>
            </p:cNvPr>
            <p:cNvCxnSpPr>
              <a:cxnSpLocks/>
              <a:stCxn id="455" idx="2"/>
              <a:endCxn id="45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63" name="Rectangle 462">
              <a:extLst>
                <a:ext uri="{FF2B5EF4-FFF2-40B4-BE49-F238E27FC236}">
                  <a16:creationId xmlns:a16="http://schemas.microsoft.com/office/drawing/2014/main" id="{CAE62202-B452-4A87-D9E5-5040FAFEC615}"/>
                </a:ext>
              </a:extLst>
            </p:cNvPr>
            <p:cNvSpPr/>
            <p:nvPr/>
          </p:nvSpPr>
          <p:spPr>
            <a:xfrm>
              <a:off x="324361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4" name="Rectangle 463">
              <a:extLst>
                <a:ext uri="{FF2B5EF4-FFF2-40B4-BE49-F238E27FC236}">
                  <a16:creationId xmlns:a16="http://schemas.microsoft.com/office/drawing/2014/main" id="{E2B5D9AA-5F25-A823-7D0C-909B345A2448}"/>
                </a:ext>
              </a:extLst>
            </p:cNvPr>
            <p:cNvSpPr/>
            <p:nvPr/>
          </p:nvSpPr>
          <p:spPr>
            <a:xfrm>
              <a:off x="3853372" y="41906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7" name="Rectangle 466">
              <a:extLst>
                <a:ext uri="{FF2B5EF4-FFF2-40B4-BE49-F238E27FC236}">
                  <a16:creationId xmlns:a16="http://schemas.microsoft.com/office/drawing/2014/main" id="{1C034E31-309D-162D-0AF9-BF82C50FE3A5}"/>
                </a:ext>
              </a:extLst>
            </p:cNvPr>
            <p:cNvSpPr/>
            <p:nvPr/>
          </p:nvSpPr>
          <p:spPr>
            <a:xfrm>
              <a:off x="4540811" y="442103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9" name="Rectangle 468">
              <a:extLst>
                <a:ext uri="{FF2B5EF4-FFF2-40B4-BE49-F238E27FC236}">
                  <a16:creationId xmlns:a16="http://schemas.microsoft.com/office/drawing/2014/main" id="{03C7BFCB-4B6C-6A56-8A06-E055C93D6243}"/>
                </a:ext>
              </a:extLst>
            </p:cNvPr>
            <p:cNvSpPr/>
            <p:nvPr/>
          </p:nvSpPr>
          <p:spPr>
            <a:xfrm>
              <a:off x="4524401" y="3865553"/>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470" name="Manipulate Variables">
            <a:extLst>
              <a:ext uri="{FF2B5EF4-FFF2-40B4-BE49-F238E27FC236}">
                <a16:creationId xmlns:a16="http://schemas.microsoft.com/office/drawing/2014/main" id="{E7696C31-67F8-900E-7483-73D0D52FD9A0}"/>
              </a:ext>
            </a:extLst>
          </p:cNvPr>
          <p:cNvSpPr txBox="1"/>
          <p:nvPr/>
        </p:nvSpPr>
        <p:spPr>
          <a:xfrm>
            <a:off x="11283696" y="2091644"/>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Table to Table </a:t>
            </a:r>
          </a:p>
        </p:txBody>
      </p:sp>
      <p:sp>
        <p:nvSpPr>
          <p:cNvPr id="475" name="Line">
            <a:extLst>
              <a:ext uri="{FF2B5EF4-FFF2-40B4-BE49-F238E27FC236}">
                <a16:creationId xmlns:a16="http://schemas.microsoft.com/office/drawing/2014/main" id="{D25705AC-5B31-8847-9A15-3E3DE85341C4}"/>
              </a:ext>
            </a:extLst>
          </p:cNvPr>
          <p:cNvSpPr/>
          <p:nvPr/>
        </p:nvSpPr>
        <p:spPr>
          <a:xfrm flipV="1">
            <a:off x="261807" y="3250712"/>
            <a:ext cx="2578737" cy="1176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45467393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F169D-68CA-83EC-58F3-A2A54F22FDE6}"/>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8B77FA01-276E-4EE5-6B48-BA0A24F9ED10}"/>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7C446C24-11B5-48EC-2BB6-BD3860DC9459}"/>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D5BADF3F-08BB-6939-4520-12869E1BB2B4}"/>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5EA6FF15-DDD4-67E3-D375-34751868436E}"/>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Schema</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EBBC2BA8-3EAE-CD5F-4D5D-AF78BF33A7F3}"/>
              </a:ext>
            </a:extLst>
          </p:cNvPr>
          <p:cNvSpPr txBox="1"/>
          <p:nvPr/>
        </p:nvSpPr>
        <p:spPr>
          <a:xfrm>
            <a:off x="119175" y="1385942"/>
            <a:ext cx="134972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solidFill>
                  <a:srgbClr val="628DB5"/>
                </a:solidFill>
              </a:rPr>
              <a:t>About</a:t>
            </a:r>
            <a:endParaRPr dirty="0">
              <a:solidFill>
                <a:srgbClr val="628DB5"/>
              </a:solidFill>
            </a:endParaRPr>
          </a:p>
        </p:txBody>
      </p:sp>
      <p:pic>
        <p:nvPicPr>
          <p:cNvPr id="8" name="Picture 7" descr="A picture containing text&#10;&#10;Description automatically generated">
            <a:extLst>
              <a:ext uri="{FF2B5EF4-FFF2-40B4-BE49-F238E27FC236}">
                <a16:creationId xmlns:a16="http://schemas.microsoft.com/office/drawing/2014/main" id="{81F51D71-4FC7-5FB8-4004-6E51984591F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6585222A-1E0C-5845-AC2F-814E2F692F63}"/>
              </a:ext>
            </a:extLst>
          </p:cNvPr>
          <p:cNvSpPr txBox="1"/>
          <p:nvPr/>
        </p:nvSpPr>
        <p:spPr>
          <a:xfrm>
            <a:off x="78475" y="1677025"/>
            <a:ext cx="2740629"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combining of multiple sources, such as Git, Jira, and GitHub for analysis. This cheat sheet showcases the data schema for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facilitates identifying how to combine data sources of interest to the user.</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13CCAB06-D895-0868-FBDD-9DF22CB44668}"/>
              </a:ext>
            </a:extLst>
          </p:cNvPr>
          <p:cNvSpPr txBox="1"/>
          <p:nvPr/>
        </p:nvSpPr>
        <p:spPr>
          <a:xfrm>
            <a:off x="7739660" y="1035871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8" name="Layout Suggestions">
            <a:extLst>
              <a:ext uri="{FF2B5EF4-FFF2-40B4-BE49-F238E27FC236}">
                <a16:creationId xmlns:a16="http://schemas.microsoft.com/office/drawing/2014/main" id="{01A2370E-AA40-78EC-671D-D7DF3D96B87D}"/>
              </a:ext>
            </a:extLst>
          </p:cNvPr>
          <p:cNvSpPr txBox="1"/>
          <p:nvPr/>
        </p:nvSpPr>
        <p:spPr>
          <a:xfrm>
            <a:off x="10988902" y="1388329"/>
            <a:ext cx="1748028" cy="64780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p:txBody>
      </p:sp>
      <p:sp>
        <p:nvSpPr>
          <p:cNvPr id="60" name="Layout Suggestions">
            <a:extLst>
              <a:ext uri="{FF2B5EF4-FFF2-40B4-BE49-F238E27FC236}">
                <a16:creationId xmlns:a16="http://schemas.microsoft.com/office/drawing/2014/main" id="{03C5D3C2-3614-BE19-8CC8-207112DF10F3}"/>
              </a:ext>
            </a:extLst>
          </p:cNvPr>
          <p:cNvSpPr txBox="1"/>
          <p:nvPr/>
        </p:nvSpPr>
        <p:spPr>
          <a:xfrm>
            <a:off x="117935" y="2925634"/>
            <a:ext cx="2990314"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Layers</a:t>
            </a:r>
          </a:p>
        </p:txBody>
      </p:sp>
      <p:sp>
        <p:nvSpPr>
          <p:cNvPr id="61" name="TextBox 60">
            <a:extLst>
              <a:ext uri="{FF2B5EF4-FFF2-40B4-BE49-F238E27FC236}">
                <a16:creationId xmlns:a16="http://schemas.microsoft.com/office/drawing/2014/main" id="{79693020-50B0-D478-6F9E-1E284F383C17}"/>
              </a:ext>
            </a:extLst>
          </p:cNvPr>
          <p:cNvSpPr txBox="1"/>
          <p:nvPr/>
        </p:nvSpPr>
        <p:spPr>
          <a:xfrm>
            <a:off x="82518" y="8965913"/>
            <a:ext cx="2308743" cy="111817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The User Layer provides everyday tools, like </a:t>
            </a:r>
            <a:r>
              <a:rPr lang="en-US" sz="1000" dirty="0">
                <a:solidFill>
                  <a:schemeClr val="bg2">
                    <a:lumMod val="10000"/>
                  </a:schemeClr>
                </a:solidFill>
                <a:latin typeface="Source Sans Pro" panose="020B0503030403020204" pitchFamily="34" charset="0"/>
                <a:ea typeface="Source Sans Pro" panose="020B0503030403020204" pitchFamily="34" charset="0"/>
                <a:sym typeface="Source Sans Pro Light"/>
              </a:rPr>
              <a:t>Notebooks</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and </a:t>
            </a:r>
            <a:r>
              <a:rPr lang="en-US" sz="1000" dirty="0">
                <a:solidFill>
                  <a:schemeClr val="bg2">
                    <a:lumMod val="10000"/>
                  </a:schemeClr>
                </a:solidFill>
                <a:latin typeface="Source Sans Pro" panose="020B0503030403020204" pitchFamily="34" charset="0"/>
                <a:ea typeface="Source Sans Pro" panose="020B0503030403020204" pitchFamily="34" charset="0"/>
                <a:sym typeface="Source Sans Pro Light"/>
              </a:rPr>
              <a:t>exec scripts</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act as accessible entry points to the tools within the Module Layer. This connection lets users easily run analyses without needing to navigate the complex underlying code.</a:t>
            </a:r>
            <a:endParaRPr lang="en-US" sz="1000" b="0" dirty="0">
              <a:solidFill>
                <a:schemeClr val="bg2">
                  <a:lumMod val="10000"/>
                </a:schemeClr>
              </a:solidFill>
              <a:latin typeface="Source Sans Pro" panose="020B0503030403020204" pitchFamily="34" charset="0"/>
              <a:ea typeface="Source Sans Pro" panose="020B0503030403020204" pitchFamily="34" charset="0"/>
            </a:endParaRPr>
          </a:p>
        </p:txBody>
      </p:sp>
      <p:cxnSp>
        <p:nvCxnSpPr>
          <p:cNvPr id="38" name="Straight Connector 37">
            <a:extLst>
              <a:ext uri="{FF2B5EF4-FFF2-40B4-BE49-F238E27FC236}">
                <a16:creationId xmlns:a16="http://schemas.microsoft.com/office/drawing/2014/main" id="{678A52EF-EE85-1354-13A8-AD6862EB6507}"/>
              </a:ext>
            </a:extLst>
          </p:cNvPr>
          <p:cNvCxnSpPr>
            <a:cxnSpLocks/>
          </p:cNvCxnSpPr>
          <p:nvPr/>
        </p:nvCxnSpPr>
        <p:spPr>
          <a:xfrm>
            <a:off x="9263005" y="4756581"/>
            <a:ext cx="378975" cy="91856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6" name="Rectangle 35">
            <a:extLst>
              <a:ext uri="{FF2B5EF4-FFF2-40B4-BE49-F238E27FC236}">
                <a16:creationId xmlns:a16="http://schemas.microsoft.com/office/drawing/2014/main" id="{12D95821-E651-3441-5164-7253F1D45F4C}"/>
              </a:ext>
            </a:extLst>
          </p:cNvPr>
          <p:cNvSpPr/>
          <p:nvPr/>
        </p:nvSpPr>
        <p:spPr>
          <a:xfrm>
            <a:off x="8669346" y="2414451"/>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491" name="Group 490">
            <a:extLst>
              <a:ext uri="{FF2B5EF4-FFF2-40B4-BE49-F238E27FC236}">
                <a16:creationId xmlns:a16="http://schemas.microsoft.com/office/drawing/2014/main" id="{77BA27E5-F344-CA25-4E62-454A031AF86B}"/>
              </a:ext>
            </a:extLst>
          </p:cNvPr>
          <p:cNvGrpSpPr/>
          <p:nvPr/>
        </p:nvGrpSpPr>
        <p:grpSpPr>
          <a:xfrm>
            <a:off x="9646542" y="4896232"/>
            <a:ext cx="1335498" cy="782062"/>
            <a:chOff x="8698604" y="5125201"/>
            <a:chExt cx="1335498" cy="782062"/>
          </a:xfrm>
        </p:grpSpPr>
        <p:sp>
          <p:nvSpPr>
            <p:cNvPr id="52" name="Rectangle 51">
              <a:extLst>
                <a:ext uri="{FF2B5EF4-FFF2-40B4-BE49-F238E27FC236}">
                  <a16:creationId xmlns:a16="http://schemas.microsoft.com/office/drawing/2014/main" id="{0AD57B4E-1C1B-834A-7624-27F9760E66D3}"/>
                </a:ext>
              </a:extLst>
            </p:cNvPr>
            <p:cNvSpPr/>
            <p:nvPr/>
          </p:nvSpPr>
          <p:spPr>
            <a:xfrm>
              <a:off x="9217110" y="5147053"/>
              <a:ext cx="752708"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23C3264C-61AC-DE2B-78E2-E859133168F5}"/>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81AF3A67-3696-ED31-84CA-E6D419926C47}"/>
                </a:ext>
              </a:extLst>
            </p:cNvPr>
            <p:cNvSpPr txBox="1"/>
            <p:nvPr/>
          </p:nvSpPr>
          <p:spPr>
            <a:xfrm>
              <a:off x="9123325" y="5125201"/>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0CB4686B-5B91-389E-FEA4-1D82F193FDB9}"/>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F455BD66-E7F2-9F77-AE81-ADF063FE28D8}"/>
              </a:ext>
            </a:extLst>
          </p:cNvPr>
          <p:cNvGrpSpPr/>
          <p:nvPr/>
        </p:nvGrpSpPr>
        <p:grpSpPr>
          <a:xfrm>
            <a:off x="9258043" y="3647884"/>
            <a:ext cx="1430682" cy="1121932"/>
            <a:chOff x="9181373" y="3681549"/>
            <a:chExt cx="1430682" cy="1121932"/>
          </a:xfrm>
        </p:grpSpPr>
        <p:sp>
          <p:nvSpPr>
            <p:cNvPr id="35" name="Rectangle 34">
              <a:extLst>
                <a:ext uri="{FF2B5EF4-FFF2-40B4-BE49-F238E27FC236}">
                  <a16:creationId xmlns:a16="http://schemas.microsoft.com/office/drawing/2014/main" id="{BDA30BBF-BFE4-AE9B-C016-88297ED413D8}"/>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3524A754-8DD7-9767-37F6-14ED50D8B436}"/>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4A9A6EF7-2C72-EAC9-BB20-850737053047}"/>
                </a:ext>
              </a:extLst>
            </p:cNvPr>
            <p:cNvSpPr txBox="1"/>
            <p:nvPr/>
          </p:nvSpPr>
          <p:spPr>
            <a:xfrm>
              <a:off x="9181373" y="3681549"/>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Schema</a:t>
              </a:r>
              <a:endParaRPr kumimoji="0" lang="en-US" sz="1000" b="0" i="0" u="none" strike="noStrike" cap="none" spc="0" normalizeH="0" baseline="0" dirty="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CC4C1ED8-59E6-4205-F19A-F3AD441B9699}"/>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66A8F4AD-BEA2-DFF6-E40B-D29D96A9656D}"/>
                </a:ext>
              </a:extLst>
            </p:cNvPr>
            <p:cNvGraphicFramePr/>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cxnSp>
        <p:nvCxnSpPr>
          <p:cNvPr id="499" name="Straight Connector 498">
            <a:extLst>
              <a:ext uri="{FF2B5EF4-FFF2-40B4-BE49-F238E27FC236}">
                <a16:creationId xmlns:a16="http://schemas.microsoft.com/office/drawing/2014/main" id="{EC531862-C7F3-C6AC-A201-5C0B32115A8A}"/>
              </a:ext>
            </a:extLst>
          </p:cNvPr>
          <p:cNvCxnSpPr>
            <a:cxnSpLocks/>
          </p:cNvCxnSpPr>
          <p:nvPr/>
        </p:nvCxnSpPr>
        <p:spPr>
          <a:xfrm>
            <a:off x="10531929" y="4768799"/>
            <a:ext cx="84908" cy="14284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4BE1E8BF-51AD-C059-07FD-16EC0FEFE19D}"/>
              </a:ext>
            </a:extLst>
          </p:cNvPr>
          <p:cNvCxnSpPr>
            <a:cxnSpLocks/>
          </p:cNvCxnSpPr>
          <p:nvPr/>
        </p:nvCxnSpPr>
        <p:spPr>
          <a:xfrm>
            <a:off x="8684287" y="3460697"/>
            <a:ext cx="578718" cy="129588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9643846A-B72F-8737-2FEC-E4643D9762A5}"/>
              </a:ext>
            </a:extLst>
          </p:cNvPr>
          <p:cNvCxnSpPr>
            <a:cxnSpLocks/>
          </p:cNvCxnSpPr>
          <p:nvPr/>
        </p:nvCxnSpPr>
        <p:spPr>
          <a:xfrm>
            <a:off x="9813242" y="3459425"/>
            <a:ext cx="142794" cy="2203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63B3533E-99BB-56A3-D014-9262F0FED71E}"/>
              </a:ext>
            </a:extLst>
          </p:cNvPr>
          <p:cNvCxnSpPr>
            <a:cxnSpLocks/>
          </p:cNvCxnSpPr>
          <p:nvPr/>
        </p:nvCxnSpPr>
        <p:spPr>
          <a:xfrm>
            <a:off x="8677234" y="2404362"/>
            <a:ext cx="596070"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66804015-3096-23CB-352C-BEDA86DFA22C}"/>
              </a:ext>
            </a:extLst>
          </p:cNvPr>
          <p:cNvCxnSpPr>
            <a:cxnSpLocks/>
          </p:cNvCxnSpPr>
          <p:nvPr/>
        </p:nvCxnSpPr>
        <p:spPr>
          <a:xfrm>
            <a:off x="9943868" y="2410951"/>
            <a:ext cx="597562" cy="1275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30FD3BEF-3CED-564E-620E-4946E887FEE6}"/>
              </a:ext>
            </a:extLst>
          </p:cNvPr>
          <p:cNvCxnSpPr>
            <a:cxnSpLocks/>
          </p:cNvCxnSpPr>
          <p:nvPr/>
        </p:nvCxnSpPr>
        <p:spPr>
          <a:xfrm>
            <a:off x="10541430" y="3679802"/>
            <a:ext cx="376493" cy="12398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70290E35-9535-69F5-3894-1F86A3F5E09A}"/>
              </a:ext>
            </a:extLst>
          </p:cNvPr>
          <p:cNvCxnSpPr>
            <a:cxnSpLocks/>
          </p:cNvCxnSpPr>
          <p:nvPr/>
        </p:nvCxnSpPr>
        <p:spPr>
          <a:xfrm>
            <a:off x="9273304" y="3697275"/>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468" name="Group 1467">
            <a:extLst>
              <a:ext uri="{FF2B5EF4-FFF2-40B4-BE49-F238E27FC236}">
                <a16:creationId xmlns:a16="http://schemas.microsoft.com/office/drawing/2014/main" id="{9F53650D-97C4-A9DF-4142-4D7E10BA4408}"/>
              </a:ext>
            </a:extLst>
          </p:cNvPr>
          <p:cNvGrpSpPr/>
          <p:nvPr/>
        </p:nvGrpSpPr>
        <p:grpSpPr>
          <a:xfrm>
            <a:off x="6839858" y="2441838"/>
            <a:ext cx="1556931" cy="1007599"/>
            <a:chOff x="6630023" y="2521628"/>
            <a:chExt cx="1556931" cy="1007599"/>
          </a:xfrm>
        </p:grpSpPr>
        <p:sp>
          <p:nvSpPr>
            <p:cNvPr id="6" name="Rectangle 5">
              <a:extLst>
                <a:ext uri="{FF2B5EF4-FFF2-40B4-BE49-F238E27FC236}">
                  <a16:creationId xmlns:a16="http://schemas.microsoft.com/office/drawing/2014/main" id="{FBB462AF-56D6-549A-031D-CF512E0D3B5B}"/>
                </a:ext>
              </a:extLst>
            </p:cNvPr>
            <p:cNvSpPr/>
            <p:nvPr/>
          </p:nvSpPr>
          <p:spPr>
            <a:xfrm>
              <a:off x="6630023" y="2521628"/>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 name="Graphic 14" descr="Folder outline">
              <a:extLst>
                <a:ext uri="{FF2B5EF4-FFF2-40B4-BE49-F238E27FC236}">
                  <a16:creationId xmlns:a16="http://schemas.microsoft.com/office/drawing/2014/main" id="{A32AB469-AC8C-2BDD-7DFB-3602311A0DE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34532" y="2748747"/>
              <a:ext cx="657406" cy="657406"/>
            </a:xfrm>
            <a:prstGeom prst="rect">
              <a:avLst/>
            </a:prstGeom>
          </p:spPr>
        </p:pic>
        <p:sp>
          <p:nvSpPr>
            <p:cNvPr id="16" name="TextBox 15">
              <a:extLst>
                <a:ext uri="{FF2B5EF4-FFF2-40B4-BE49-F238E27FC236}">
                  <a16:creationId xmlns:a16="http://schemas.microsoft.com/office/drawing/2014/main" id="{E7D5B319-6CBD-8D5F-3432-65C7C33143DF}"/>
                </a:ext>
              </a:extLst>
            </p:cNvPr>
            <p:cNvSpPr txBox="1"/>
            <p:nvPr/>
          </p:nvSpPr>
          <p:spPr>
            <a:xfrm>
              <a:off x="6839677" y="3180036"/>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grpSp>
      <p:sp>
        <p:nvSpPr>
          <p:cNvPr id="1348" name="TextBox 1347">
            <a:extLst>
              <a:ext uri="{FF2B5EF4-FFF2-40B4-BE49-F238E27FC236}">
                <a16:creationId xmlns:a16="http://schemas.microsoft.com/office/drawing/2014/main" id="{7F3B0159-E99E-4DC1-759D-FDE179BCB39D}"/>
              </a:ext>
            </a:extLst>
          </p:cNvPr>
          <p:cNvSpPr txBox="1"/>
          <p:nvPr/>
        </p:nvSpPr>
        <p:spPr>
          <a:xfrm>
            <a:off x="8372513" y="6131917"/>
            <a:ext cx="97753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err="1">
                <a:ln>
                  <a:noFill/>
                </a:ln>
                <a:solidFill>
                  <a:srgbClr val="4C4C4C"/>
                </a:solidFill>
                <a:effectLst/>
                <a:uFillTx/>
                <a:sym typeface="Source Sans Pro"/>
              </a:rPr>
              <a:t>bug_count.Rmd</a:t>
            </a:r>
            <a:endParaRPr kumimoji="0" lang="en-US" sz="1000" b="0" i="0" u="none" strike="noStrike" cap="none" spc="0" normalizeH="0" baseline="0">
              <a:ln>
                <a:noFill/>
              </a:ln>
              <a:solidFill>
                <a:srgbClr val="4C4C4C"/>
              </a:solidFill>
              <a:effectLst/>
              <a:uFillTx/>
              <a:sym typeface="Source Sans Pro"/>
            </a:endParaRPr>
          </a:p>
        </p:txBody>
      </p:sp>
      <p:grpSp>
        <p:nvGrpSpPr>
          <p:cNvPr id="1465" name="Group 1464">
            <a:extLst>
              <a:ext uri="{FF2B5EF4-FFF2-40B4-BE49-F238E27FC236}">
                <a16:creationId xmlns:a16="http://schemas.microsoft.com/office/drawing/2014/main" id="{8F9F0745-9A22-52E7-1B05-37ADAA0F0A22}"/>
              </a:ext>
            </a:extLst>
          </p:cNvPr>
          <p:cNvGrpSpPr/>
          <p:nvPr/>
        </p:nvGrpSpPr>
        <p:grpSpPr>
          <a:xfrm>
            <a:off x="5676011" y="5019073"/>
            <a:ext cx="1844061" cy="2774296"/>
            <a:chOff x="5135152" y="5031955"/>
            <a:chExt cx="1844061" cy="2774296"/>
          </a:xfrm>
        </p:grpSpPr>
        <p:sp>
          <p:nvSpPr>
            <p:cNvPr id="21" name="Rectangle 20">
              <a:extLst>
                <a:ext uri="{FF2B5EF4-FFF2-40B4-BE49-F238E27FC236}">
                  <a16:creationId xmlns:a16="http://schemas.microsoft.com/office/drawing/2014/main" id="{CBF5993A-6B2F-E1A0-AEA4-60740EA34899}"/>
                </a:ext>
              </a:extLst>
            </p:cNvPr>
            <p:cNvSpPr/>
            <p:nvPr/>
          </p:nvSpPr>
          <p:spPr>
            <a:xfrm>
              <a:off x="5161541" y="5057825"/>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E78D35D0-0111-568F-2B4A-C77B04A1AF1E}"/>
                </a:ext>
              </a:extLst>
            </p:cNvPr>
            <p:cNvSpPr txBox="1"/>
            <p:nvPr/>
          </p:nvSpPr>
          <p:spPr>
            <a:xfrm>
              <a:off x="6152692" y="5031955"/>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Module</a:t>
              </a:r>
              <a:endParaRPr kumimoji="0" lang="en-US" sz="1000" b="0" i="0" u="none" strike="noStrike" cap="none" spc="0" normalizeH="0" baseline="0" dirty="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9F25AE69-E51B-3992-E1E8-F4E252C32F27}"/>
                </a:ext>
              </a:extLst>
            </p:cNvPr>
            <p:cNvSpPr/>
            <p:nvPr/>
          </p:nvSpPr>
          <p:spPr>
            <a:xfrm>
              <a:off x="6137478" y="5056554"/>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5" name="Graphic 24" descr="Paper outline">
              <a:extLst>
                <a:ext uri="{FF2B5EF4-FFF2-40B4-BE49-F238E27FC236}">
                  <a16:creationId xmlns:a16="http://schemas.microsoft.com/office/drawing/2014/main" id="{C96356CC-E7C6-9AC9-D35D-16107C60BD4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34046" y="6696331"/>
              <a:ext cx="945167" cy="891269"/>
            </a:xfrm>
            <a:prstGeom prst="rect">
              <a:avLst/>
            </a:prstGeom>
          </p:spPr>
        </p:pic>
        <p:sp>
          <p:nvSpPr>
            <p:cNvPr id="26" name="TextBox 25">
              <a:extLst>
                <a:ext uri="{FF2B5EF4-FFF2-40B4-BE49-F238E27FC236}">
                  <a16:creationId xmlns:a16="http://schemas.microsoft.com/office/drawing/2014/main" id="{7FEF26BD-D34C-549E-9841-EE8B4A676099}"/>
                </a:ext>
              </a:extLst>
            </p:cNvPr>
            <p:cNvSpPr txBox="1"/>
            <p:nvPr/>
          </p:nvSpPr>
          <p:spPr>
            <a:xfrm>
              <a:off x="6213915" y="7436394"/>
              <a:ext cx="5361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13C1C0C9-EA27-DB6C-5031-F4078F72830C}"/>
                </a:ext>
              </a:extLst>
            </p:cNvPr>
            <p:cNvSpPr txBox="1"/>
            <p:nvPr/>
          </p:nvSpPr>
          <p:spPr>
            <a:xfrm>
              <a:off x="5352769" y="7294592"/>
              <a:ext cx="62276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exec/*.R</a:t>
              </a:r>
              <a:endParaRPr kumimoji="0" lang="en-US" sz="1000" b="0" i="0" u="none" strike="noStrike" cap="none" spc="0" normalizeH="0" baseline="0">
                <a:ln>
                  <a:noFill/>
                </a:ln>
                <a:solidFill>
                  <a:srgbClr val="4C4C4C"/>
                </a:solidFill>
                <a:effectLst/>
                <a:uFillTx/>
                <a:sym typeface="Source Sans Pro"/>
              </a:endParaRPr>
            </a:p>
          </p:txBody>
        </p:sp>
        <p:pic>
          <p:nvPicPr>
            <p:cNvPr id="56" name="Picture 55">
              <a:extLst>
                <a:ext uri="{FF2B5EF4-FFF2-40B4-BE49-F238E27FC236}">
                  <a16:creationId xmlns:a16="http://schemas.microsoft.com/office/drawing/2014/main" id="{7E9A78B6-023D-DDFD-B8CA-EA9A6CA28CBD}"/>
                </a:ext>
              </a:extLst>
            </p:cNvPr>
            <p:cNvPicPr>
              <a:picLocks noChangeAspect="1"/>
            </p:cNvPicPr>
            <p:nvPr/>
          </p:nvPicPr>
          <p:blipFill>
            <a:blip r:embed="rId8"/>
            <a:stretch>
              <a:fillRect/>
            </a:stretch>
          </p:blipFill>
          <p:spPr>
            <a:xfrm>
              <a:off x="5310193" y="6888832"/>
              <a:ext cx="656389" cy="619286"/>
            </a:xfrm>
            <a:prstGeom prst="rect">
              <a:avLst/>
            </a:prstGeom>
          </p:spPr>
        </p:pic>
        <p:sp>
          <p:nvSpPr>
            <p:cNvPr id="1349" name="TextBox 1348">
              <a:extLst>
                <a:ext uri="{FF2B5EF4-FFF2-40B4-BE49-F238E27FC236}">
                  <a16:creationId xmlns:a16="http://schemas.microsoft.com/office/drawing/2014/main" id="{8FD3FAFF-E12F-9D72-ECBB-FA00B618994F}"/>
                </a:ext>
              </a:extLst>
            </p:cNvPr>
            <p:cNvSpPr txBox="1"/>
            <p:nvPr/>
          </p:nvSpPr>
          <p:spPr>
            <a:xfrm>
              <a:off x="5350854" y="6152060"/>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cxnSp>
          <p:nvCxnSpPr>
            <p:cNvPr id="1350" name="Straight Arrow Connector 1349">
              <a:extLst>
                <a:ext uri="{FF2B5EF4-FFF2-40B4-BE49-F238E27FC236}">
                  <a16:creationId xmlns:a16="http://schemas.microsoft.com/office/drawing/2014/main" id="{BD6E2763-3510-38A4-2DF5-D29BC3F88245}"/>
                </a:ext>
              </a:extLst>
            </p:cNvPr>
            <p:cNvCxnSpPr>
              <a:cxnSpLocks/>
              <a:stCxn id="1349" idx="2"/>
            </p:cNvCxnSpPr>
            <p:nvPr/>
          </p:nvCxnSpPr>
          <p:spPr>
            <a:xfrm flipH="1">
              <a:off x="5570921" y="6441802"/>
              <a:ext cx="34369" cy="548545"/>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991B2134-E708-4F20-B55E-B26226DCFE9B}"/>
                </a:ext>
              </a:extLst>
            </p:cNvPr>
            <p:cNvCxnSpPr>
              <a:cxnSpLocks/>
              <a:endCxn id="25" idx="0"/>
            </p:cNvCxnSpPr>
            <p:nvPr/>
          </p:nvCxnSpPr>
          <p:spPr>
            <a:xfrm>
              <a:off x="5974169" y="5913400"/>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999E58FA-1205-C2D2-D745-6D3C87E5D30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5152" y="5417360"/>
              <a:ext cx="945167" cy="891269"/>
            </a:xfrm>
            <a:prstGeom prst="rect">
              <a:avLst/>
            </a:prstGeom>
          </p:spPr>
        </p:pic>
      </p:grpSp>
      <p:grpSp>
        <p:nvGrpSpPr>
          <p:cNvPr id="1466" name="Group 1465">
            <a:extLst>
              <a:ext uri="{FF2B5EF4-FFF2-40B4-BE49-F238E27FC236}">
                <a16:creationId xmlns:a16="http://schemas.microsoft.com/office/drawing/2014/main" id="{58265DF6-39EF-5064-3631-3D4EA6121DAF}"/>
              </a:ext>
            </a:extLst>
          </p:cNvPr>
          <p:cNvGrpSpPr/>
          <p:nvPr/>
        </p:nvGrpSpPr>
        <p:grpSpPr>
          <a:xfrm>
            <a:off x="6403106" y="3710487"/>
            <a:ext cx="1916207" cy="1060748"/>
            <a:chOff x="5845051" y="3728173"/>
            <a:chExt cx="1916207" cy="1060748"/>
          </a:xfrm>
        </p:grpSpPr>
        <p:sp>
          <p:nvSpPr>
            <p:cNvPr id="2" name="Rectangle 1">
              <a:extLst>
                <a:ext uri="{FF2B5EF4-FFF2-40B4-BE49-F238E27FC236}">
                  <a16:creationId xmlns:a16="http://schemas.microsoft.com/office/drawing/2014/main" id="{A12B0BFB-F4DF-5312-A43A-9A020CBE083C}"/>
                </a:ext>
              </a:extLst>
            </p:cNvPr>
            <p:cNvSpPr/>
            <p:nvPr/>
          </p:nvSpPr>
          <p:spPr>
            <a:xfrm>
              <a:off x="5907666" y="3742301"/>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7AC8BAB1-6BBA-6D73-C0AE-C8168F16ED12}"/>
                </a:ext>
              </a:extLst>
            </p:cNvPr>
            <p:cNvGraphicFramePr/>
            <p:nvPr/>
          </p:nvGraphicFramePr>
          <p:xfrm>
            <a:off x="6191222" y="4102312"/>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29" name="Rectangle 28">
              <a:extLst>
                <a:ext uri="{FF2B5EF4-FFF2-40B4-BE49-F238E27FC236}">
                  <a16:creationId xmlns:a16="http://schemas.microsoft.com/office/drawing/2014/main" id="{96C1B2B4-FB09-97D8-0462-AE75F635C553}"/>
                </a:ext>
              </a:extLst>
            </p:cNvPr>
            <p:cNvSpPr/>
            <p:nvPr/>
          </p:nvSpPr>
          <p:spPr>
            <a:xfrm>
              <a:off x="5907665" y="3744364"/>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4CF5DE65-8A73-B70B-8472-E49E66217E4A}"/>
                </a:ext>
              </a:extLst>
            </p:cNvPr>
            <p:cNvSpPr txBox="1"/>
            <p:nvPr/>
          </p:nvSpPr>
          <p:spPr>
            <a:xfrm>
              <a:off x="5845051" y="3728173"/>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Schema</a:t>
              </a:r>
              <a:endParaRPr kumimoji="0" lang="en-US" sz="1000" b="0" i="0" u="none" strike="noStrike" cap="none" spc="0" normalizeH="0" baseline="0" dirty="0">
                <a:ln>
                  <a:noFill/>
                </a:ln>
                <a:solidFill>
                  <a:srgbClr val="4C4C4C"/>
                </a:solidFill>
                <a:effectLst/>
                <a:uFillTx/>
                <a:sym typeface="Source Sans Pro"/>
              </a:endParaRPr>
            </a:p>
          </p:txBody>
        </p:sp>
        <p:graphicFrame>
          <p:nvGraphicFramePr>
            <p:cNvPr id="1363" name="Table">
              <a:extLst>
                <a:ext uri="{FF2B5EF4-FFF2-40B4-BE49-F238E27FC236}">
                  <a16:creationId xmlns:a16="http://schemas.microsoft.com/office/drawing/2014/main" id="{D15E708B-73BA-0EAA-035C-E6C877673DA0}"/>
                </a:ext>
              </a:extLst>
            </p:cNvPr>
            <p:cNvGraphicFramePr/>
            <p:nvPr/>
          </p:nvGraphicFramePr>
          <p:xfrm>
            <a:off x="6918146" y="4241123"/>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cxnSp>
        <p:nvCxnSpPr>
          <p:cNvPr id="1367" name="Straight Connector 1366">
            <a:extLst>
              <a:ext uri="{FF2B5EF4-FFF2-40B4-BE49-F238E27FC236}">
                <a16:creationId xmlns:a16="http://schemas.microsoft.com/office/drawing/2014/main" id="{AD27D768-4C7C-4A33-665C-87AF4DCDCD7C}"/>
              </a:ext>
            </a:extLst>
          </p:cNvPr>
          <p:cNvCxnSpPr>
            <a:cxnSpLocks/>
          </p:cNvCxnSpPr>
          <p:nvPr/>
        </p:nvCxnSpPr>
        <p:spPr>
          <a:xfrm flipH="1">
            <a:off x="8316699" y="2441838"/>
            <a:ext cx="80589" cy="127640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D735D8F1-01E9-6804-DFF8-D9C7E3F14301}"/>
              </a:ext>
            </a:extLst>
          </p:cNvPr>
          <p:cNvCxnSpPr>
            <a:cxnSpLocks/>
          </p:cNvCxnSpPr>
          <p:nvPr/>
        </p:nvCxnSpPr>
        <p:spPr>
          <a:xfrm flipH="1">
            <a:off x="6723052" y="3452908"/>
            <a:ext cx="120727" cy="26678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DCA51FDB-DF43-85E0-8C25-08F10487ACDC}"/>
              </a:ext>
            </a:extLst>
          </p:cNvPr>
          <p:cNvCxnSpPr>
            <a:cxnSpLocks/>
          </p:cNvCxnSpPr>
          <p:nvPr/>
        </p:nvCxnSpPr>
        <p:spPr>
          <a:xfrm flipV="1">
            <a:off x="6330554" y="4756581"/>
            <a:ext cx="138773" cy="2923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379" name="Group 1378">
            <a:extLst>
              <a:ext uri="{FF2B5EF4-FFF2-40B4-BE49-F238E27FC236}">
                <a16:creationId xmlns:a16="http://schemas.microsoft.com/office/drawing/2014/main" id="{F52256A3-07B9-F953-F137-DE68899FD8E5}"/>
              </a:ext>
            </a:extLst>
          </p:cNvPr>
          <p:cNvGrpSpPr/>
          <p:nvPr/>
        </p:nvGrpSpPr>
        <p:grpSpPr>
          <a:xfrm>
            <a:off x="8173349" y="5016519"/>
            <a:ext cx="1374288" cy="1295919"/>
            <a:chOff x="7909757" y="4776204"/>
            <a:chExt cx="1374288" cy="1295919"/>
          </a:xfrm>
        </p:grpSpPr>
        <p:pic>
          <p:nvPicPr>
            <p:cNvPr id="1430" name="Graphic 1429" descr="Paper outline">
              <a:extLst>
                <a:ext uri="{FF2B5EF4-FFF2-40B4-BE49-F238E27FC236}">
                  <a16:creationId xmlns:a16="http://schemas.microsoft.com/office/drawing/2014/main" id="{D9B37755-1874-5A2F-179F-511A50867D1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7386892E-DA4C-2E35-CA78-B16001F6DC40}"/>
                </a:ext>
              </a:extLst>
            </p:cNvPr>
            <p:cNvGraphicFramePr>
              <a:graphicFrameLocks noChangeAspect="1"/>
            </p:cNvGraphicFramePr>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grpSp>
      <p:cxnSp>
        <p:nvCxnSpPr>
          <p:cNvPr id="1448" name="Straight Connector 1447">
            <a:extLst>
              <a:ext uri="{FF2B5EF4-FFF2-40B4-BE49-F238E27FC236}">
                <a16:creationId xmlns:a16="http://schemas.microsoft.com/office/drawing/2014/main" id="{5588827D-59D7-21DC-1EC3-D1C6258E7764}"/>
              </a:ext>
            </a:extLst>
          </p:cNvPr>
          <p:cNvCxnSpPr>
            <a:cxnSpLocks/>
          </p:cNvCxnSpPr>
          <p:nvPr/>
        </p:nvCxnSpPr>
        <p:spPr>
          <a:xfrm flipV="1">
            <a:off x="5714044" y="3719690"/>
            <a:ext cx="747222" cy="13214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 name="Elbow Connector 3">
            <a:extLst>
              <a:ext uri="{FF2B5EF4-FFF2-40B4-BE49-F238E27FC236}">
                <a16:creationId xmlns:a16="http://schemas.microsoft.com/office/drawing/2014/main" id="{5FBED9B4-6E75-A844-D979-179DBFBDDCF1}"/>
              </a:ext>
            </a:extLst>
          </p:cNvPr>
          <p:cNvCxnSpPr>
            <a:cxnSpLocks/>
            <a:stCxn id="1363" idx="2"/>
            <a:endCxn id="1431" idx="1"/>
          </p:cNvCxnSpPr>
          <p:nvPr/>
        </p:nvCxnSpPr>
        <p:spPr>
          <a:xfrm rot="16200000" flipH="1">
            <a:off x="7620483" y="4868090"/>
            <a:ext cx="1135032" cy="795733"/>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0" name="Elbow Connector 9">
            <a:extLst>
              <a:ext uri="{FF2B5EF4-FFF2-40B4-BE49-F238E27FC236}">
                <a16:creationId xmlns:a16="http://schemas.microsoft.com/office/drawing/2014/main" id="{06E34A60-398C-A2A2-E180-F573FA1547E4}"/>
              </a:ext>
            </a:extLst>
          </p:cNvPr>
          <p:cNvCxnSpPr>
            <a:cxnSpLocks/>
            <a:stCxn id="1364" idx="1"/>
            <a:endCxn id="1431" idx="3"/>
          </p:cNvCxnSpPr>
          <p:nvPr/>
        </p:nvCxnSpPr>
        <p:spPr>
          <a:xfrm rot="10800000" flipV="1">
            <a:off x="9124821" y="4437803"/>
            <a:ext cx="398594" cy="1395670"/>
          </a:xfrm>
          <a:prstGeom prst="bentConnector3">
            <a:avLst>
              <a:gd name="adj1" fmla="val 33901"/>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grpSp>
        <p:nvGrpSpPr>
          <p:cNvPr id="594" name="Group 593">
            <a:extLst>
              <a:ext uri="{FF2B5EF4-FFF2-40B4-BE49-F238E27FC236}">
                <a16:creationId xmlns:a16="http://schemas.microsoft.com/office/drawing/2014/main" id="{E461E568-8DF0-62FA-6256-E91323BA4863}"/>
              </a:ext>
            </a:extLst>
          </p:cNvPr>
          <p:cNvGrpSpPr/>
          <p:nvPr/>
        </p:nvGrpSpPr>
        <p:grpSpPr>
          <a:xfrm>
            <a:off x="4341909" y="2513752"/>
            <a:ext cx="1970300" cy="931124"/>
            <a:chOff x="3813695" y="2520372"/>
            <a:chExt cx="1970300" cy="931124"/>
          </a:xfrm>
        </p:grpSpPr>
        <p:sp>
          <p:nvSpPr>
            <p:cNvPr id="20" name="Rectangle 19">
              <a:extLst>
                <a:ext uri="{FF2B5EF4-FFF2-40B4-BE49-F238E27FC236}">
                  <a16:creationId xmlns:a16="http://schemas.microsoft.com/office/drawing/2014/main" id="{9EF79DD5-55D4-023B-8B26-BE9EE678B24E}"/>
                </a:ext>
              </a:extLst>
            </p:cNvPr>
            <p:cNvSpPr/>
            <p:nvPr/>
          </p:nvSpPr>
          <p:spPr>
            <a:xfrm>
              <a:off x="5315152" y="31114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24764423-C52B-8632-B79F-EF4FB1CAB75C}"/>
                </a:ext>
              </a:extLst>
            </p:cNvPr>
            <p:cNvSpPr/>
            <p:nvPr/>
          </p:nvSpPr>
          <p:spPr>
            <a:xfrm>
              <a:off x="4694990" y="29665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1083A81B-3D28-92C9-D8AF-D28C7013380A}"/>
                </a:ext>
              </a:extLst>
            </p:cNvPr>
            <p:cNvSpPr/>
            <p:nvPr/>
          </p:nvSpPr>
          <p:spPr>
            <a:xfrm>
              <a:off x="4468490" y="2520372"/>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5111115D-09AC-279C-05D7-ADF6E7567143}"/>
                </a:ext>
              </a:extLst>
            </p:cNvPr>
            <p:cNvSpPr/>
            <p:nvPr/>
          </p:nvSpPr>
          <p:spPr>
            <a:xfrm>
              <a:off x="5220381" y="252162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53" name="Rectangle 1352">
              <a:extLst>
                <a:ext uri="{FF2B5EF4-FFF2-40B4-BE49-F238E27FC236}">
                  <a16:creationId xmlns:a16="http://schemas.microsoft.com/office/drawing/2014/main" id="{028D3032-11E3-A436-92FC-9DF6F22176CA}"/>
                </a:ext>
              </a:extLst>
            </p:cNvPr>
            <p:cNvSpPr/>
            <p:nvPr/>
          </p:nvSpPr>
          <p:spPr>
            <a:xfrm>
              <a:off x="3813695" y="277793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8" name="Straight Connector 477">
            <a:extLst>
              <a:ext uri="{FF2B5EF4-FFF2-40B4-BE49-F238E27FC236}">
                <a16:creationId xmlns:a16="http://schemas.microsoft.com/office/drawing/2014/main" id="{E6C949DA-E257-854A-C55D-2B8453CD1076}"/>
              </a:ext>
            </a:extLst>
          </p:cNvPr>
          <p:cNvCxnSpPr>
            <a:cxnSpLocks/>
          </p:cNvCxnSpPr>
          <p:nvPr/>
        </p:nvCxnSpPr>
        <p:spPr>
          <a:xfrm flipH="1">
            <a:off x="8043965" y="5675147"/>
            <a:ext cx="2864558" cy="44729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0D47F18D-E517-E9A3-DE13-CE4F55A9BB59}"/>
              </a:ext>
            </a:extLst>
          </p:cNvPr>
          <p:cNvCxnSpPr>
            <a:cxnSpLocks/>
          </p:cNvCxnSpPr>
          <p:nvPr/>
        </p:nvCxnSpPr>
        <p:spPr>
          <a:xfrm flipH="1">
            <a:off x="8027789" y="6447315"/>
            <a:ext cx="369499" cy="194140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596" name="Group 595">
            <a:extLst>
              <a:ext uri="{FF2B5EF4-FFF2-40B4-BE49-F238E27FC236}">
                <a16:creationId xmlns:a16="http://schemas.microsoft.com/office/drawing/2014/main" id="{6090F875-0330-84A1-FD71-CB9CE914AAFD}"/>
              </a:ext>
            </a:extLst>
          </p:cNvPr>
          <p:cNvGrpSpPr/>
          <p:nvPr/>
        </p:nvGrpSpPr>
        <p:grpSpPr>
          <a:xfrm>
            <a:off x="3960364" y="3748610"/>
            <a:ext cx="1764066" cy="931206"/>
            <a:chOff x="3243189" y="3828629"/>
            <a:chExt cx="1764066" cy="931206"/>
          </a:xfrm>
        </p:grpSpPr>
        <p:sp>
          <p:nvSpPr>
            <p:cNvPr id="34" name="Rectangle 33">
              <a:extLst>
                <a:ext uri="{FF2B5EF4-FFF2-40B4-BE49-F238E27FC236}">
                  <a16:creationId xmlns:a16="http://schemas.microsoft.com/office/drawing/2014/main" id="{77F1AF26-047C-E87F-1EEF-455E32364E03}"/>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6DDF1954-0CF6-6866-8BC9-4098CF754576}"/>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9" name="Rectangle 38">
              <a:extLst>
                <a:ext uri="{FF2B5EF4-FFF2-40B4-BE49-F238E27FC236}">
                  <a16:creationId xmlns:a16="http://schemas.microsoft.com/office/drawing/2014/main" id="{6128CA83-5C94-C9D7-DAB7-4AC25ADFEC82}"/>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 name="Rectangle 39">
              <a:extLst>
                <a:ext uri="{FF2B5EF4-FFF2-40B4-BE49-F238E27FC236}">
                  <a16:creationId xmlns:a16="http://schemas.microsoft.com/office/drawing/2014/main" id="{1637A65E-E08D-D621-BE24-5F2D263C5712}"/>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54" name="Elbow Connector 1353">
              <a:extLst>
                <a:ext uri="{FF2B5EF4-FFF2-40B4-BE49-F238E27FC236}">
                  <a16:creationId xmlns:a16="http://schemas.microsoft.com/office/drawing/2014/main" id="{8CEC3031-45A3-F30B-9272-21C4C5903068}"/>
                </a:ext>
              </a:extLst>
            </p:cNvPr>
            <p:cNvCxnSpPr>
              <a:cxnSpLocks/>
              <a:endCxn id="37"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57" name="Elbow Connector 1356">
              <a:extLst>
                <a:ext uri="{FF2B5EF4-FFF2-40B4-BE49-F238E27FC236}">
                  <a16:creationId xmlns:a16="http://schemas.microsoft.com/office/drawing/2014/main" id="{ABBC569C-9C6A-0153-3E0E-1C9E8DD074C1}"/>
                </a:ext>
              </a:extLst>
            </p:cNvPr>
            <p:cNvCxnSpPr>
              <a:cxnSpLocks/>
              <a:stCxn id="37" idx="3"/>
              <a:endCxn id="40"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62" name="Elbow Connector 1361">
              <a:extLst>
                <a:ext uri="{FF2B5EF4-FFF2-40B4-BE49-F238E27FC236}">
                  <a16:creationId xmlns:a16="http://schemas.microsoft.com/office/drawing/2014/main" id="{3308F2A9-B366-C496-2B06-838C2B82C91C}"/>
                </a:ext>
              </a:extLst>
            </p:cNvPr>
            <p:cNvCxnSpPr>
              <a:cxnSpLocks/>
              <a:stCxn id="37" idx="2"/>
              <a:endCxn id="3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504" name="Rectangle 503">
              <a:extLst>
                <a:ext uri="{FF2B5EF4-FFF2-40B4-BE49-F238E27FC236}">
                  <a16:creationId xmlns:a16="http://schemas.microsoft.com/office/drawing/2014/main" id="{D4FB45EB-A14C-0EC4-8656-CFE9C944C70F}"/>
                </a:ext>
              </a:extLst>
            </p:cNvPr>
            <p:cNvSpPr/>
            <p:nvPr/>
          </p:nvSpPr>
          <p:spPr>
            <a:xfrm>
              <a:off x="3243189" y="38291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6" name="Rectangle 505">
              <a:extLst>
                <a:ext uri="{FF2B5EF4-FFF2-40B4-BE49-F238E27FC236}">
                  <a16:creationId xmlns:a16="http://schemas.microsoft.com/office/drawing/2014/main" id="{D32831ED-821F-E89C-BB97-B79AA70EB9C4}"/>
                </a:ext>
              </a:extLst>
            </p:cNvPr>
            <p:cNvSpPr/>
            <p:nvPr/>
          </p:nvSpPr>
          <p:spPr>
            <a:xfrm>
              <a:off x="3853226"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7" name="Rectangle 506">
              <a:extLst>
                <a:ext uri="{FF2B5EF4-FFF2-40B4-BE49-F238E27FC236}">
                  <a16:creationId xmlns:a16="http://schemas.microsoft.com/office/drawing/2014/main" id="{96428F07-E282-66CC-DC34-1B45CFAC7043}"/>
                </a:ext>
              </a:extLst>
            </p:cNvPr>
            <p:cNvSpPr/>
            <p:nvPr/>
          </p:nvSpPr>
          <p:spPr>
            <a:xfrm>
              <a:off x="4537921" y="44196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8" name="Rectangle 507">
              <a:extLst>
                <a:ext uri="{FF2B5EF4-FFF2-40B4-BE49-F238E27FC236}">
                  <a16:creationId xmlns:a16="http://schemas.microsoft.com/office/drawing/2014/main" id="{21F03856-02B6-FD07-C955-8DE47A2EAF46}"/>
                </a:ext>
              </a:extLst>
            </p:cNvPr>
            <p:cNvSpPr/>
            <p:nvPr/>
          </p:nvSpPr>
          <p:spPr>
            <a:xfrm>
              <a:off x="4524014"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1409" name="Group 1408">
            <a:extLst>
              <a:ext uri="{FF2B5EF4-FFF2-40B4-BE49-F238E27FC236}">
                <a16:creationId xmlns:a16="http://schemas.microsoft.com/office/drawing/2014/main" id="{B65861A0-A4AE-A394-4A00-BD2E9D8DBA42}"/>
              </a:ext>
            </a:extLst>
          </p:cNvPr>
          <p:cNvGrpSpPr/>
          <p:nvPr/>
        </p:nvGrpSpPr>
        <p:grpSpPr>
          <a:xfrm>
            <a:off x="8844406" y="2589982"/>
            <a:ext cx="609170" cy="487299"/>
            <a:chOff x="8855147" y="2668516"/>
            <a:chExt cx="609170" cy="487299"/>
          </a:xfrm>
        </p:grpSpPr>
        <p:pic>
          <p:nvPicPr>
            <p:cNvPr id="509" name="Graphic 508" descr="Paper outline">
              <a:extLst>
                <a:ext uri="{FF2B5EF4-FFF2-40B4-BE49-F238E27FC236}">
                  <a16:creationId xmlns:a16="http://schemas.microsoft.com/office/drawing/2014/main" id="{B7DB5547-47D1-D85D-DAE3-38E8E77F31A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510" name="TextBox 509">
              <a:extLst>
                <a:ext uri="{FF2B5EF4-FFF2-40B4-BE49-F238E27FC236}">
                  <a16:creationId xmlns:a16="http://schemas.microsoft.com/office/drawing/2014/main" id="{AF820809-A1F5-3BD0-B48C-17AB3EB63C56}"/>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0" name="Group 1409">
            <a:extLst>
              <a:ext uri="{FF2B5EF4-FFF2-40B4-BE49-F238E27FC236}">
                <a16:creationId xmlns:a16="http://schemas.microsoft.com/office/drawing/2014/main" id="{0A94C8BE-6ADF-2D03-73D6-D1F4B292B2E5}"/>
              </a:ext>
            </a:extLst>
          </p:cNvPr>
          <p:cNvGrpSpPr/>
          <p:nvPr/>
        </p:nvGrpSpPr>
        <p:grpSpPr>
          <a:xfrm>
            <a:off x="9375531" y="2727204"/>
            <a:ext cx="609170" cy="487299"/>
            <a:chOff x="8855147" y="2668516"/>
            <a:chExt cx="609170" cy="487299"/>
          </a:xfrm>
        </p:grpSpPr>
        <p:pic>
          <p:nvPicPr>
            <p:cNvPr id="1412" name="Graphic 1411" descr="Paper outline">
              <a:extLst>
                <a:ext uri="{FF2B5EF4-FFF2-40B4-BE49-F238E27FC236}">
                  <a16:creationId xmlns:a16="http://schemas.microsoft.com/office/drawing/2014/main" id="{A099570E-B93D-A3A1-FB1B-231A5E38200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3" name="TextBox 1412">
              <a:extLst>
                <a:ext uri="{FF2B5EF4-FFF2-40B4-BE49-F238E27FC236}">
                  <a16:creationId xmlns:a16="http://schemas.microsoft.com/office/drawing/2014/main" id="{E0EFFEE9-2050-9703-54C7-FAD7B2C51F94}"/>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4" name="Group 1413">
            <a:extLst>
              <a:ext uri="{FF2B5EF4-FFF2-40B4-BE49-F238E27FC236}">
                <a16:creationId xmlns:a16="http://schemas.microsoft.com/office/drawing/2014/main" id="{090EFA01-1628-DFFC-FA72-71067F8F24B0}"/>
              </a:ext>
            </a:extLst>
          </p:cNvPr>
          <p:cNvGrpSpPr/>
          <p:nvPr/>
        </p:nvGrpSpPr>
        <p:grpSpPr>
          <a:xfrm>
            <a:off x="9117648" y="2978952"/>
            <a:ext cx="609170" cy="487299"/>
            <a:chOff x="8855147" y="2668516"/>
            <a:chExt cx="609170" cy="487299"/>
          </a:xfrm>
        </p:grpSpPr>
        <p:pic>
          <p:nvPicPr>
            <p:cNvPr id="1416" name="Graphic 1415" descr="Paper outline">
              <a:extLst>
                <a:ext uri="{FF2B5EF4-FFF2-40B4-BE49-F238E27FC236}">
                  <a16:creationId xmlns:a16="http://schemas.microsoft.com/office/drawing/2014/main" id="{A18B8630-BA47-DF4B-3CE3-9D155FB6A72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7" name="TextBox 1416">
              <a:extLst>
                <a:ext uri="{FF2B5EF4-FFF2-40B4-BE49-F238E27FC236}">
                  <a16:creationId xmlns:a16="http://schemas.microsoft.com/office/drawing/2014/main" id="{126421B5-4C3F-3B32-F66D-A4BF672853AC}"/>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cxnSp>
        <p:nvCxnSpPr>
          <p:cNvPr id="1419" name="Elbow Connector 1418">
            <a:extLst>
              <a:ext uri="{FF2B5EF4-FFF2-40B4-BE49-F238E27FC236}">
                <a16:creationId xmlns:a16="http://schemas.microsoft.com/office/drawing/2014/main" id="{1557045D-084A-F1AE-E1E5-34697EE56A7C}"/>
              </a:ext>
            </a:extLst>
          </p:cNvPr>
          <p:cNvCxnSpPr>
            <a:cxnSpLocks/>
            <a:endCxn id="35" idx="1"/>
          </p:cNvCxnSpPr>
          <p:nvPr/>
        </p:nvCxnSpPr>
        <p:spPr>
          <a:xfrm>
            <a:off x="8332676" y="3954838"/>
            <a:ext cx="928794" cy="270238"/>
          </a:xfrm>
          <a:prstGeom prst="bentConnector3">
            <a:avLst>
              <a:gd name="adj1" fmla="val 5000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grpSp>
        <p:nvGrpSpPr>
          <p:cNvPr id="600" name="Group 599">
            <a:extLst>
              <a:ext uri="{FF2B5EF4-FFF2-40B4-BE49-F238E27FC236}">
                <a16:creationId xmlns:a16="http://schemas.microsoft.com/office/drawing/2014/main" id="{D674DF26-C2C8-E09A-26FC-C81136294871}"/>
              </a:ext>
            </a:extLst>
          </p:cNvPr>
          <p:cNvGrpSpPr/>
          <p:nvPr/>
        </p:nvGrpSpPr>
        <p:grpSpPr>
          <a:xfrm>
            <a:off x="3427338" y="5365267"/>
            <a:ext cx="534001" cy="691134"/>
            <a:chOff x="3438079" y="5443801"/>
            <a:chExt cx="534001" cy="691134"/>
          </a:xfrm>
        </p:grpSpPr>
        <p:sp>
          <p:nvSpPr>
            <p:cNvPr id="1425" name="Rectangle 1424">
              <a:extLst>
                <a:ext uri="{FF2B5EF4-FFF2-40B4-BE49-F238E27FC236}">
                  <a16:creationId xmlns:a16="http://schemas.microsoft.com/office/drawing/2014/main" id="{82C300B1-DB50-A14D-2D2B-DD0CF5ED3159}"/>
                </a:ext>
              </a:extLst>
            </p:cNvPr>
            <p:cNvSpPr/>
            <p:nvPr/>
          </p:nvSpPr>
          <p:spPr>
            <a:xfrm>
              <a:off x="3438079" y="5444332"/>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4" name="Rectangle 1433">
              <a:extLst>
                <a:ext uri="{FF2B5EF4-FFF2-40B4-BE49-F238E27FC236}">
                  <a16:creationId xmlns:a16="http://schemas.microsoft.com/office/drawing/2014/main" id="{E6563DB8-A24B-1C99-7981-4F795B1E1B53}"/>
                </a:ext>
              </a:extLst>
            </p:cNvPr>
            <p:cNvSpPr/>
            <p:nvPr/>
          </p:nvSpPr>
          <p:spPr>
            <a:xfrm>
              <a:off x="3722613" y="544380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598" name="Group 597">
            <a:extLst>
              <a:ext uri="{FF2B5EF4-FFF2-40B4-BE49-F238E27FC236}">
                <a16:creationId xmlns:a16="http://schemas.microsoft.com/office/drawing/2014/main" id="{4DE056D2-A473-44E8-C4AA-CDE7F5238107}"/>
              </a:ext>
            </a:extLst>
          </p:cNvPr>
          <p:cNvGrpSpPr/>
          <p:nvPr/>
        </p:nvGrpSpPr>
        <p:grpSpPr>
          <a:xfrm>
            <a:off x="4950074" y="5076897"/>
            <a:ext cx="532246" cy="691488"/>
            <a:chOff x="4884855" y="5391663"/>
            <a:chExt cx="532246" cy="691488"/>
          </a:xfrm>
        </p:grpSpPr>
        <p:sp>
          <p:nvSpPr>
            <p:cNvPr id="1426" name="Rectangle 1425">
              <a:extLst>
                <a:ext uri="{FF2B5EF4-FFF2-40B4-BE49-F238E27FC236}">
                  <a16:creationId xmlns:a16="http://schemas.microsoft.com/office/drawing/2014/main" id="{404DEB43-FB62-D1D1-2748-5F549E4B85C3}"/>
                </a:ext>
              </a:extLst>
            </p:cNvPr>
            <p:cNvSpPr/>
            <p:nvPr/>
          </p:nvSpPr>
          <p:spPr>
            <a:xfrm>
              <a:off x="4884855" y="5392548"/>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5" name="Rectangle 1434">
              <a:extLst>
                <a:ext uri="{FF2B5EF4-FFF2-40B4-BE49-F238E27FC236}">
                  <a16:creationId xmlns:a16="http://schemas.microsoft.com/office/drawing/2014/main" id="{C19EB8C6-1D5A-F89F-B9F8-385E58E7C34E}"/>
                </a:ext>
              </a:extLst>
            </p:cNvPr>
            <p:cNvSpPr/>
            <p:nvPr/>
          </p:nvSpPr>
          <p:spPr>
            <a:xfrm>
              <a:off x="5166838" y="5391663"/>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1" name="Group 600">
            <a:extLst>
              <a:ext uri="{FF2B5EF4-FFF2-40B4-BE49-F238E27FC236}">
                <a16:creationId xmlns:a16="http://schemas.microsoft.com/office/drawing/2014/main" id="{DCC4233A-CE45-A54F-40BF-6FC6C2F89309}"/>
              </a:ext>
            </a:extLst>
          </p:cNvPr>
          <p:cNvGrpSpPr/>
          <p:nvPr/>
        </p:nvGrpSpPr>
        <p:grpSpPr>
          <a:xfrm>
            <a:off x="4052864" y="5935820"/>
            <a:ext cx="532817" cy="693355"/>
            <a:chOff x="4073864" y="6249298"/>
            <a:chExt cx="532817" cy="693355"/>
          </a:xfrm>
        </p:grpSpPr>
        <p:sp>
          <p:nvSpPr>
            <p:cNvPr id="1428" name="Rectangle 1427">
              <a:extLst>
                <a:ext uri="{FF2B5EF4-FFF2-40B4-BE49-F238E27FC236}">
                  <a16:creationId xmlns:a16="http://schemas.microsoft.com/office/drawing/2014/main" id="{49E7F8A1-5125-8319-03AD-D0A7B67F6745}"/>
                </a:ext>
              </a:extLst>
            </p:cNvPr>
            <p:cNvSpPr/>
            <p:nvPr/>
          </p:nvSpPr>
          <p:spPr>
            <a:xfrm>
              <a:off x="4073864" y="6252050"/>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6" name="Rectangle 1435">
              <a:extLst>
                <a:ext uri="{FF2B5EF4-FFF2-40B4-BE49-F238E27FC236}">
                  <a16:creationId xmlns:a16="http://schemas.microsoft.com/office/drawing/2014/main" id="{8F38632A-8A8B-D433-13C9-0C0F42C8B7E2}"/>
                </a:ext>
              </a:extLst>
            </p:cNvPr>
            <p:cNvSpPr/>
            <p:nvPr/>
          </p:nvSpPr>
          <p:spPr>
            <a:xfrm>
              <a:off x="4357214" y="6249298"/>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3" name="Group 602">
            <a:extLst>
              <a:ext uri="{FF2B5EF4-FFF2-40B4-BE49-F238E27FC236}">
                <a16:creationId xmlns:a16="http://schemas.microsoft.com/office/drawing/2014/main" id="{14B0AA2C-4AD0-EE86-8CE0-742E7A2D9851}"/>
              </a:ext>
            </a:extLst>
          </p:cNvPr>
          <p:cNvGrpSpPr/>
          <p:nvPr/>
        </p:nvGrpSpPr>
        <p:grpSpPr>
          <a:xfrm>
            <a:off x="3629911" y="6804780"/>
            <a:ext cx="532640" cy="690603"/>
            <a:chOff x="3294361" y="6407053"/>
            <a:chExt cx="532640" cy="690603"/>
          </a:xfrm>
        </p:grpSpPr>
        <p:sp>
          <p:nvSpPr>
            <p:cNvPr id="1427" name="Rectangle 1426">
              <a:extLst>
                <a:ext uri="{FF2B5EF4-FFF2-40B4-BE49-F238E27FC236}">
                  <a16:creationId xmlns:a16="http://schemas.microsoft.com/office/drawing/2014/main" id="{660FDD24-5093-732E-10FC-0CEFD0BC104B}"/>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7" name="Rectangle 1436">
              <a:extLst>
                <a:ext uri="{FF2B5EF4-FFF2-40B4-BE49-F238E27FC236}">
                  <a16:creationId xmlns:a16="http://schemas.microsoft.com/office/drawing/2014/main" id="{E7C68700-7825-3274-4DA8-51A10C9EEF12}"/>
                </a:ext>
              </a:extLst>
            </p:cNvPr>
            <p:cNvSpPr/>
            <p:nvPr/>
          </p:nvSpPr>
          <p:spPr>
            <a:xfrm>
              <a:off x="3577534" y="6407637"/>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2" name="Group 601">
            <a:extLst>
              <a:ext uri="{FF2B5EF4-FFF2-40B4-BE49-F238E27FC236}">
                <a16:creationId xmlns:a16="http://schemas.microsoft.com/office/drawing/2014/main" id="{42CC9542-1B06-752C-2494-4E19802D6362}"/>
              </a:ext>
            </a:extLst>
          </p:cNvPr>
          <p:cNvGrpSpPr/>
          <p:nvPr/>
        </p:nvGrpSpPr>
        <p:grpSpPr>
          <a:xfrm>
            <a:off x="4644520" y="6976951"/>
            <a:ext cx="532246" cy="690603"/>
            <a:chOff x="4407275" y="7069836"/>
            <a:chExt cx="532246" cy="690603"/>
          </a:xfrm>
        </p:grpSpPr>
        <p:sp>
          <p:nvSpPr>
            <p:cNvPr id="1429" name="Rectangle 1428">
              <a:extLst>
                <a:ext uri="{FF2B5EF4-FFF2-40B4-BE49-F238E27FC236}">
                  <a16:creationId xmlns:a16="http://schemas.microsoft.com/office/drawing/2014/main" id="{7FD3E275-D307-8EBD-BE6D-CD03E96F4B0E}"/>
                </a:ext>
              </a:extLst>
            </p:cNvPr>
            <p:cNvSpPr/>
            <p:nvPr/>
          </p:nvSpPr>
          <p:spPr>
            <a:xfrm>
              <a:off x="4407275" y="7069836"/>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8" name="Rectangle 1437">
              <a:extLst>
                <a:ext uri="{FF2B5EF4-FFF2-40B4-BE49-F238E27FC236}">
                  <a16:creationId xmlns:a16="http://schemas.microsoft.com/office/drawing/2014/main" id="{F936D2B6-1C98-2C5D-07B3-C1CCF762DD03}"/>
                </a:ext>
              </a:extLst>
            </p:cNvPr>
            <p:cNvSpPr/>
            <p:nvPr/>
          </p:nvSpPr>
          <p:spPr>
            <a:xfrm>
              <a:off x="4690054" y="707095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1439" name="Elbow Connector 1438">
            <a:extLst>
              <a:ext uri="{FF2B5EF4-FFF2-40B4-BE49-F238E27FC236}">
                <a16:creationId xmlns:a16="http://schemas.microsoft.com/office/drawing/2014/main" id="{DE2F72CB-4E55-0028-1104-ED76B093656B}"/>
              </a:ext>
            </a:extLst>
          </p:cNvPr>
          <p:cNvCxnSpPr>
            <a:cxnSpLocks/>
            <a:stCxn id="39" idx="1"/>
            <a:endCxn id="633" idx="1"/>
          </p:cNvCxnSpPr>
          <p:nvPr/>
        </p:nvCxnSpPr>
        <p:spPr>
          <a:xfrm rot="10800000" flipH="1" flipV="1">
            <a:off x="3960705" y="3918624"/>
            <a:ext cx="230338" cy="1303295"/>
          </a:xfrm>
          <a:prstGeom prst="bentConnector3">
            <a:avLst>
              <a:gd name="adj1" fmla="val -99245"/>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3" name="Elbow Connector 1442">
            <a:extLst>
              <a:ext uri="{FF2B5EF4-FFF2-40B4-BE49-F238E27FC236}">
                <a16:creationId xmlns:a16="http://schemas.microsoft.com/office/drawing/2014/main" id="{35E410A7-C4C0-C5EA-725A-708FA3FE1942}"/>
              </a:ext>
            </a:extLst>
          </p:cNvPr>
          <p:cNvCxnSpPr>
            <a:cxnSpLocks/>
            <a:stCxn id="633" idx="3"/>
          </p:cNvCxnSpPr>
          <p:nvPr/>
        </p:nvCxnSpPr>
        <p:spPr>
          <a:xfrm flipV="1">
            <a:off x="4574545" y="4475536"/>
            <a:ext cx="5798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9" name="Straight Connector 1448">
            <a:extLst>
              <a:ext uri="{FF2B5EF4-FFF2-40B4-BE49-F238E27FC236}">
                <a16:creationId xmlns:a16="http://schemas.microsoft.com/office/drawing/2014/main" id="{5F0DEC7D-FF1C-45B7-53F0-4E6DDD9A5260}"/>
              </a:ext>
            </a:extLst>
          </p:cNvPr>
          <p:cNvCxnSpPr>
            <a:cxnSpLocks/>
          </p:cNvCxnSpPr>
          <p:nvPr/>
        </p:nvCxnSpPr>
        <p:spPr>
          <a:xfrm>
            <a:off x="3771683" y="7796254"/>
            <a:ext cx="2374466" cy="23329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5" name="Straight Connector 1454">
            <a:extLst>
              <a:ext uri="{FF2B5EF4-FFF2-40B4-BE49-F238E27FC236}">
                <a16:creationId xmlns:a16="http://schemas.microsoft.com/office/drawing/2014/main" id="{C852FECC-34B9-AE06-337C-A75C7AFDA2E7}"/>
              </a:ext>
            </a:extLst>
          </p:cNvPr>
          <p:cNvCxnSpPr>
            <a:cxnSpLocks/>
          </p:cNvCxnSpPr>
          <p:nvPr/>
        </p:nvCxnSpPr>
        <p:spPr>
          <a:xfrm>
            <a:off x="5246882" y="7738359"/>
            <a:ext cx="899267" cy="6398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5E3E43BA-106F-FDD4-FE66-69402F789D8B}"/>
              </a:ext>
            </a:extLst>
          </p:cNvPr>
          <p:cNvCxnSpPr>
            <a:cxnSpLocks/>
          </p:cNvCxnSpPr>
          <p:nvPr/>
        </p:nvCxnSpPr>
        <p:spPr>
          <a:xfrm flipH="1">
            <a:off x="7488834" y="4780452"/>
            <a:ext cx="835090" cy="301580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E7E5B456-DF88-91F8-39FD-B4ACF5671A4C}"/>
              </a:ext>
            </a:extLst>
          </p:cNvPr>
          <p:cNvCxnSpPr>
            <a:cxnSpLocks/>
          </p:cNvCxnSpPr>
          <p:nvPr/>
        </p:nvCxnSpPr>
        <p:spPr>
          <a:xfrm flipH="1">
            <a:off x="6465935" y="2441838"/>
            <a:ext cx="377844" cy="127785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CB7F4A58-340E-0574-AC8D-C808780CAD54}"/>
              </a:ext>
            </a:extLst>
          </p:cNvPr>
          <p:cNvCxnSpPr>
            <a:cxnSpLocks/>
          </p:cNvCxnSpPr>
          <p:nvPr/>
        </p:nvCxnSpPr>
        <p:spPr>
          <a:xfrm flipH="1">
            <a:off x="8326816" y="3452902"/>
            <a:ext cx="77525" cy="131589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12C00236-8778-01B1-5049-3CDB4E8BF5F1}"/>
              </a:ext>
            </a:extLst>
          </p:cNvPr>
          <p:cNvCxnSpPr>
            <a:cxnSpLocks/>
          </p:cNvCxnSpPr>
          <p:nvPr/>
        </p:nvCxnSpPr>
        <p:spPr>
          <a:xfrm>
            <a:off x="7486490" y="7796254"/>
            <a:ext cx="546295" cy="5924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1" name="Straight Connector 610">
            <a:extLst>
              <a:ext uri="{FF2B5EF4-FFF2-40B4-BE49-F238E27FC236}">
                <a16:creationId xmlns:a16="http://schemas.microsoft.com/office/drawing/2014/main" id="{ACBCEB7E-91FC-F605-987C-ECD3C80689B1}"/>
              </a:ext>
            </a:extLst>
          </p:cNvPr>
          <p:cNvCxnSpPr>
            <a:cxnSpLocks/>
          </p:cNvCxnSpPr>
          <p:nvPr/>
        </p:nvCxnSpPr>
        <p:spPr>
          <a:xfrm>
            <a:off x="5696515" y="7791170"/>
            <a:ext cx="449634" cy="59478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4CDFF012-0141-0605-7411-2252D7A34401}"/>
              </a:ext>
            </a:extLst>
          </p:cNvPr>
          <p:cNvCxnSpPr>
            <a:cxnSpLocks/>
          </p:cNvCxnSpPr>
          <p:nvPr/>
        </p:nvCxnSpPr>
        <p:spPr>
          <a:xfrm flipH="1">
            <a:off x="8043965" y="6459396"/>
            <a:ext cx="1214078" cy="366978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633" name="Graphic 632" descr="Paper outline">
            <a:extLst>
              <a:ext uri="{FF2B5EF4-FFF2-40B4-BE49-F238E27FC236}">
                <a16:creationId xmlns:a16="http://schemas.microsoft.com/office/drawing/2014/main" id="{286D2603-EEFC-85CA-E924-094040C3C8E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91043" y="5041103"/>
            <a:ext cx="383502" cy="361633"/>
          </a:xfrm>
          <a:prstGeom prst="rect">
            <a:avLst/>
          </a:prstGeom>
        </p:spPr>
      </p:pic>
      <p:pic>
        <p:nvPicPr>
          <p:cNvPr id="637" name="Graphic 636" descr="Paper outline">
            <a:extLst>
              <a:ext uri="{FF2B5EF4-FFF2-40B4-BE49-F238E27FC236}">
                <a16:creationId xmlns:a16="http://schemas.microsoft.com/office/drawing/2014/main" id="{B930FA62-980B-3E31-39A9-018845E39C0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27342" y="5932727"/>
            <a:ext cx="383502" cy="361633"/>
          </a:xfrm>
          <a:prstGeom prst="rect">
            <a:avLst/>
          </a:prstGeom>
        </p:spPr>
      </p:pic>
      <p:cxnSp>
        <p:nvCxnSpPr>
          <p:cNvPr id="638" name="Elbow Connector 637">
            <a:extLst>
              <a:ext uri="{FF2B5EF4-FFF2-40B4-BE49-F238E27FC236}">
                <a16:creationId xmlns:a16="http://schemas.microsoft.com/office/drawing/2014/main" id="{C00B11B8-6165-1DA4-AC2B-CB1C2943A84D}"/>
              </a:ext>
            </a:extLst>
          </p:cNvPr>
          <p:cNvCxnSpPr>
            <a:cxnSpLocks/>
            <a:stCxn id="637" idx="3"/>
          </p:cNvCxnSpPr>
          <p:nvPr/>
        </p:nvCxnSpPr>
        <p:spPr>
          <a:xfrm flipV="1">
            <a:off x="5510844" y="4663544"/>
            <a:ext cx="110288" cy="14500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59" name="Elbow Connector 258">
            <a:extLst>
              <a:ext uri="{FF2B5EF4-FFF2-40B4-BE49-F238E27FC236}">
                <a16:creationId xmlns:a16="http://schemas.microsoft.com/office/drawing/2014/main" id="{E87182B3-5589-93D9-8D57-1B77995747E1}"/>
              </a:ext>
            </a:extLst>
          </p:cNvPr>
          <p:cNvCxnSpPr>
            <a:cxnSpLocks/>
            <a:stCxn id="637" idx="1"/>
          </p:cNvCxnSpPr>
          <p:nvPr/>
        </p:nvCxnSpPr>
        <p:spPr>
          <a:xfrm rot="10800000">
            <a:off x="4740346" y="4437806"/>
            <a:ext cx="386996" cy="1675739"/>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20CBAC0A-BFB5-C04E-B9C3-6451FCD8D015}"/>
              </a:ext>
            </a:extLst>
          </p:cNvPr>
          <p:cNvCxnSpPr>
            <a:cxnSpLocks/>
          </p:cNvCxnSpPr>
          <p:nvPr/>
        </p:nvCxnSpPr>
        <p:spPr>
          <a:xfrm flipV="1">
            <a:off x="7492988" y="3719690"/>
            <a:ext cx="825940" cy="132920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A1DF5F96-C87B-E935-5E6A-C2B0FADD7DB6}"/>
              </a:ext>
            </a:extLst>
          </p:cNvPr>
          <p:cNvSpPr txBox="1"/>
          <p:nvPr/>
        </p:nvSpPr>
        <p:spPr>
          <a:xfrm>
            <a:off x="2903215" y="8988843"/>
            <a:ext cx="378719"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57" name="Line">
            <a:extLst>
              <a:ext uri="{FF2B5EF4-FFF2-40B4-BE49-F238E27FC236}">
                <a16:creationId xmlns:a16="http://schemas.microsoft.com/office/drawing/2014/main" id="{FE5C4B44-4A40-19B5-BBFB-DD5B374FA558}"/>
              </a:ext>
            </a:extLst>
          </p:cNvPr>
          <p:cNvSpPr/>
          <p:nvPr/>
        </p:nvSpPr>
        <p:spPr>
          <a:xfrm flipV="1">
            <a:off x="3281934" y="8376780"/>
            <a:ext cx="6577" cy="175239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1" name="TextBox 1370">
            <a:extLst>
              <a:ext uri="{FF2B5EF4-FFF2-40B4-BE49-F238E27FC236}">
                <a16:creationId xmlns:a16="http://schemas.microsoft.com/office/drawing/2014/main" id="{47B95659-4604-CCA7-08E3-9A2A21877238}"/>
              </a:ext>
            </a:extLst>
          </p:cNvPr>
          <p:cNvSpPr txBox="1"/>
          <p:nvPr/>
        </p:nvSpPr>
        <p:spPr>
          <a:xfrm>
            <a:off x="2710613" y="6311806"/>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1372" name="TextBox 1371">
            <a:extLst>
              <a:ext uri="{FF2B5EF4-FFF2-40B4-BE49-F238E27FC236}">
                <a16:creationId xmlns:a16="http://schemas.microsoft.com/office/drawing/2014/main" id="{0F5FCBAD-F033-FEF8-1F77-E6F28E480768}"/>
              </a:ext>
            </a:extLst>
          </p:cNvPr>
          <p:cNvSpPr txBox="1"/>
          <p:nvPr/>
        </p:nvSpPr>
        <p:spPr>
          <a:xfrm>
            <a:off x="2737323" y="4078400"/>
            <a:ext cx="538018"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Schema layer</a:t>
            </a:r>
            <a:endParaRPr kumimoji="0" lang="en-US" sz="1000" b="0" i="0" u="none" strike="noStrike" cap="none" spc="0" normalizeH="0" baseline="0" dirty="0">
              <a:ln>
                <a:noFill/>
              </a:ln>
              <a:solidFill>
                <a:srgbClr val="4C4C4C"/>
              </a:solidFill>
              <a:effectLst/>
              <a:uFillTx/>
              <a:sym typeface="Source Sans Pro"/>
            </a:endParaRPr>
          </a:p>
        </p:txBody>
      </p:sp>
      <p:sp>
        <p:nvSpPr>
          <p:cNvPr id="1373" name="Line">
            <a:extLst>
              <a:ext uri="{FF2B5EF4-FFF2-40B4-BE49-F238E27FC236}">
                <a16:creationId xmlns:a16="http://schemas.microsoft.com/office/drawing/2014/main" id="{0DAA620B-3624-A17D-F66A-F32994547B87}"/>
              </a:ext>
            </a:extLst>
          </p:cNvPr>
          <p:cNvSpPr/>
          <p:nvPr/>
        </p:nvSpPr>
        <p:spPr>
          <a:xfrm flipV="1">
            <a:off x="3281934" y="5058004"/>
            <a:ext cx="4795" cy="273316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4" name="Line">
            <a:extLst>
              <a:ext uri="{FF2B5EF4-FFF2-40B4-BE49-F238E27FC236}">
                <a16:creationId xmlns:a16="http://schemas.microsoft.com/office/drawing/2014/main" id="{FF14C292-E96E-514C-BD1C-5CCE3B8ECCA3}"/>
              </a:ext>
            </a:extLst>
          </p:cNvPr>
          <p:cNvSpPr/>
          <p:nvPr/>
        </p:nvSpPr>
        <p:spPr>
          <a:xfrm flipH="1" flipV="1">
            <a:off x="3284842" y="3718244"/>
            <a:ext cx="7644" cy="105055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5" name="Line">
            <a:extLst>
              <a:ext uri="{FF2B5EF4-FFF2-40B4-BE49-F238E27FC236}">
                <a16:creationId xmlns:a16="http://schemas.microsoft.com/office/drawing/2014/main" id="{380A91A4-9C3E-D043-3B60-387961C6E9BF}"/>
              </a:ext>
            </a:extLst>
          </p:cNvPr>
          <p:cNvSpPr/>
          <p:nvPr/>
        </p:nvSpPr>
        <p:spPr>
          <a:xfrm flipV="1">
            <a:off x="3282696" y="2440335"/>
            <a:ext cx="1800" cy="101254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6" name="TextBox 1375">
            <a:extLst>
              <a:ext uri="{FF2B5EF4-FFF2-40B4-BE49-F238E27FC236}">
                <a16:creationId xmlns:a16="http://schemas.microsoft.com/office/drawing/2014/main" id="{A070828E-FB82-6616-F8E8-4505D4A9DB33}"/>
              </a:ext>
            </a:extLst>
          </p:cNvPr>
          <p:cNvSpPr txBox="1"/>
          <p:nvPr/>
        </p:nvSpPr>
        <p:spPr>
          <a:xfrm>
            <a:off x="2764003" y="2780250"/>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3" name="Manipulate Variables">
            <a:extLst>
              <a:ext uri="{FF2B5EF4-FFF2-40B4-BE49-F238E27FC236}">
                <a16:creationId xmlns:a16="http://schemas.microsoft.com/office/drawing/2014/main" id="{FB119454-0F10-661F-B72A-2D28DFB373C1}"/>
              </a:ext>
            </a:extLst>
          </p:cNvPr>
          <p:cNvSpPr txBox="1"/>
          <p:nvPr/>
        </p:nvSpPr>
        <p:spPr>
          <a:xfrm>
            <a:off x="118872" y="8716040"/>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User Layer</a:t>
            </a:r>
          </a:p>
        </p:txBody>
      </p:sp>
      <p:sp>
        <p:nvSpPr>
          <p:cNvPr id="9" name="Manipulate Variables">
            <a:extLst>
              <a:ext uri="{FF2B5EF4-FFF2-40B4-BE49-F238E27FC236}">
                <a16:creationId xmlns:a16="http://schemas.microsoft.com/office/drawing/2014/main" id="{6753CACD-B02D-D872-86F7-609507C2B277}"/>
              </a:ext>
            </a:extLst>
          </p:cNvPr>
          <p:cNvSpPr txBox="1"/>
          <p:nvPr/>
        </p:nvSpPr>
        <p:spPr>
          <a:xfrm>
            <a:off x="114787" y="6733509"/>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Module Layer</a:t>
            </a:r>
          </a:p>
        </p:txBody>
      </p:sp>
      <p:sp>
        <p:nvSpPr>
          <p:cNvPr id="11" name="TextBox 10">
            <a:extLst>
              <a:ext uri="{FF2B5EF4-FFF2-40B4-BE49-F238E27FC236}">
                <a16:creationId xmlns:a16="http://schemas.microsoft.com/office/drawing/2014/main" id="{3CC3418E-599E-29A0-36D0-97F620BBA82B}"/>
              </a:ext>
            </a:extLst>
          </p:cNvPr>
          <p:cNvSpPr txBox="1"/>
          <p:nvPr/>
        </p:nvSpPr>
        <p:spPr>
          <a:xfrm>
            <a:off x="82296" y="6985501"/>
            <a:ext cx="2305858" cy="1736292"/>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In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Kaiāulu</a:t>
            </a:r>
            <a:r>
              <a:rPr lang="en-US" sz="1000" b="0" dirty="0">
                <a:solidFill>
                  <a:schemeClr val="bg2">
                    <a:lumMod val="10000"/>
                  </a:schemeClr>
                </a:solidFill>
                <a:latin typeface="Source Sans Pro" panose="020B0503030403020204" pitchFamily="34" charset="0"/>
                <a:ea typeface="Source Sans Pro" panose="020B0503030403020204" pitchFamily="34" charset="0"/>
              </a:rPr>
              <a:t>, files are traditionally separated by their file type, such as functions (.R), documentation (.Rd), and Notebooks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Rmd</a:t>
            </a:r>
            <a:r>
              <a:rPr lang="en-US" sz="1000" b="0" dirty="0">
                <a:solidFill>
                  <a:schemeClr val="bg2">
                    <a:lumMod val="10000"/>
                  </a:schemeClr>
                </a:solidFill>
                <a:latin typeface="Source Sans Pro" panose="020B0503030403020204" pitchFamily="34" charset="0"/>
                <a:ea typeface="Source Sans Pro" panose="020B0503030403020204" pitchFamily="34" charset="0"/>
              </a:rPr>
              <a:t>). However, the reference API site and MySQL Workbench structure information by grouping it based on the data source. The benefit of this approach is to simplify the process by limiting the scope of files needed for a given analysis.</a:t>
            </a:r>
          </a:p>
        </p:txBody>
      </p:sp>
      <p:sp>
        <p:nvSpPr>
          <p:cNvPr id="12" name="Manipulate Variables">
            <a:extLst>
              <a:ext uri="{FF2B5EF4-FFF2-40B4-BE49-F238E27FC236}">
                <a16:creationId xmlns:a16="http://schemas.microsoft.com/office/drawing/2014/main" id="{EC715535-AD5D-134B-DBAB-3A873BC45A84}"/>
              </a:ext>
            </a:extLst>
          </p:cNvPr>
          <p:cNvSpPr txBox="1"/>
          <p:nvPr/>
        </p:nvSpPr>
        <p:spPr>
          <a:xfrm>
            <a:off x="114321" y="4962788"/>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Schema Layer</a:t>
            </a:r>
          </a:p>
        </p:txBody>
      </p:sp>
      <p:sp>
        <p:nvSpPr>
          <p:cNvPr id="13" name="TextBox 12">
            <a:extLst>
              <a:ext uri="{FF2B5EF4-FFF2-40B4-BE49-F238E27FC236}">
                <a16:creationId xmlns:a16="http://schemas.microsoft.com/office/drawing/2014/main" id="{69D03C37-EEC9-872E-73B1-125A739D4B6E}"/>
              </a:ext>
            </a:extLst>
          </p:cNvPr>
          <p:cNvSpPr txBox="1"/>
          <p:nvPr/>
        </p:nvSpPr>
        <p:spPr>
          <a:xfrm>
            <a:off x="82885" y="5214780"/>
            <a:ext cx="2304819" cy="1520848"/>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In </a:t>
            </a:r>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sz="1000" b="0" dirty="0">
                <a:solidFill>
                  <a:schemeClr val="bg2">
                    <a:lumMod val="10000"/>
                  </a:schemeClr>
                </a:solidFill>
                <a:latin typeface="Source Sans Pro" panose="020B0503030403020204" pitchFamily="34" charset="0"/>
                <a:ea typeface="Source Sans Pro" panose="020B0503030403020204" pitchFamily="34" charset="0"/>
              </a:rPr>
              <a:t>, raw data sources are represented as tables. This facilitates both data exploration and connect tables containing common columns. Kaiaulu standardizes the nomenclature of columns from different data sources, and the data schema facilitates identifying what columns can be combined for different analysis (e.g.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bug_count.Rmd</a:t>
            </a:r>
            <a:r>
              <a:rPr lang="en-US" sz="1000" b="0" dirty="0">
                <a:solidFill>
                  <a:schemeClr val="bg2">
                    <a:lumMod val="10000"/>
                  </a:schemeClr>
                </a:solidFill>
                <a:latin typeface="Source Sans Pro" panose="020B0503030403020204" pitchFamily="34" charset="0"/>
                <a:ea typeface="Source Sans Pro" panose="020B0503030403020204" pitchFamily="34" charset="0"/>
              </a:rPr>
              <a:t>).</a:t>
            </a:r>
          </a:p>
        </p:txBody>
      </p:sp>
      <p:sp>
        <p:nvSpPr>
          <p:cNvPr id="14" name="Manipulate Variables">
            <a:extLst>
              <a:ext uri="{FF2B5EF4-FFF2-40B4-BE49-F238E27FC236}">
                <a16:creationId xmlns:a16="http://schemas.microsoft.com/office/drawing/2014/main" id="{CD2D6B8C-F737-68CE-4CE0-125BCF808559}"/>
              </a:ext>
            </a:extLst>
          </p:cNvPr>
          <p:cNvSpPr txBox="1"/>
          <p:nvPr/>
        </p:nvSpPr>
        <p:spPr>
          <a:xfrm>
            <a:off x="117935" y="3335350"/>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Data Layer</a:t>
            </a:r>
          </a:p>
        </p:txBody>
      </p:sp>
      <p:sp>
        <p:nvSpPr>
          <p:cNvPr id="17" name="TextBox 16">
            <a:extLst>
              <a:ext uri="{FF2B5EF4-FFF2-40B4-BE49-F238E27FC236}">
                <a16:creationId xmlns:a16="http://schemas.microsoft.com/office/drawing/2014/main" id="{6FA47697-AECB-F5A5-46C0-55B370991E66}"/>
              </a:ext>
            </a:extLst>
          </p:cNvPr>
          <p:cNvSpPr txBox="1"/>
          <p:nvPr/>
        </p:nvSpPr>
        <p:spPr>
          <a:xfrm>
            <a:off x="86221" y="3592348"/>
            <a:ext cx="2304818" cy="136696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sz="1000" b="0" dirty="0">
                <a:solidFill>
                  <a:schemeClr val="bg2">
                    <a:lumMod val="10000"/>
                  </a:schemeClr>
                </a:solidFill>
                <a:latin typeface="Source Sans Pro" panose="020B0503030403020204" pitchFamily="34" charset="0"/>
                <a:ea typeface="Source Sans Pro" panose="020B0503030403020204" pitchFamily="34" charset="0"/>
              </a:rPr>
              <a:t> Data Layer represents the various types of raw data associated to different software development infrastructure (Mail, JIRA, GitHub). This dataset is generally difficult to connect to other data sources or is not easily readable in table form for data exploration.</a:t>
            </a:r>
          </a:p>
        </p:txBody>
      </p:sp>
      <p:sp>
        <p:nvSpPr>
          <p:cNvPr id="1396" name="TextBox 1395">
            <a:extLst>
              <a:ext uri="{FF2B5EF4-FFF2-40B4-BE49-F238E27FC236}">
                <a16:creationId xmlns:a16="http://schemas.microsoft.com/office/drawing/2014/main" id="{3BC8810C-4C3B-1975-AF30-2AFEE118863B}"/>
              </a:ext>
            </a:extLst>
          </p:cNvPr>
          <p:cNvSpPr txBox="1"/>
          <p:nvPr/>
        </p:nvSpPr>
        <p:spPr>
          <a:xfrm>
            <a:off x="10963656" y="4680581"/>
            <a:ext cx="2912948" cy="75140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When tables incorporate data from multiple sources, they can connect to external modules. Viewing these external module connections follows the exact same process as viewing internal table relationships.</a:t>
            </a:r>
          </a:p>
        </p:txBody>
      </p:sp>
      <p:sp>
        <p:nvSpPr>
          <p:cNvPr id="1398" name="Manipulate Variables">
            <a:extLst>
              <a:ext uri="{FF2B5EF4-FFF2-40B4-BE49-F238E27FC236}">
                <a16:creationId xmlns:a16="http://schemas.microsoft.com/office/drawing/2014/main" id="{DD9CC3F3-0203-7ECD-8D72-3EC7E9DC1EC5}"/>
              </a:ext>
            </a:extLst>
          </p:cNvPr>
          <p:cNvSpPr txBox="1"/>
          <p:nvPr/>
        </p:nvSpPr>
        <p:spPr>
          <a:xfrm>
            <a:off x="10991088" y="4423288"/>
            <a:ext cx="282908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External Module Connections</a:t>
            </a:r>
          </a:p>
        </p:txBody>
      </p:sp>
      <p:grpSp>
        <p:nvGrpSpPr>
          <p:cNvPr id="451" name="Group 450">
            <a:extLst>
              <a:ext uri="{FF2B5EF4-FFF2-40B4-BE49-F238E27FC236}">
                <a16:creationId xmlns:a16="http://schemas.microsoft.com/office/drawing/2014/main" id="{490721D2-88C2-EB6C-F4AF-B23ADBD83631}"/>
              </a:ext>
            </a:extLst>
          </p:cNvPr>
          <p:cNvGrpSpPr/>
          <p:nvPr/>
        </p:nvGrpSpPr>
        <p:grpSpPr>
          <a:xfrm>
            <a:off x="11864202" y="5531438"/>
            <a:ext cx="999454" cy="700110"/>
            <a:chOff x="3243530" y="3828629"/>
            <a:chExt cx="1076931" cy="700110"/>
          </a:xfrm>
        </p:grpSpPr>
        <p:sp>
          <p:nvSpPr>
            <p:cNvPr id="465" name="Rectangle 464">
              <a:extLst>
                <a:ext uri="{FF2B5EF4-FFF2-40B4-BE49-F238E27FC236}">
                  <a16:creationId xmlns:a16="http://schemas.microsoft.com/office/drawing/2014/main" id="{068BF3FD-A72B-EC63-B497-6D141F49DD7C}"/>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6" name="Rectangle 465">
              <a:extLst>
                <a:ext uri="{FF2B5EF4-FFF2-40B4-BE49-F238E27FC236}">
                  <a16:creationId xmlns:a16="http://schemas.microsoft.com/office/drawing/2014/main" id="{8D2ADA78-EE25-23FE-5ADC-CBAA145EF059}"/>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8" name="Elbow Connector 1353">
              <a:extLst>
                <a:ext uri="{FF2B5EF4-FFF2-40B4-BE49-F238E27FC236}">
                  <a16:creationId xmlns:a16="http://schemas.microsoft.com/office/drawing/2014/main" id="{AD097D02-D06F-A108-D13F-D305526005F4}"/>
                </a:ext>
              </a:extLst>
            </p:cNvPr>
            <p:cNvCxnSpPr>
              <a:cxnSpLocks/>
              <a:endCxn id="46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71" name="Rectangle 470">
              <a:extLst>
                <a:ext uri="{FF2B5EF4-FFF2-40B4-BE49-F238E27FC236}">
                  <a16:creationId xmlns:a16="http://schemas.microsoft.com/office/drawing/2014/main" id="{BD1AA87B-1C59-C7F4-AC01-5F374F01991A}"/>
                </a:ext>
              </a:extLst>
            </p:cNvPr>
            <p:cNvSpPr/>
            <p:nvPr/>
          </p:nvSpPr>
          <p:spPr>
            <a:xfrm>
              <a:off x="324566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72" name="Rectangle 471">
              <a:extLst>
                <a:ext uri="{FF2B5EF4-FFF2-40B4-BE49-F238E27FC236}">
                  <a16:creationId xmlns:a16="http://schemas.microsoft.com/office/drawing/2014/main" id="{633D6EF2-4226-910C-1E3F-6F9E4940EBAB}"/>
                </a:ext>
              </a:extLst>
            </p:cNvPr>
            <p:cNvSpPr/>
            <p:nvPr/>
          </p:nvSpPr>
          <p:spPr>
            <a:xfrm>
              <a:off x="3852833" y="418783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479" name="Elbow Connector 1438">
            <a:extLst>
              <a:ext uri="{FF2B5EF4-FFF2-40B4-BE49-F238E27FC236}">
                <a16:creationId xmlns:a16="http://schemas.microsoft.com/office/drawing/2014/main" id="{71D06E1D-E81E-0870-3BBA-CB483E2DEA7A}"/>
              </a:ext>
            </a:extLst>
          </p:cNvPr>
          <p:cNvCxnSpPr>
            <a:cxnSpLocks/>
            <a:stCxn id="466" idx="2"/>
            <a:endCxn id="481" idx="0"/>
          </p:cNvCxnSpPr>
          <p:nvPr/>
        </p:nvCxnSpPr>
        <p:spPr>
          <a:xfrm rot="16200000" flipH="1">
            <a:off x="11700895" y="6252331"/>
            <a:ext cx="952464" cy="190736"/>
          </a:xfrm>
          <a:prstGeom prst="bentConnector3">
            <a:avLst>
              <a:gd name="adj1" fmla="val 50000"/>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480" name="Elbow Connector 1442">
            <a:extLst>
              <a:ext uri="{FF2B5EF4-FFF2-40B4-BE49-F238E27FC236}">
                <a16:creationId xmlns:a16="http://schemas.microsoft.com/office/drawing/2014/main" id="{4B788826-59F5-A487-596C-ACC9D1052947}"/>
              </a:ext>
            </a:extLst>
          </p:cNvPr>
          <p:cNvCxnSpPr>
            <a:cxnSpLocks/>
            <a:stCxn id="481" idx="3"/>
            <a:endCxn id="465" idx="2"/>
          </p:cNvCxnSpPr>
          <p:nvPr/>
        </p:nvCxnSpPr>
        <p:spPr>
          <a:xfrm flipV="1">
            <a:off x="12450451" y="6231548"/>
            <a:ext cx="195649" cy="7732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pic>
        <p:nvPicPr>
          <p:cNvPr id="481" name="Graphic 480" descr="Paper outline">
            <a:extLst>
              <a:ext uri="{FF2B5EF4-FFF2-40B4-BE49-F238E27FC236}">
                <a16:creationId xmlns:a16="http://schemas.microsoft.com/office/drawing/2014/main" id="{E1521D4F-03EC-0A41-BD93-512AC43E419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094539" y="6823931"/>
            <a:ext cx="355912" cy="361633"/>
          </a:xfrm>
          <a:prstGeom prst="rect">
            <a:avLst/>
          </a:prstGeom>
        </p:spPr>
      </p:pic>
      <p:sp>
        <p:nvSpPr>
          <p:cNvPr id="486" name="Layout Suggestions">
            <a:extLst>
              <a:ext uri="{FF2B5EF4-FFF2-40B4-BE49-F238E27FC236}">
                <a16:creationId xmlns:a16="http://schemas.microsoft.com/office/drawing/2014/main" id="{8B42680A-5C7C-FEE2-DBAF-4FF030F6E188}"/>
              </a:ext>
            </a:extLst>
          </p:cNvPr>
          <p:cNvSpPr txBox="1"/>
          <p:nvPr/>
        </p:nvSpPr>
        <p:spPr>
          <a:xfrm>
            <a:off x="3292486" y="1371005"/>
            <a:ext cx="3892248" cy="377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800" b="0" dirty="0" err="1">
                <a:solidFill>
                  <a:srgbClr val="628DB5"/>
                </a:solidFill>
                <a:latin typeface="Source Sans Pro" panose="020B0503030403020204" pitchFamily="34" charset="0"/>
                <a:ea typeface="Source Sans Pro" panose="020B0503030403020204" pitchFamily="34" charset="0"/>
                <a:sym typeface="Source Sans Pro Light"/>
              </a:rPr>
              <a:t>Kaiāulu</a:t>
            </a:r>
            <a:r>
              <a:rPr lang="en-US" dirty="0">
                <a:solidFill>
                  <a:srgbClr val="628DB5"/>
                </a:solidFill>
              </a:rPr>
              <a:t> Architecture</a:t>
            </a:r>
            <a:endParaRPr dirty="0">
              <a:solidFill>
                <a:srgbClr val="628DB5"/>
              </a:solidFill>
            </a:endParaRPr>
          </a:p>
        </p:txBody>
      </p:sp>
      <p:sp>
        <p:nvSpPr>
          <p:cNvPr id="487" name="Line">
            <a:extLst>
              <a:ext uri="{FF2B5EF4-FFF2-40B4-BE49-F238E27FC236}">
                <a16:creationId xmlns:a16="http://schemas.microsoft.com/office/drawing/2014/main" id="{2533525F-5E52-3D56-F16D-662BB08279C4}"/>
              </a:ext>
            </a:extLst>
          </p:cNvPr>
          <p:cNvSpPr/>
          <p:nvPr/>
        </p:nvSpPr>
        <p:spPr>
          <a:xfrm flipV="1">
            <a:off x="3279594" y="1676220"/>
            <a:ext cx="7572479"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88" name="Line">
            <a:extLst>
              <a:ext uri="{FF2B5EF4-FFF2-40B4-BE49-F238E27FC236}">
                <a16:creationId xmlns:a16="http://schemas.microsoft.com/office/drawing/2014/main" id="{A54A9DA0-38A0-7691-5D6A-1629A6B070A4}"/>
              </a:ext>
            </a:extLst>
          </p:cNvPr>
          <p:cNvSpPr/>
          <p:nvPr/>
        </p:nvSpPr>
        <p:spPr>
          <a:xfrm flipV="1">
            <a:off x="154511" y="1675325"/>
            <a:ext cx="2578737" cy="1176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89" name="Layout Suggestions">
            <a:extLst>
              <a:ext uri="{FF2B5EF4-FFF2-40B4-BE49-F238E27FC236}">
                <a16:creationId xmlns:a16="http://schemas.microsoft.com/office/drawing/2014/main" id="{B931AC5E-B355-C720-507D-03CB98BD1F0A}"/>
              </a:ext>
            </a:extLst>
          </p:cNvPr>
          <p:cNvSpPr txBox="1"/>
          <p:nvPr/>
        </p:nvSpPr>
        <p:spPr>
          <a:xfrm>
            <a:off x="10991088" y="7303173"/>
            <a:ext cx="2229592"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Module API</a:t>
            </a:r>
          </a:p>
        </p:txBody>
      </p:sp>
      <p:sp>
        <p:nvSpPr>
          <p:cNvPr id="490" name="TextBox 489">
            <a:extLst>
              <a:ext uri="{FF2B5EF4-FFF2-40B4-BE49-F238E27FC236}">
                <a16:creationId xmlns:a16="http://schemas.microsoft.com/office/drawing/2014/main" id="{780FD560-5368-1D29-9368-F6837C7B99CB}"/>
              </a:ext>
            </a:extLst>
          </p:cNvPr>
          <p:cNvSpPr txBox="1"/>
          <p:nvPr/>
        </p:nvSpPr>
        <p:spPr>
          <a:xfrm>
            <a:off x="10963656" y="7646088"/>
            <a:ext cx="2912948" cy="142851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Due to the direct 1-to-1 relationship between the data schema and the modules, understanding the schema clarifies the modules themselves. Familiarity with these modules allows users to easily identify which functions in the code interact with specific tables from any given data source.</a:t>
            </a:r>
          </a:p>
        </p:txBody>
      </p:sp>
      <p:grpSp>
        <p:nvGrpSpPr>
          <p:cNvPr id="493" name="Group 492">
            <a:extLst>
              <a:ext uri="{FF2B5EF4-FFF2-40B4-BE49-F238E27FC236}">
                <a16:creationId xmlns:a16="http://schemas.microsoft.com/office/drawing/2014/main" id="{3172B16D-9C44-34D7-F22F-65D13B9C8A6D}"/>
              </a:ext>
            </a:extLst>
          </p:cNvPr>
          <p:cNvGrpSpPr/>
          <p:nvPr/>
        </p:nvGrpSpPr>
        <p:grpSpPr>
          <a:xfrm>
            <a:off x="12323350" y="9350329"/>
            <a:ext cx="402223" cy="555701"/>
            <a:chOff x="3294361" y="6407053"/>
            <a:chExt cx="533835" cy="690603"/>
          </a:xfrm>
        </p:grpSpPr>
        <p:sp>
          <p:nvSpPr>
            <p:cNvPr id="494" name="Rectangle 493">
              <a:extLst>
                <a:ext uri="{FF2B5EF4-FFF2-40B4-BE49-F238E27FC236}">
                  <a16:creationId xmlns:a16="http://schemas.microsoft.com/office/drawing/2014/main" id="{95C2CB44-198C-9D5C-8C1D-9A28D127255C}"/>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5" name="Rectangle 494">
              <a:extLst>
                <a:ext uri="{FF2B5EF4-FFF2-40B4-BE49-F238E27FC236}">
                  <a16:creationId xmlns:a16="http://schemas.microsoft.com/office/drawing/2014/main" id="{F401CC7D-60D9-8C25-5B12-B729B90C72F3}"/>
                </a:ext>
              </a:extLst>
            </p:cNvPr>
            <p:cNvSpPr/>
            <p:nvPr/>
          </p:nvSpPr>
          <p:spPr>
            <a:xfrm>
              <a:off x="3578728" y="6407485"/>
              <a:ext cx="249468"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1446" name="Rectangle 1445">
            <a:extLst>
              <a:ext uri="{FF2B5EF4-FFF2-40B4-BE49-F238E27FC236}">
                <a16:creationId xmlns:a16="http://schemas.microsoft.com/office/drawing/2014/main" id="{5150CDE1-E4A7-13B4-FB01-9418E219610D}"/>
              </a:ext>
            </a:extLst>
          </p:cNvPr>
          <p:cNvSpPr/>
          <p:nvPr/>
        </p:nvSpPr>
        <p:spPr>
          <a:xfrm>
            <a:off x="11805995" y="9248875"/>
            <a:ext cx="353255" cy="273608"/>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56" name="Rectangle 1455">
            <a:extLst>
              <a:ext uri="{FF2B5EF4-FFF2-40B4-BE49-F238E27FC236}">
                <a16:creationId xmlns:a16="http://schemas.microsoft.com/office/drawing/2014/main" id="{2B9319D4-C80C-9C5F-0395-D6EC8B91AC8E}"/>
              </a:ext>
            </a:extLst>
          </p:cNvPr>
          <p:cNvSpPr/>
          <p:nvPr/>
        </p:nvSpPr>
        <p:spPr>
          <a:xfrm>
            <a:off x="11805995" y="9248875"/>
            <a:ext cx="107667" cy="7947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71" name="Rectangle 1470">
            <a:extLst>
              <a:ext uri="{FF2B5EF4-FFF2-40B4-BE49-F238E27FC236}">
                <a16:creationId xmlns:a16="http://schemas.microsoft.com/office/drawing/2014/main" id="{0559CFF8-7DD0-9426-1C78-2461D5D861D8}"/>
              </a:ext>
            </a:extLst>
          </p:cNvPr>
          <p:cNvSpPr/>
          <p:nvPr/>
        </p:nvSpPr>
        <p:spPr>
          <a:xfrm>
            <a:off x="11240049" y="9158014"/>
            <a:ext cx="353255" cy="27223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2" name="Line">
            <a:extLst>
              <a:ext uri="{FF2B5EF4-FFF2-40B4-BE49-F238E27FC236}">
                <a16:creationId xmlns:a16="http://schemas.microsoft.com/office/drawing/2014/main" id="{667046C8-ED3F-1962-AA82-9A7609183F93}"/>
              </a:ext>
            </a:extLst>
          </p:cNvPr>
          <p:cNvSpPr/>
          <p:nvPr/>
        </p:nvSpPr>
        <p:spPr>
          <a:xfrm flipV="1">
            <a:off x="11000867" y="2036134"/>
            <a:ext cx="2875737" cy="1266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3" name="Line">
            <a:extLst>
              <a:ext uri="{FF2B5EF4-FFF2-40B4-BE49-F238E27FC236}">
                <a16:creationId xmlns:a16="http://schemas.microsoft.com/office/drawing/2014/main" id="{BB314421-2F16-042B-F3C1-E6CCB0528088}"/>
              </a:ext>
            </a:extLst>
          </p:cNvPr>
          <p:cNvSpPr/>
          <p:nvPr/>
        </p:nvSpPr>
        <p:spPr>
          <a:xfrm>
            <a:off x="11003167" y="7650596"/>
            <a:ext cx="2833925" cy="21347"/>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pic>
        <p:nvPicPr>
          <p:cNvPr id="1458" name="Graphic 1457" descr="User with solid fill">
            <a:extLst>
              <a:ext uri="{FF2B5EF4-FFF2-40B4-BE49-F238E27FC236}">
                <a16:creationId xmlns:a16="http://schemas.microsoft.com/office/drawing/2014/main" id="{7FB95138-F170-E3BF-8D2A-87E595DDCFA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151431" y="8389823"/>
            <a:ext cx="1893472" cy="1893472"/>
          </a:xfrm>
          <a:prstGeom prst="rect">
            <a:avLst/>
          </a:prstGeom>
        </p:spPr>
      </p:pic>
      <p:sp>
        <p:nvSpPr>
          <p:cNvPr id="1462" name="Rectangle 1461">
            <a:extLst>
              <a:ext uri="{FF2B5EF4-FFF2-40B4-BE49-F238E27FC236}">
                <a16:creationId xmlns:a16="http://schemas.microsoft.com/office/drawing/2014/main" id="{C5803A10-E301-6837-2912-48D5B639785E}"/>
              </a:ext>
            </a:extLst>
          </p:cNvPr>
          <p:cNvSpPr/>
          <p:nvPr/>
        </p:nvSpPr>
        <p:spPr>
          <a:xfrm>
            <a:off x="6146149" y="8378170"/>
            <a:ext cx="1897816" cy="1756090"/>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63" name="Rectangle 1462">
            <a:extLst>
              <a:ext uri="{FF2B5EF4-FFF2-40B4-BE49-F238E27FC236}">
                <a16:creationId xmlns:a16="http://schemas.microsoft.com/office/drawing/2014/main" id="{324BEC0E-C360-6448-C96A-80A63E722844}"/>
              </a:ext>
            </a:extLst>
          </p:cNvPr>
          <p:cNvSpPr/>
          <p:nvPr/>
        </p:nvSpPr>
        <p:spPr>
          <a:xfrm>
            <a:off x="12981842" y="9762623"/>
            <a:ext cx="359684" cy="35971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464" name="Graphic 1463" descr="User with solid fill">
            <a:extLst>
              <a:ext uri="{FF2B5EF4-FFF2-40B4-BE49-F238E27FC236}">
                <a16:creationId xmlns:a16="http://schemas.microsoft.com/office/drawing/2014/main" id="{A3898669-843C-DD41-5612-CA347EF4CFB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2985989" y="9775342"/>
            <a:ext cx="378214" cy="378214"/>
          </a:xfrm>
          <a:prstGeom prst="rect">
            <a:avLst/>
          </a:prstGeom>
        </p:spPr>
      </p:pic>
      <p:cxnSp>
        <p:nvCxnSpPr>
          <p:cNvPr id="44" name="Straight Connector 43">
            <a:extLst>
              <a:ext uri="{FF2B5EF4-FFF2-40B4-BE49-F238E27FC236}">
                <a16:creationId xmlns:a16="http://schemas.microsoft.com/office/drawing/2014/main" id="{9E41D43E-D5E9-D083-FE68-6A30DF4CC1A1}"/>
              </a:ext>
            </a:extLst>
          </p:cNvPr>
          <p:cNvCxnSpPr>
            <a:cxnSpLocks/>
            <a:endCxn id="1456" idx="0"/>
          </p:cNvCxnSpPr>
          <p:nvPr/>
        </p:nvCxnSpPr>
        <p:spPr>
          <a:xfrm>
            <a:off x="11240049" y="9158014"/>
            <a:ext cx="619780" cy="9086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4" name="Straight Connector 53">
            <a:extLst>
              <a:ext uri="{FF2B5EF4-FFF2-40B4-BE49-F238E27FC236}">
                <a16:creationId xmlns:a16="http://schemas.microsoft.com/office/drawing/2014/main" id="{1C81AA3D-9443-1FC4-8CE8-CAB376800DD3}"/>
              </a:ext>
            </a:extLst>
          </p:cNvPr>
          <p:cNvCxnSpPr>
            <a:cxnSpLocks/>
          </p:cNvCxnSpPr>
          <p:nvPr/>
        </p:nvCxnSpPr>
        <p:spPr>
          <a:xfrm>
            <a:off x="11593304" y="9162845"/>
            <a:ext cx="565946" cy="8323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5" name="Straight Connector 1344">
            <a:extLst>
              <a:ext uri="{FF2B5EF4-FFF2-40B4-BE49-F238E27FC236}">
                <a16:creationId xmlns:a16="http://schemas.microsoft.com/office/drawing/2014/main" id="{3349613F-9176-7D7E-F283-67BB48C91D5F}"/>
              </a:ext>
            </a:extLst>
          </p:cNvPr>
          <p:cNvCxnSpPr>
            <a:cxnSpLocks/>
          </p:cNvCxnSpPr>
          <p:nvPr/>
        </p:nvCxnSpPr>
        <p:spPr>
          <a:xfrm>
            <a:off x="11240049" y="9430253"/>
            <a:ext cx="556015" cy="8693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6" name="Straight Connector 1345">
            <a:extLst>
              <a:ext uri="{FF2B5EF4-FFF2-40B4-BE49-F238E27FC236}">
                <a16:creationId xmlns:a16="http://schemas.microsoft.com/office/drawing/2014/main" id="{0217FA99-D037-6B31-A150-A6CCF4CBD943}"/>
              </a:ext>
            </a:extLst>
          </p:cNvPr>
          <p:cNvCxnSpPr>
            <a:cxnSpLocks/>
          </p:cNvCxnSpPr>
          <p:nvPr/>
        </p:nvCxnSpPr>
        <p:spPr>
          <a:xfrm>
            <a:off x="11593304" y="9430253"/>
            <a:ext cx="565946" cy="9223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7" name="Straight Connector 1346">
            <a:extLst>
              <a:ext uri="{FF2B5EF4-FFF2-40B4-BE49-F238E27FC236}">
                <a16:creationId xmlns:a16="http://schemas.microsoft.com/office/drawing/2014/main" id="{7C81BB9D-391C-963A-AADF-D34BC2E66925}"/>
              </a:ext>
            </a:extLst>
          </p:cNvPr>
          <p:cNvCxnSpPr>
            <a:cxnSpLocks/>
          </p:cNvCxnSpPr>
          <p:nvPr/>
        </p:nvCxnSpPr>
        <p:spPr>
          <a:xfrm>
            <a:off x="11805995" y="9246084"/>
            <a:ext cx="526408" cy="10459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1238F5D0-0589-69C5-E793-F283E4ED471F}"/>
              </a:ext>
            </a:extLst>
          </p:cNvPr>
          <p:cNvCxnSpPr>
            <a:cxnSpLocks/>
          </p:cNvCxnSpPr>
          <p:nvPr/>
        </p:nvCxnSpPr>
        <p:spPr>
          <a:xfrm>
            <a:off x="12157844" y="9248135"/>
            <a:ext cx="579086" cy="1025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8" name="Straight Connector 1377">
            <a:extLst>
              <a:ext uri="{FF2B5EF4-FFF2-40B4-BE49-F238E27FC236}">
                <a16:creationId xmlns:a16="http://schemas.microsoft.com/office/drawing/2014/main" id="{0C676A12-B475-3EEC-DC32-28CC739F01F8}"/>
              </a:ext>
            </a:extLst>
          </p:cNvPr>
          <p:cNvCxnSpPr>
            <a:cxnSpLocks/>
          </p:cNvCxnSpPr>
          <p:nvPr/>
        </p:nvCxnSpPr>
        <p:spPr>
          <a:xfrm>
            <a:off x="11805995" y="9521695"/>
            <a:ext cx="523743" cy="38741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82" name="Straight Connector 1381">
            <a:extLst>
              <a:ext uri="{FF2B5EF4-FFF2-40B4-BE49-F238E27FC236}">
                <a16:creationId xmlns:a16="http://schemas.microsoft.com/office/drawing/2014/main" id="{1A0C07E5-19C1-1C0E-4933-52EB2C8B91E8}"/>
              </a:ext>
            </a:extLst>
          </p:cNvPr>
          <p:cNvCxnSpPr>
            <a:cxnSpLocks/>
          </p:cNvCxnSpPr>
          <p:nvPr/>
        </p:nvCxnSpPr>
        <p:spPr>
          <a:xfrm>
            <a:off x="12153189" y="9522483"/>
            <a:ext cx="583741" cy="39195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99" name="Straight Connector 1398">
            <a:extLst>
              <a:ext uri="{FF2B5EF4-FFF2-40B4-BE49-F238E27FC236}">
                <a16:creationId xmlns:a16="http://schemas.microsoft.com/office/drawing/2014/main" id="{F506A204-3C80-1B8A-EA8E-10E91BB2EE9D}"/>
              </a:ext>
            </a:extLst>
          </p:cNvPr>
          <p:cNvCxnSpPr>
            <a:cxnSpLocks/>
          </p:cNvCxnSpPr>
          <p:nvPr/>
        </p:nvCxnSpPr>
        <p:spPr>
          <a:xfrm>
            <a:off x="12319074" y="9350675"/>
            <a:ext cx="663313" cy="41745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05" name="Straight Connector 1404">
            <a:extLst>
              <a:ext uri="{FF2B5EF4-FFF2-40B4-BE49-F238E27FC236}">
                <a16:creationId xmlns:a16="http://schemas.microsoft.com/office/drawing/2014/main" id="{F219760B-A85F-FA24-B0C2-442C1DC78E76}"/>
              </a:ext>
            </a:extLst>
          </p:cNvPr>
          <p:cNvCxnSpPr>
            <a:cxnSpLocks/>
          </p:cNvCxnSpPr>
          <p:nvPr/>
        </p:nvCxnSpPr>
        <p:spPr>
          <a:xfrm>
            <a:off x="12327072" y="9909110"/>
            <a:ext cx="655808" cy="2183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6" name="Straight Connector 455">
            <a:extLst>
              <a:ext uri="{FF2B5EF4-FFF2-40B4-BE49-F238E27FC236}">
                <a16:creationId xmlns:a16="http://schemas.microsoft.com/office/drawing/2014/main" id="{C3FBBB46-307D-E130-6A08-59D090C528F9}"/>
              </a:ext>
            </a:extLst>
          </p:cNvPr>
          <p:cNvCxnSpPr>
            <a:cxnSpLocks/>
          </p:cNvCxnSpPr>
          <p:nvPr/>
        </p:nvCxnSpPr>
        <p:spPr>
          <a:xfrm>
            <a:off x="12736930" y="9350675"/>
            <a:ext cx="605846" cy="41918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9" name="Straight Connector 458">
            <a:extLst>
              <a:ext uri="{FF2B5EF4-FFF2-40B4-BE49-F238E27FC236}">
                <a16:creationId xmlns:a16="http://schemas.microsoft.com/office/drawing/2014/main" id="{E93F53DA-79E4-D1A1-670D-C50A63368F98}"/>
              </a:ext>
            </a:extLst>
          </p:cNvPr>
          <p:cNvCxnSpPr>
            <a:cxnSpLocks/>
          </p:cNvCxnSpPr>
          <p:nvPr/>
        </p:nvCxnSpPr>
        <p:spPr>
          <a:xfrm>
            <a:off x="12736930" y="9906444"/>
            <a:ext cx="602987" cy="21361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452" name="TextBox 451">
            <a:extLst>
              <a:ext uri="{FF2B5EF4-FFF2-40B4-BE49-F238E27FC236}">
                <a16:creationId xmlns:a16="http://schemas.microsoft.com/office/drawing/2014/main" id="{C1855E44-740E-DE04-64FF-97B6619AC041}"/>
              </a:ext>
            </a:extLst>
          </p:cNvPr>
          <p:cNvSpPr txBox="1"/>
          <p:nvPr/>
        </p:nvSpPr>
        <p:spPr>
          <a:xfrm>
            <a:off x="10961515" y="2307422"/>
            <a:ext cx="2930010" cy="75140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Within the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mwb</a:t>
            </a:r>
            <a:r>
              <a:rPr lang="en-US" sz="1000" b="0" dirty="0">
                <a:solidFill>
                  <a:schemeClr val="bg2">
                    <a:lumMod val="10000"/>
                  </a:schemeClr>
                </a:solidFill>
                <a:latin typeface="Source Sans Pro" panose="020B0503030403020204" pitchFamily="34" charset="0"/>
                <a:ea typeface="Source Sans Pro" panose="020B0503030403020204" pitchFamily="34" charset="0"/>
              </a:rPr>
              <a:t> file, locating the columns used to connect tables is straightforward. Hovering the cursor over a connection or a table reveals the necessary column details.</a:t>
            </a:r>
          </a:p>
        </p:txBody>
      </p:sp>
      <p:grpSp>
        <p:nvGrpSpPr>
          <p:cNvPr id="453" name="Group 452">
            <a:extLst>
              <a:ext uri="{FF2B5EF4-FFF2-40B4-BE49-F238E27FC236}">
                <a16:creationId xmlns:a16="http://schemas.microsoft.com/office/drawing/2014/main" id="{E44D8089-BABD-B68D-2A9C-FEA4804E01DD}"/>
              </a:ext>
            </a:extLst>
          </p:cNvPr>
          <p:cNvGrpSpPr/>
          <p:nvPr/>
        </p:nvGrpSpPr>
        <p:grpSpPr>
          <a:xfrm>
            <a:off x="11449387" y="3095736"/>
            <a:ext cx="1763725" cy="931206"/>
            <a:chOff x="3243530" y="3828629"/>
            <a:chExt cx="1763725" cy="931206"/>
          </a:xfrm>
        </p:grpSpPr>
        <p:sp>
          <p:nvSpPr>
            <p:cNvPr id="454" name="Rectangle 453">
              <a:extLst>
                <a:ext uri="{FF2B5EF4-FFF2-40B4-BE49-F238E27FC236}">
                  <a16:creationId xmlns:a16="http://schemas.microsoft.com/office/drawing/2014/main" id="{2382AB7C-509E-1E01-7635-7ECD2F854B1F}"/>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5" name="Rectangle 454">
              <a:extLst>
                <a:ext uri="{FF2B5EF4-FFF2-40B4-BE49-F238E27FC236}">
                  <a16:creationId xmlns:a16="http://schemas.microsoft.com/office/drawing/2014/main" id="{FFFED2D4-C49C-FACD-7D05-3F79E4E45D0C}"/>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7" name="Rectangle 456">
              <a:extLst>
                <a:ext uri="{FF2B5EF4-FFF2-40B4-BE49-F238E27FC236}">
                  <a16:creationId xmlns:a16="http://schemas.microsoft.com/office/drawing/2014/main" id="{39470F8F-DA35-D751-883A-05C168C0EBF4}"/>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58" name="Rectangle 457">
              <a:extLst>
                <a:ext uri="{FF2B5EF4-FFF2-40B4-BE49-F238E27FC236}">
                  <a16:creationId xmlns:a16="http://schemas.microsoft.com/office/drawing/2014/main" id="{B3F82F66-15DE-2B59-6AB4-429FE53724CF}"/>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0" name="Elbow Connector 1353">
              <a:extLst>
                <a:ext uri="{FF2B5EF4-FFF2-40B4-BE49-F238E27FC236}">
                  <a16:creationId xmlns:a16="http://schemas.microsoft.com/office/drawing/2014/main" id="{34E01256-ABEA-CBF0-C599-703E52474C8D}"/>
                </a:ext>
              </a:extLst>
            </p:cNvPr>
            <p:cNvCxnSpPr>
              <a:cxnSpLocks/>
              <a:endCxn id="45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1" name="Elbow Connector 1356">
              <a:extLst>
                <a:ext uri="{FF2B5EF4-FFF2-40B4-BE49-F238E27FC236}">
                  <a16:creationId xmlns:a16="http://schemas.microsoft.com/office/drawing/2014/main" id="{DC6E93EE-477B-83C5-1E81-830CE71C98C2}"/>
                </a:ext>
              </a:extLst>
            </p:cNvPr>
            <p:cNvCxnSpPr>
              <a:cxnSpLocks/>
              <a:stCxn id="455" idx="3"/>
              <a:endCxn id="458"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2" name="Elbow Connector 1361">
              <a:extLst>
                <a:ext uri="{FF2B5EF4-FFF2-40B4-BE49-F238E27FC236}">
                  <a16:creationId xmlns:a16="http://schemas.microsoft.com/office/drawing/2014/main" id="{29B70540-8C88-E9CD-65A8-5A6EA9113FDB}"/>
                </a:ext>
              </a:extLst>
            </p:cNvPr>
            <p:cNvCxnSpPr>
              <a:cxnSpLocks/>
              <a:stCxn id="455" idx="2"/>
              <a:endCxn id="45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63" name="Rectangle 462">
              <a:extLst>
                <a:ext uri="{FF2B5EF4-FFF2-40B4-BE49-F238E27FC236}">
                  <a16:creationId xmlns:a16="http://schemas.microsoft.com/office/drawing/2014/main" id="{1A9EC40A-566D-BBD0-BFE3-D3AA5788D93C}"/>
                </a:ext>
              </a:extLst>
            </p:cNvPr>
            <p:cNvSpPr/>
            <p:nvPr/>
          </p:nvSpPr>
          <p:spPr>
            <a:xfrm>
              <a:off x="324361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4" name="Rectangle 463">
              <a:extLst>
                <a:ext uri="{FF2B5EF4-FFF2-40B4-BE49-F238E27FC236}">
                  <a16:creationId xmlns:a16="http://schemas.microsoft.com/office/drawing/2014/main" id="{9D15C81B-D387-C7F4-2C13-362299CBD939}"/>
                </a:ext>
              </a:extLst>
            </p:cNvPr>
            <p:cNvSpPr/>
            <p:nvPr/>
          </p:nvSpPr>
          <p:spPr>
            <a:xfrm>
              <a:off x="3853372" y="41906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7" name="Rectangle 466">
              <a:extLst>
                <a:ext uri="{FF2B5EF4-FFF2-40B4-BE49-F238E27FC236}">
                  <a16:creationId xmlns:a16="http://schemas.microsoft.com/office/drawing/2014/main" id="{6B913E80-F08C-78EB-12B5-AB16CFD298A9}"/>
                </a:ext>
              </a:extLst>
            </p:cNvPr>
            <p:cNvSpPr/>
            <p:nvPr/>
          </p:nvSpPr>
          <p:spPr>
            <a:xfrm>
              <a:off x="4540811" y="442103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9" name="Rectangle 468">
              <a:extLst>
                <a:ext uri="{FF2B5EF4-FFF2-40B4-BE49-F238E27FC236}">
                  <a16:creationId xmlns:a16="http://schemas.microsoft.com/office/drawing/2014/main" id="{132268EB-F316-E010-9C10-73F970F98F4B}"/>
                </a:ext>
              </a:extLst>
            </p:cNvPr>
            <p:cNvSpPr/>
            <p:nvPr/>
          </p:nvSpPr>
          <p:spPr>
            <a:xfrm>
              <a:off x="4524401" y="3865553"/>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470" name="Manipulate Variables">
            <a:extLst>
              <a:ext uri="{FF2B5EF4-FFF2-40B4-BE49-F238E27FC236}">
                <a16:creationId xmlns:a16="http://schemas.microsoft.com/office/drawing/2014/main" id="{CC43754D-02C8-D567-0C70-3F5A442ABD7D}"/>
              </a:ext>
            </a:extLst>
          </p:cNvPr>
          <p:cNvSpPr txBox="1"/>
          <p:nvPr/>
        </p:nvSpPr>
        <p:spPr>
          <a:xfrm>
            <a:off x="10988948" y="2091644"/>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Identifying Connections</a:t>
            </a:r>
          </a:p>
        </p:txBody>
      </p:sp>
      <p:sp>
        <p:nvSpPr>
          <p:cNvPr id="475" name="Line">
            <a:extLst>
              <a:ext uri="{FF2B5EF4-FFF2-40B4-BE49-F238E27FC236}">
                <a16:creationId xmlns:a16="http://schemas.microsoft.com/office/drawing/2014/main" id="{9F65BB6B-5F20-7C6E-4F04-CB225F8C278E}"/>
              </a:ext>
            </a:extLst>
          </p:cNvPr>
          <p:cNvSpPr/>
          <p:nvPr/>
        </p:nvSpPr>
        <p:spPr>
          <a:xfrm flipV="1">
            <a:off x="132854" y="3250712"/>
            <a:ext cx="2578737" cy="1176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108363202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F97D9-A231-446F-ED05-99E5D096ED8B}"/>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E4752EBF-22AB-92F2-FFB7-FD582D91BE07}"/>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E9DD102F-C398-0F9C-E850-90B808F32B24}"/>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83A34174-6310-EC25-51BD-C59EE03FB8AA}"/>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2DAE9B21-F8DD-B629-E427-C45BDF485B8A}"/>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Schema</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B79F15E0-624D-B30D-DCDE-18C45727C336}"/>
              </a:ext>
            </a:extLst>
          </p:cNvPr>
          <p:cNvSpPr txBox="1"/>
          <p:nvPr/>
        </p:nvSpPr>
        <p:spPr>
          <a:xfrm>
            <a:off x="119175" y="1385942"/>
            <a:ext cx="13497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solidFill>
                  <a:srgbClr val="628DB5"/>
                </a:solidFill>
              </a:rPr>
              <a:t>About</a:t>
            </a:r>
            <a:endParaRPr dirty="0">
              <a:solidFill>
                <a:srgbClr val="628DB5"/>
              </a:solidFill>
            </a:endParaRPr>
          </a:p>
        </p:txBody>
      </p:sp>
      <p:pic>
        <p:nvPicPr>
          <p:cNvPr id="8" name="Picture 7" descr="A picture containing text&#10;&#10;Description automatically generated">
            <a:extLst>
              <a:ext uri="{FF2B5EF4-FFF2-40B4-BE49-F238E27FC236}">
                <a16:creationId xmlns:a16="http://schemas.microsoft.com/office/drawing/2014/main" id="{20698A5D-673C-46AC-4E8B-ADDD1F6F74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55416843-3A4F-1ADE-2AB8-2B593E928BCE}"/>
              </a:ext>
            </a:extLst>
          </p:cNvPr>
          <p:cNvSpPr txBox="1"/>
          <p:nvPr/>
        </p:nvSpPr>
        <p:spPr>
          <a:xfrm>
            <a:off x="78475" y="1677025"/>
            <a:ext cx="2740629"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combining of multiple sources, such as Git, Jira, and GitHub for analysis. This cheat sheet showcases the data schema for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facilitates identifying how to combine data sources of interest to the user.</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3C90F680-4D71-AFBC-DCEA-DEF35D1F7265}"/>
              </a:ext>
            </a:extLst>
          </p:cNvPr>
          <p:cNvSpPr txBox="1"/>
          <p:nvPr/>
        </p:nvSpPr>
        <p:spPr>
          <a:xfrm>
            <a:off x="7739660" y="1035871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8" name="Layout Suggestions">
            <a:extLst>
              <a:ext uri="{FF2B5EF4-FFF2-40B4-BE49-F238E27FC236}">
                <a16:creationId xmlns:a16="http://schemas.microsoft.com/office/drawing/2014/main" id="{7533E3EA-DA79-D8D4-93C9-F7D4153D4636}"/>
              </a:ext>
            </a:extLst>
          </p:cNvPr>
          <p:cNvSpPr txBox="1"/>
          <p:nvPr/>
        </p:nvSpPr>
        <p:spPr>
          <a:xfrm>
            <a:off x="10988902" y="1388329"/>
            <a:ext cx="1748028" cy="64780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p:txBody>
      </p:sp>
      <p:sp>
        <p:nvSpPr>
          <p:cNvPr id="60" name="Layout Suggestions">
            <a:extLst>
              <a:ext uri="{FF2B5EF4-FFF2-40B4-BE49-F238E27FC236}">
                <a16:creationId xmlns:a16="http://schemas.microsoft.com/office/drawing/2014/main" id="{9A06B930-1595-EE62-4DB2-A01DE25E85B8}"/>
              </a:ext>
            </a:extLst>
          </p:cNvPr>
          <p:cNvSpPr txBox="1"/>
          <p:nvPr/>
        </p:nvSpPr>
        <p:spPr>
          <a:xfrm>
            <a:off x="117935" y="2925634"/>
            <a:ext cx="2990314"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Layers</a:t>
            </a:r>
          </a:p>
        </p:txBody>
      </p:sp>
      <p:sp>
        <p:nvSpPr>
          <p:cNvPr id="61" name="TextBox 60">
            <a:extLst>
              <a:ext uri="{FF2B5EF4-FFF2-40B4-BE49-F238E27FC236}">
                <a16:creationId xmlns:a16="http://schemas.microsoft.com/office/drawing/2014/main" id="{2A0947A4-1AC4-25CF-366B-0F06A77CC5C0}"/>
              </a:ext>
            </a:extLst>
          </p:cNvPr>
          <p:cNvSpPr txBox="1"/>
          <p:nvPr/>
        </p:nvSpPr>
        <p:spPr>
          <a:xfrm>
            <a:off x="82518" y="8965913"/>
            <a:ext cx="2308743" cy="111817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The User Layer </a:t>
            </a:r>
            <a: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t>provides tools</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like </a:t>
            </a:r>
            <a:r>
              <a:rPr lang="en-US" sz="1000" dirty="0">
                <a:solidFill>
                  <a:schemeClr val="bg2">
                    <a:lumMod val="10000"/>
                  </a:schemeClr>
                </a:solidFill>
                <a:latin typeface="Source Sans Pro" panose="020B0503030403020204" pitchFamily="34" charset="0"/>
                <a:ea typeface="Source Sans Pro" panose="020B0503030403020204" pitchFamily="34" charset="0"/>
                <a:sym typeface="Source Sans Pro Light"/>
              </a:rPr>
              <a:t>Notebooks</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and </a:t>
            </a:r>
            <a:r>
              <a:rPr lang="en-US" sz="1000" dirty="0">
                <a:solidFill>
                  <a:schemeClr val="bg2">
                    <a:lumMod val="10000"/>
                  </a:schemeClr>
                </a:solidFill>
                <a:latin typeface="Source Sans Pro" panose="020B0503030403020204" pitchFamily="34" charset="0"/>
                <a:ea typeface="Source Sans Pro" panose="020B0503030403020204" pitchFamily="34" charset="0"/>
                <a:sym typeface="Source Sans Pro Light"/>
              </a:rPr>
              <a:t>exec scripts</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act as accessible entry points to the tools within the Module Layer. This connection lets users easily run analyses without needing to navigate the complex underlying code.</a:t>
            </a:r>
            <a:endParaRPr lang="en-US" sz="1000" b="0" dirty="0">
              <a:solidFill>
                <a:schemeClr val="bg2">
                  <a:lumMod val="10000"/>
                </a:schemeClr>
              </a:solidFill>
              <a:latin typeface="Source Sans Pro" panose="020B0503030403020204" pitchFamily="34" charset="0"/>
              <a:ea typeface="Source Sans Pro" panose="020B0503030403020204" pitchFamily="34" charset="0"/>
            </a:endParaRPr>
          </a:p>
        </p:txBody>
      </p:sp>
      <p:cxnSp>
        <p:nvCxnSpPr>
          <p:cNvPr id="38" name="Straight Connector 37">
            <a:extLst>
              <a:ext uri="{FF2B5EF4-FFF2-40B4-BE49-F238E27FC236}">
                <a16:creationId xmlns:a16="http://schemas.microsoft.com/office/drawing/2014/main" id="{D6EB53A2-8C74-71D4-B689-9FCE503AE5EF}"/>
              </a:ext>
            </a:extLst>
          </p:cNvPr>
          <p:cNvCxnSpPr>
            <a:cxnSpLocks/>
          </p:cNvCxnSpPr>
          <p:nvPr/>
        </p:nvCxnSpPr>
        <p:spPr>
          <a:xfrm>
            <a:off x="9263005" y="4756581"/>
            <a:ext cx="378975" cy="91856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6" name="Rectangle 35">
            <a:extLst>
              <a:ext uri="{FF2B5EF4-FFF2-40B4-BE49-F238E27FC236}">
                <a16:creationId xmlns:a16="http://schemas.microsoft.com/office/drawing/2014/main" id="{7FCEF0AE-A9E9-4FC0-E025-7851AD3F160D}"/>
              </a:ext>
            </a:extLst>
          </p:cNvPr>
          <p:cNvSpPr/>
          <p:nvPr/>
        </p:nvSpPr>
        <p:spPr>
          <a:xfrm>
            <a:off x="8669346" y="2414451"/>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491" name="Group 490">
            <a:extLst>
              <a:ext uri="{FF2B5EF4-FFF2-40B4-BE49-F238E27FC236}">
                <a16:creationId xmlns:a16="http://schemas.microsoft.com/office/drawing/2014/main" id="{52AAE203-A0A8-E59C-A5A2-17754C9E61F9}"/>
              </a:ext>
            </a:extLst>
          </p:cNvPr>
          <p:cNvGrpSpPr/>
          <p:nvPr/>
        </p:nvGrpSpPr>
        <p:grpSpPr>
          <a:xfrm>
            <a:off x="9646542" y="4896232"/>
            <a:ext cx="1335498" cy="782062"/>
            <a:chOff x="8698604" y="5125201"/>
            <a:chExt cx="1335498" cy="782062"/>
          </a:xfrm>
        </p:grpSpPr>
        <p:sp>
          <p:nvSpPr>
            <p:cNvPr id="52" name="Rectangle 51">
              <a:extLst>
                <a:ext uri="{FF2B5EF4-FFF2-40B4-BE49-F238E27FC236}">
                  <a16:creationId xmlns:a16="http://schemas.microsoft.com/office/drawing/2014/main" id="{0110E4BC-F9EF-4CD0-350A-CB81DEF70341}"/>
                </a:ext>
              </a:extLst>
            </p:cNvPr>
            <p:cNvSpPr/>
            <p:nvPr/>
          </p:nvSpPr>
          <p:spPr>
            <a:xfrm>
              <a:off x="9217110" y="5147053"/>
              <a:ext cx="752708"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7E0EC26A-BB1E-9881-86FB-9019CC3B7ABB}"/>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0976E7B6-DA33-7ED9-20DC-78E1C1204FE0}"/>
                </a:ext>
              </a:extLst>
            </p:cNvPr>
            <p:cNvSpPr txBox="1"/>
            <p:nvPr/>
          </p:nvSpPr>
          <p:spPr>
            <a:xfrm>
              <a:off x="9123325" y="5125201"/>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61220E84-90B7-F75B-FBDE-7B514CAA86BA}"/>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AB2A74F2-BEFB-3EC3-96CD-02DEFFB78335}"/>
              </a:ext>
            </a:extLst>
          </p:cNvPr>
          <p:cNvGrpSpPr/>
          <p:nvPr/>
        </p:nvGrpSpPr>
        <p:grpSpPr>
          <a:xfrm>
            <a:off x="9258043" y="3647884"/>
            <a:ext cx="1430682" cy="1121932"/>
            <a:chOff x="9181373" y="3681549"/>
            <a:chExt cx="1430682" cy="1121932"/>
          </a:xfrm>
        </p:grpSpPr>
        <p:sp>
          <p:nvSpPr>
            <p:cNvPr id="35" name="Rectangle 34">
              <a:extLst>
                <a:ext uri="{FF2B5EF4-FFF2-40B4-BE49-F238E27FC236}">
                  <a16:creationId xmlns:a16="http://schemas.microsoft.com/office/drawing/2014/main" id="{D2CA1318-A154-83C6-975A-0EB34443FA79}"/>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2679392C-D7A4-0888-5812-11CC6A376ACB}"/>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9F2A7CB8-B9F2-BC12-65D7-C7695FA2D911}"/>
                </a:ext>
              </a:extLst>
            </p:cNvPr>
            <p:cNvSpPr txBox="1"/>
            <p:nvPr/>
          </p:nvSpPr>
          <p:spPr>
            <a:xfrm>
              <a:off x="9181373" y="3681549"/>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Schema</a:t>
              </a:r>
              <a:endParaRPr kumimoji="0" lang="en-US" sz="1000" b="0" i="0" u="none" strike="noStrike" cap="none" spc="0" normalizeH="0" baseline="0" dirty="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2620DC31-E046-C691-43E9-A3E613674818}"/>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313ECD3B-0D21-93DE-6020-36A9859704B5}"/>
                </a:ext>
              </a:extLst>
            </p:cNvPr>
            <p:cNvGraphicFramePr/>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cxnSp>
        <p:nvCxnSpPr>
          <p:cNvPr id="499" name="Straight Connector 498">
            <a:extLst>
              <a:ext uri="{FF2B5EF4-FFF2-40B4-BE49-F238E27FC236}">
                <a16:creationId xmlns:a16="http://schemas.microsoft.com/office/drawing/2014/main" id="{BB5384F4-76AD-3B2C-9E92-0A2C2B79E061}"/>
              </a:ext>
            </a:extLst>
          </p:cNvPr>
          <p:cNvCxnSpPr>
            <a:cxnSpLocks/>
          </p:cNvCxnSpPr>
          <p:nvPr/>
        </p:nvCxnSpPr>
        <p:spPr>
          <a:xfrm>
            <a:off x="10531929" y="4768799"/>
            <a:ext cx="84908" cy="14284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DEEA15BB-15AB-8D67-F38E-747B697803CD}"/>
              </a:ext>
            </a:extLst>
          </p:cNvPr>
          <p:cNvCxnSpPr>
            <a:cxnSpLocks/>
          </p:cNvCxnSpPr>
          <p:nvPr/>
        </p:nvCxnSpPr>
        <p:spPr>
          <a:xfrm>
            <a:off x="8684287" y="3460697"/>
            <a:ext cx="578718" cy="129588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96EDEA98-2053-9423-20EC-488AEAFB7CC3}"/>
              </a:ext>
            </a:extLst>
          </p:cNvPr>
          <p:cNvCxnSpPr>
            <a:cxnSpLocks/>
          </p:cNvCxnSpPr>
          <p:nvPr/>
        </p:nvCxnSpPr>
        <p:spPr>
          <a:xfrm>
            <a:off x="9813242" y="3459425"/>
            <a:ext cx="142794" cy="2203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3D948DEA-2FE6-9015-011E-BCDEA0E15C90}"/>
              </a:ext>
            </a:extLst>
          </p:cNvPr>
          <p:cNvCxnSpPr>
            <a:cxnSpLocks/>
          </p:cNvCxnSpPr>
          <p:nvPr/>
        </p:nvCxnSpPr>
        <p:spPr>
          <a:xfrm>
            <a:off x="8677234" y="2404362"/>
            <a:ext cx="596070"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D7745AD6-EFA2-51E7-734B-292DF41B7091}"/>
              </a:ext>
            </a:extLst>
          </p:cNvPr>
          <p:cNvCxnSpPr>
            <a:cxnSpLocks/>
          </p:cNvCxnSpPr>
          <p:nvPr/>
        </p:nvCxnSpPr>
        <p:spPr>
          <a:xfrm>
            <a:off x="9943868" y="2410951"/>
            <a:ext cx="597562" cy="1275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6FE160FF-5F9E-29AF-F4EC-7440DCC99917}"/>
              </a:ext>
            </a:extLst>
          </p:cNvPr>
          <p:cNvCxnSpPr>
            <a:cxnSpLocks/>
          </p:cNvCxnSpPr>
          <p:nvPr/>
        </p:nvCxnSpPr>
        <p:spPr>
          <a:xfrm>
            <a:off x="10541430" y="3679802"/>
            <a:ext cx="376493" cy="12398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6C360FBC-0CB8-327E-1A39-B1230BE9381D}"/>
              </a:ext>
            </a:extLst>
          </p:cNvPr>
          <p:cNvCxnSpPr>
            <a:cxnSpLocks/>
          </p:cNvCxnSpPr>
          <p:nvPr/>
        </p:nvCxnSpPr>
        <p:spPr>
          <a:xfrm>
            <a:off x="9273304" y="3697275"/>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468" name="Group 1467">
            <a:extLst>
              <a:ext uri="{FF2B5EF4-FFF2-40B4-BE49-F238E27FC236}">
                <a16:creationId xmlns:a16="http://schemas.microsoft.com/office/drawing/2014/main" id="{AEBA65C0-4AEB-F3B7-1D2A-252E02731AA1}"/>
              </a:ext>
            </a:extLst>
          </p:cNvPr>
          <p:cNvGrpSpPr/>
          <p:nvPr/>
        </p:nvGrpSpPr>
        <p:grpSpPr>
          <a:xfrm>
            <a:off x="6839858" y="2441838"/>
            <a:ext cx="1556931" cy="1007599"/>
            <a:chOff x="6630023" y="2521628"/>
            <a:chExt cx="1556931" cy="1007599"/>
          </a:xfrm>
        </p:grpSpPr>
        <p:sp>
          <p:nvSpPr>
            <p:cNvPr id="6" name="Rectangle 5">
              <a:extLst>
                <a:ext uri="{FF2B5EF4-FFF2-40B4-BE49-F238E27FC236}">
                  <a16:creationId xmlns:a16="http://schemas.microsoft.com/office/drawing/2014/main" id="{710AB6FA-77C2-0C01-804C-62661E533697}"/>
                </a:ext>
              </a:extLst>
            </p:cNvPr>
            <p:cNvSpPr/>
            <p:nvPr/>
          </p:nvSpPr>
          <p:spPr>
            <a:xfrm>
              <a:off x="6630023" y="2521628"/>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 name="Graphic 14" descr="Folder outline">
              <a:extLst>
                <a:ext uri="{FF2B5EF4-FFF2-40B4-BE49-F238E27FC236}">
                  <a16:creationId xmlns:a16="http://schemas.microsoft.com/office/drawing/2014/main" id="{451A283F-21A1-3BA4-DA6C-CFB65659D1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34532" y="2748747"/>
              <a:ext cx="657406" cy="657406"/>
            </a:xfrm>
            <a:prstGeom prst="rect">
              <a:avLst/>
            </a:prstGeom>
          </p:spPr>
        </p:pic>
        <p:sp>
          <p:nvSpPr>
            <p:cNvPr id="16" name="TextBox 15">
              <a:extLst>
                <a:ext uri="{FF2B5EF4-FFF2-40B4-BE49-F238E27FC236}">
                  <a16:creationId xmlns:a16="http://schemas.microsoft.com/office/drawing/2014/main" id="{6CC533FE-7D69-2679-A77F-BF3542DE55B3}"/>
                </a:ext>
              </a:extLst>
            </p:cNvPr>
            <p:cNvSpPr txBox="1"/>
            <p:nvPr/>
          </p:nvSpPr>
          <p:spPr>
            <a:xfrm>
              <a:off x="6839677" y="3180036"/>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grpSp>
      <p:sp>
        <p:nvSpPr>
          <p:cNvPr id="1348" name="TextBox 1347">
            <a:extLst>
              <a:ext uri="{FF2B5EF4-FFF2-40B4-BE49-F238E27FC236}">
                <a16:creationId xmlns:a16="http://schemas.microsoft.com/office/drawing/2014/main" id="{D26830D4-A76F-45CF-36C6-59D2DD9E04F5}"/>
              </a:ext>
            </a:extLst>
          </p:cNvPr>
          <p:cNvSpPr txBox="1"/>
          <p:nvPr/>
        </p:nvSpPr>
        <p:spPr>
          <a:xfrm>
            <a:off x="8372513" y="6131917"/>
            <a:ext cx="97753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err="1">
                <a:ln>
                  <a:noFill/>
                </a:ln>
                <a:solidFill>
                  <a:srgbClr val="4C4C4C"/>
                </a:solidFill>
                <a:effectLst/>
                <a:uFillTx/>
                <a:sym typeface="Source Sans Pro"/>
              </a:rPr>
              <a:t>bug_count.Rmd</a:t>
            </a:r>
            <a:endParaRPr kumimoji="0" lang="en-US" sz="1000" b="0" i="0" u="none" strike="noStrike" cap="none" spc="0" normalizeH="0" baseline="0">
              <a:ln>
                <a:noFill/>
              </a:ln>
              <a:solidFill>
                <a:srgbClr val="4C4C4C"/>
              </a:solidFill>
              <a:effectLst/>
              <a:uFillTx/>
              <a:sym typeface="Source Sans Pro"/>
            </a:endParaRPr>
          </a:p>
        </p:txBody>
      </p:sp>
      <p:grpSp>
        <p:nvGrpSpPr>
          <p:cNvPr id="1465" name="Group 1464">
            <a:extLst>
              <a:ext uri="{FF2B5EF4-FFF2-40B4-BE49-F238E27FC236}">
                <a16:creationId xmlns:a16="http://schemas.microsoft.com/office/drawing/2014/main" id="{0F50AF1F-6FBB-7129-F679-B03732ACE7E3}"/>
              </a:ext>
            </a:extLst>
          </p:cNvPr>
          <p:cNvGrpSpPr/>
          <p:nvPr/>
        </p:nvGrpSpPr>
        <p:grpSpPr>
          <a:xfrm>
            <a:off x="5676011" y="5019073"/>
            <a:ext cx="1844061" cy="2774296"/>
            <a:chOff x="5135152" y="5031955"/>
            <a:chExt cx="1844061" cy="2774296"/>
          </a:xfrm>
        </p:grpSpPr>
        <p:sp>
          <p:nvSpPr>
            <p:cNvPr id="21" name="Rectangle 20">
              <a:extLst>
                <a:ext uri="{FF2B5EF4-FFF2-40B4-BE49-F238E27FC236}">
                  <a16:creationId xmlns:a16="http://schemas.microsoft.com/office/drawing/2014/main" id="{CFED850C-8FCB-0355-9D32-2F6D76BD3456}"/>
                </a:ext>
              </a:extLst>
            </p:cNvPr>
            <p:cNvSpPr/>
            <p:nvPr/>
          </p:nvSpPr>
          <p:spPr>
            <a:xfrm>
              <a:off x="5161541" y="5057825"/>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CA421A16-348B-13E1-B3A7-1215DD3B01C5}"/>
                </a:ext>
              </a:extLst>
            </p:cNvPr>
            <p:cNvSpPr txBox="1"/>
            <p:nvPr/>
          </p:nvSpPr>
          <p:spPr>
            <a:xfrm>
              <a:off x="6152692" y="5031955"/>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Module</a:t>
              </a:r>
              <a:endParaRPr kumimoji="0" lang="en-US" sz="1000" b="0" i="0" u="none" strike="noStrike" cap="none" spc="0" normalizeH="0" baseline="0" dirty="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DD5D2CB0-1417-AFAB-1179-AE34A7AE8474}"/>
                </a:ext>
              </a:extLst>
            </p:cNvPr>
            <p:cNvSpPr/>
            <p:nvPr/>
          </p:nvSpPr>
          <p:spPr>
            <a:xfrm>
              <a:off x="6137478" y="5056554"/>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5" name="Graphic 24" descr="Paper outline">
              <a:extLst>
                <a:ext uri="{FF2B5EF4-FFF2-40B4-BE49-F238E27FC236}">
                  <a16:creationId xmlns:a16="http://schemas.microsoft.com/office/drawing/2014/main" id="{7E8534EF-9C64-6407-698C-B95CE5BC6D9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34046" y="6696331"/>
              <a:ext cx="945167" cy="891269"/>
            </a:xfrm>
            <a:prstGeom prst="rect">
              <a:avLst/>
            </a:prstGeom>
          </p:spPr>
        </p:pic>
        <p:sp>
          <p:nvSpPr>
            <p:cNvPr id="26" name="TextBox 25">
              <a:extLst>
                <a:ext uri="{FF2B5EF4-FFF2-40B4-BE49-F238E27FC236}">
                  <a16:creationId xmlns:a16="http://schemas.microsoft.com/office/drawing/2014/main" id="{07549E46-9D3E-97B4-4C22-B797169AB8C5}"/>
                </a:ext>
              </a:extLst>
            </p:cNvPr>
            <p:cNvSpPr txBox="1"/>
            <p:nvPr/>
          </p:nvSpPr>
          <p:spPr>
            <a:xfrm>
              <a:off x="6213915" y="7436394"/>
              <a:ext cx="5361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6BBD6D9C-2228-6ACA-C663-89F3747525E1}"/>
                </a:ext>
              </a:extLst>
            </p:cNvPr>
            <p:cNvSpPr txBox="1"/>
            <p:nvPr/>
          </p:nvSpPr>
          <p:spPr>
            <a:xfrm>
              <a:off x="5352769" y="7294592"/>
              <a:ext cx="62276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exec/*.R</a:t>
              </a:r>
              <a:endParaRPr kumimoji="0" lang="en-US" sz="1000" b="0" i="0" u="none" strike="noStrike" cap="none" spc="0" normalizeH="0" baseline="0">
                <a:ln>
                  <a:noFill/>
                </a:ln>
                <a:solidFill>
                  <a:srgbClr val="4C4C4C"/>
                </a:solidFill>
                <a:effectLst/>
                <a:uFillTx/>
                <a:sym typeface="Source Sans Pro"/>
              </a:endParaRPr>
            </a:p>
          </p:txBody>
        </p:sp>
        <p:pic>
          <p:nvPicPr>
            <p:cNvPr id="56" name="Picture 55">
              <a:extLst>
                <a:ext uri="{FF2B5EF4-FFF2-40B4-BE49-F238E27FC236}">
                  <a16:creationId xmlns:a16="http://schemas.microsoft.com/office/drawing/2014/main" id="{913B5EAF-9FDD-EAB6-6363-752C0B89F3B0}"/>
                </a:ext>
              </a:extLst>
            </p:cNvPr>
            <p:cNvPicPr>
              <a:picLocks noChangeAspect="1"/>
            </p:cNvPicPr>
            <p:nvPr/>
          </p:nvPicPr>
          <p:blipFill>
            <a:blip r:embed="rId8"/>
            <a:stretch>
              <a:fillRect/>
            </a:stretch>
          </p:blipFill>
          <p:spPr>
            <a:xfrm>
              <a:off x="5310193" y="6888832"/>
              <a:ext cx="656389" cy="619286"/>
            </a:xfrm>
            <a:prstGeom prst="rect">
              <a:avLst/>
            </a:prstGeom>
          </p:spPr>
        </p:pic>
        <p:sp>
          <p:nvSpPr>
            <p:cNvPr id="1349" name="TextBox 1348">
              <a:extLst>
                <a:ext uri="{FF2B5EF4-FFF2-40B4-BE49-F238E27FC236}">
                  <a16:creationId xmlns:a16="http://schemas.microsoft.com/office/drawing/2014/main" id="{C83215CF-E6E6-D214-157A-59BD374A6BD1}"/>
                </a:ext>
              </a:extLst>
            </p:cNvPr>
            <p:cNvSpPr txBox="1"/>
            <p:nvPr/>
          </p:nvSpPr>
          <p:spPr>
            <a:xfrm>
              <a:off x="5350854" y="6152060"/>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cxnSp>
          <p:nvCxnSpPr>
            <p:cNvPr id="1350" name="Straight Arrow Connector 1349">
              <a:extLst>
                <a:ext uri="{FF2B5EF4-FFF2-40B4-BE49-F238E27FC236}">
                  <a16:creationId xmlns:a16="http://schemas.microsoft.com/office/drawing/2014/main" id="{EB1D2DE4-9E00-85BE-19BC-1B5A407B7A9C}"/>
                </a:ext>
              </a:extLst>
            </p:cNvPr>
            <p:cNvCxnSpPr>
              <a:cxnSpLocks/>
              <a:stCxn id="1349" idx="2"/>
            </p:cNvCxnSpPr>
            <p:nvPr/>
          </p:nvCxnSpPr>
          <p:spPr>
            <a:xfrm flipH="1">
              <a:off x="5570921" y="6441802"/>
              <a:ext cx="34369" cy="548545"/>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FD87145E-EC69-E00E-A1F6-18B328FBB60D}"/>
                </a:ext>
              </a:extLst>
            </p:cNvPr>
            <p:cNvCxnSpPr>
              <a:cxnSpLocks/>
              <a:endCxn id="25" idx="0"/>
            </p:cNvCxnSpPr>
            <p:nvPr/>
          </p:nvCxnSpPr>
          <p:spPr>
            <a:xfrm>
              <a:off x="5974169" y="5913400"/>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DB14279E-CE79-1238-DE5D-F3D6EDAA12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5152" y="5417360"/>
              <a:ext cx="945167" cy="891269"/>
            </a:xfrm>
            <a:prstGeom prst="rect">
              <a:avLst/>
            </a:prstGeom>
          </p:spPr>
        </p:pic>
      </p:grpSp>
      <p:grpSp>
        <p:nvGrpSpPr>
          <p:cNvPr id="1466" name="Group 1465">
            <a:extLst>
              <a:ext uri="{FF2B5EF4-FFF2-40B4-BE49-F238E27FC236}">
                <a16:creationId xmlns:a16="http://schemas.microsoft.com/office/drawing/2014/main" id="{7CE6DF1C-524D-EC40-9D26-CC33B00971FE}"/>
              </a:ext>
            </a:extLst>
          </p:cNvPr>
          <p:cNvGrpSpPr/>
          <p:nvPr/>
        </p:nvGrpSpPr>
        <p:grpSpPr>
          <a:xfrm>
            <a:off x="6403106" y="3710487"/>
            <a:ext cx="1916207" cy="1060748"/>
            <a:chOff x="5845051" y="3728173"/>
            <a:chExt cx="1916207" cy="1060748"/>
          </a:xfrm>
        </p:grpSpPr>
        <p:sp>
          <p:nvSpPr>
            <p:cNvPr id="2" name="Rectangle 1">
              <a:extLst>
                <a:ext uri="{FF2B5EF4-FFF2-40B4-BE49-F238E27FC236}">
                  <a16:creationId xmlns:a16="http://schemas.microsoft.com/office/drawing/2014/main" id="{59499736-79BC-F95D-DB82-E8DD358C492C}"/>
                </a:ext>
              </a:extLst>
            </p:cNvPr>
            <p:cNvSpPr/>
            <p:nvPr/>
          </p:nvSpPr>
          <p:spPr>
            <a:xfrm>
              <a:off x="5907666" y="3742301"/>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0522192E-BACC-ED96-FBA0-C5F03CCF2A49}"/>
                </a:ext>
              </a:extLst>
            </p:cNvPr>
            <p:cNvGraphicFramePr/>
            <p:nvPr/>
          </p:nvGraphicFramePr>
          <p:xfrm>
            <a:off x="6191222" y="4102312"/>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29" name="Rectangle 28">
              <a:extLst>
                <a:ext uri="{FF2B5EF4-FFF2-40B4-BE49-F238E27FC236}">
                  <a16:creationId xmlns:a16="http://schemas.microsoft.com/office/drawing/2014/main" id="{53A68F18-F69C-7C75-65E5-9DC97ED28840}"/>
                </a:ext>
              </a:extLst>
            </p:cNvPr>
            <p:cNvSpPr/>
            <p:nvPr/>
          </p:nvSpPr>
          <p:spPr>
            <a:xfrm>
              <a:off x="5907665" y="3744364"/>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29C95A36-71A8-2C22-5A21-2E859C869F04}"/>
                </a:ext>
              </a:extLst>
            </p:cNvPr>
            <p:cNvSpPr txBox="1"/>
            <p:nvPr/>
          </p:nvSpPr>
          <p:spPr>
            <a:xfrm>
              <a:off x="5845051" y="3728173"/>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Schema</a:t>
              </a:r>
              <a:endParaRPr kumimoji="0" lang="en-US" sz="1000" b="0" i="0" u="none" strike="noStrike" cap="none" spc="0" normalizeH="0" baseline="0" dirty="0">
                <a:ln>
                  <a:noFill/>
                </a:ln>
                <a:solidFill>
                  <a:srgbClr val="4C4C4C"/>
                </a:solidFill>
                <a:effectLst/>
                <a:uFillTx/>
                <a:sym typeface="Source Sans Pro"/>
              </a:endParaRPr>
            </a:p>
          </p:txBody>
        </p:sp>
        <p:graphicFrame>
          <p:nvGraphicFramePr>
            <p:cNvPr id="1363" name="Table">
              <a:extLst>
                <a:ext uri="{FF2B5EF4-FFF2-40B4-BE49-F238E27FC236}">
                  <a16:creationId xmlns:a16="http://schemas.microsoft.com/office/drawing/2014/main" id="{8791DC63-5EB5-8517-42FA-F7B3AD32D154}"/>
                </a:ext>
              </a:extLst>
            </p:cNvPr>
            <p:cNvGraphicFramePr/>
            <p:nvPr/>
          </p:nvGraphicFramePr>
          <p:xfrm>
            <a:off x="6918146" y="4241123"/>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cxnSp>
        <p:nvCxnSpPr>
          <p:cNvPr id="1367" name="Straight Connector 1366">
            <a:extLst>
              <a:ext uri="{FF2B5EF4-FFF2-40B4-BE49-F238E27FC236}">
                <a16:creationId xmlns:a16="http://schemas.microsoft.com/office/drawing/2014/main" id="{A47D23F0-0488-BA89-EFDA-4930796D4FA3}"/>
              </a:ext>
            </a:extLst>
          </p:cNvPr>
          <p:cNvCxnSpPr>
            <a:cxnSpLocks/>
          </p:cNvCxnSpPr>
          <p:nvPr/>
        </p:nvCxnSpPr>
        <p:spPr>
          <a:xfrm flipH="1">
            <a:off x="8316699" y="2441838"/>
            <a:ext cx="80589" cy="127640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65D952A4-785E-929D-915D-2B7AF9777ECB}"/>
              </a:ext>
            </a:extLst>
          </p:cNvPr>
          <p:cNvCxnSpPr>
            <a:cxnSpLocks/>
          </p:cNvCxnSpPr>
          <p:nvPr/>
        </p:nvCxnSpPr>
        <p:spPr>
          <a:xfrm flipH="1">
            <a:off x="6723052" y="3452908"/>
            <a:ext cx="120727" cy="26678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5D68B47E-DE61-C10F-0F66-BB4C46C20AD3}"/>
              </a:ext>
            </a:extLst>
          </p:cNvPr>
          <p:cNvCxnSpPr>
            <a:cxnSpLocks/>
          </p:cNvCxnSpPr>
          <p:nvPr/>
        </p:nvCxnSpPr>
        <p:spPr>
          <a:xfrm flipV="1">
            <a:off x="6330554" y="4756581"/>
            <a:ext cx="138773" cy="2923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379" name="Group 1378">
            <a:extLst>
              <a:ext uri="{FF2B5EF4-FFF2-40B4-BE49-F238E27FC236}">
                <a16:creationId xmlns:a16="http://schemas.microsoft.com/office/drawing/2014/main" id="{D7D6869E-8A0F-98DF-8002-78D9530D6E43}"/>
              </a:ext>
            </a:extLst>
          </p:cNvPr>
          <p:cNvGrpSpPr/>
          <p:nvPr/>
        </p:nvGrpSpPr>
        <p:grpSpPr>
          <a:xfrm>
            <a:off x="8173349" y="5016519"/>
            <a:ext cx="1374288" cy="1295919"/>
            <a:chOff x="7909757" y="4776204"/>
            <a:chExt cx="1374288" cy="1295919"/>
          </a:xfrm>
        </p:grpSpPr>
        <p:pic>
          <p:nvPicPr>
            <p:cNvPr id="1430" name="Graphic 1429" descr="Paper outline">
              <a:extLst>
                <a:ext uri="{FF2B5EF4-FFF2-40B4-BE49-F238E27FC236}">
                  <a16:creationId xmlns:a16="http://schemas.microsoft.com/office/drawing/2014/main" id="{48941A4A-6B88-9DF8-1A83-8CD066F706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C014CF20-CEC4-2AD3-68C7-CE33034C2ABA}"/>
                </a:ext>
              </a:extLst>
            </p:cNvPr>
            <p:cNvGraphicFramePr>
              <a:graphicFrameLocks noChangeAspect="1"/>
            </p:cNvGraphicFramePr>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grpSp>
      <p:cxnSp>
        <p:nvCxnSpPr>
          <p:cNvPr id="1448" name="Straight Connector 1447">
            <a:extLst>
              <a:ext uri="{FF2B5EF4-FFF2-40B4-BE49-F238E27FC236}">
                <a16:creationId xmlns:a16="http://schemas.microsoft.com/office/drawing/2014/main" id="{87B4A6A2-713E-E830-4A3B-5FC84EBEFA36}"/>
              </a:ext>
            </a:extLst>
          </p:cNvPr>
          <p:cNvCxnSpPr>
            <a:cxnSpLocks/>
          </p:cNvCxnSpPr>
          <p:nvPr/>
        </p:nvCxnSpPr>
        <p:spPr>
          <a:xfrm flipV="1">
            <a:off x="5714044" y="3719690"/>
            <a:ext cx="747222" cy="13214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 name="Elbow Connector 3">
            <a:extLst>
              <a:ext uri="{FF2B5EF4-FFF2-40B4-BE49-F238E27FC236}">
                <a16:creationId xmlns:a16="http://schemas.microsoft.com/office/drawing/2014/main" id="{7CC71380-4837-A55C-0B66-11CF41A66461}"/>
              </a:ext>
            </a:extLst>
          </p:cNvPr>
          <p:cNvCxnSpPr>
            <a:cxnSpLocks/>
            <a:stCxn id="1363" idx="2"/>
            <a:endCxn id="1431" idx="1"/>
          </p:cNvCxnSpPr>
          <p:nvPr/>
        </p:nvCxnSpPr>
        <p:spPr>
          <a:xfrm rot="16200000" flipH="1">
            <a:off x="7620483" y="4868090"/>
            <a:ext cx="1135032" cy="795733"/>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0" name="Elbow Connector 9">
            <a:extLst>
              <a:ext uri="{FF2B5EF4-FFF2-40B4-BE49-F238E27FC236}">
                <a16:creationId xmlns:a16="http://schemas.microsoft.com/office/drawing/2014/main" id="{A2BBA858-CBD5-9425-DE16-CAFBB279C00C}"/>
              </a:ext>
            </a:extLst>
          </p:cNvPr>
          <p:cNvCxnSpPr>
            <a:cxnSpLocks/>
            <a:stCxn id="1364" idx="1"/>
            <a:endCxn id="1431" idx="3"/>
          </p:cNvCxnSpPr>
          <p:nvPr/>
        </p:nvCxnSpPr>
        <p:spPr>
          <a:xfrm rot="10800000" flipV="1">
            <a:off x="9124821" y="4437803"/>
            <a:ext cx="398594" cy="1395670"/>
          </a:xfrm>
          <a:prstGeom prst="bentConnector3">
            <a:avLst>
              <a:gd name="adj1" fmla="val 33901"/>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grpSp>
        <p:nvGrpSpPr>
          <p:cNvPr id="594" name="Group 593">
            <a:extLst>
              <a:ext uri="{FF2B5EF4-FFF2-40B4-BE49-F238E27FC236}">
                <a16:creationId xmlns:a16="http://schemas.microsoft.com/office/drawing/2014/main" id="{4288DD81-D95E-EC24-F900-2A7D57974FBA}"/>
              </a:ext>
            </a:extLst>
          </p:cNvPr>
          <p:cNvGrpSpPr/>
          <p:nvPr/>
        </p:nvGrpSpPr>
        <p:grpSpPr>
          <a:xfrm>
            <a:off x="4341909" y="2513752"/>
            <a:ext cx="1970300" cy="931124"/>
            <a:chOff x="3813695" y="2520372"/>
            <a:chExt cx="1970300" cy="931124"/>
          </a:xfrm>
        </p:grpSpPr>
        <p:sp>
          <p:nvSpPr>
            <p:cNvPr id="20" name="Rectangle 19">
              <a:extLst>
                <a:ext uri="{FF2B5EF4-FFF2-40B4-BE49-F238E27FC236}">
                  <a16:creationId xmlns:a16="http://schemas.microsoft.com/office/drawing/2014/main" id="{5FCD5896-2924-A850-2468-727301AE141C}"/>
                </a:ext>
              </a:extLst>
            </p:cNvPr>
            <p:cNvSpPr/>
            <p:nvPr/>
          </p:nvSpPr>
          <p:spPr>
            <a:xfrm>
              <a:off x="5315152" y="31114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2C1F4F34-2841-4945-CD09-FA48823000F4}"/>
                </a:ext>
              </a:extLst>
            </p:cNvPr>
            <p:cNvSpPr/>
            <p:nvPr/>
          </p:nvSpPr>
          <p:spPr>
            <a:xfrm>
              <a:off x="4694990" y="29665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33CC4F97-7C30-686C-50CA-85C32A7CD8F1}"/>
                </a:ext>
              </a:extLst>
            </p:cNvPr>
            <p:cNvSpPr/>
            <p:nvPr/>
          </p:nvSpPr>
          <p:spPr>
            <a:xfrm>
              <a:off x="4468490" y="2520372"/>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9FD31CD0-B97D-E753-78B8-5F099BBF4070}"/>
                </a:ext>
              </a:extLst>
            </p:cNvPr>
            <p:cNvSpPr/>
            <p:nvPr/>
          </p:nvSpPr>
          <p:spPr>
            <a:xfrm>
              <a:off x="5220381" y="252162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53" name="Rectangle 1352">
              <a:extLst>
                <a:ext uri="{FF2B5EF4-FFF2-40B4-BE49-F238E27FC236}">
                  <a16:creationId xmlns:a16="http://schemas.microsoft.com/office/drawing/2014/main" id="{03E6538C-8562-E43B-2286-3F9C97403E54}"/>
                </a:ext>
              </a:extLst>
            </p:cNvPr>
            <p:cNvSpPr/>
            <p:nvPr/>
          </p:nvSpPr>
          <p:spPr>
            <a:xfrm>
              <a:off x="3813695" y="277793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8" name="Straight Connector 477">
            <a:extLst>
              <a:ext uri="{FF2B5EF4-FFF2-40B4-BE49-F238E27FC236}">
                <a16:creationId xmlns:a16="http://schemas.microsoft.com/office/drawing/2014/main" id="{0CCBF12B-AE41-1F25-E6E4-391D6C5DE4D1}"/>
              </a:ext>
            </a:extLst>
          </p:cNvPr>
          <p:cNvCxnSpPr>
            <a:cxnSpLocks/>
          </p:cNvCxnSpPr>
          <p:nvPr/>
        </p:nvCxnSpPr>
        <p:spPr>
          <a:xfrm flipH="1">
            <a:off x="8043965" y="5675147"/>
            <a:ext cx="2864558" cy="44729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C30C921C-A1FB-8794-AE66-FFF323428F72}"/>
              </a:ext>
            </a:extLst>
          </p:cNvPr>
          <p:cNvCxnSpPr>
            <a:cxnSpLocks/>
          </p:cNvCxnSpPr>
          <p:nvPr/>
        </p:nvCxnSpPr>
        <p:spPr>
          <a:xfrm flipH="1">
            <a:off x="8027789" y="6447315"/>
            <a:ext cx="369499" cy="194140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596" name="Group 595">
            <a:extLst>
              <a:ext uri="{FF2B5EF4-FFF2-40B4-BE49-F238E27FC236}">
                <a16:creationId xmlns:a16="http://schemas.microsoft.com/office/drawing/2014/main" id="{8BBE008B-916B-0C6C-BCDB-31BDA1015378}"/>
              </a:ext>
            </a:extLst>
          </p:cNvPr>
          <p:cNvGrpSpPr/>
          <p:nvPr/>
        </p:nvGrpSpPr>
        <p:grpSpPr>
          <a:xfrm>
            <a:off x="3960364" y="3748610"/>
            <a:ext cx="1764066" cy="931206"/>
            <a:chOff x="3243189" y="3828629"/>
            <a:chExt cx="1764066" cy="931206"/>
          </a:xfrm>
        </p:grpSpPr>
        <p:sp>
          <p:nvSpPr>
            <p:cNvPr id="34" name="Rectangle 33">
              <a:extLst>
                <a:ext uri="{FF2B5EF4-FFF2-40B4-BE49-F238E27FC236}">
                  <a16:creationId xmlns:a16="http://schemas.microsoft.com/office/drawing/2014/main" id="{88F9D0E0-5E64-9B7E-9DE3-4CA3E6A6F904}"/>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7FB917B6-2FC3-CB0E-24B3-FC7BCAFF58CD}"/>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9" name="Rectangle 38">
              <a:extLst>
                <a:ext uri="{FF2B5EF4-FFF2-40B4-BE49-F238E27FC236}">
                  <a16:creationId xmlns:a16="http://schemas.microsoft.com/office/drawing/2014/main" id="{1FF1B01D-8FEE-3F63-3D1B-B86DD5930133}"/>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 name="Rectangle 39">
              <a:extLst>
                <a:ext uri="{FF2B5EF4-FFF2-40B4-BE49-F238E27FC236}">
                  <a16:creationId xmlns:a16="http://schemas.microsoft.com/office/drawing/2014/main" id="{2FE1FE74-B370-3D9F-0D65-1AA40A022C12}"/>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54" name="Elbow Connector 1353">
              <a:extLst>
                <a:ext uri="{FF2B5EF4-FFF2-40B4-BE49-F238E27FC236}">
                  <a16:creationId xmlns:a16="http://schemas.microsoft.com/office/drawing/2014/main" id="{1C85815E-F99F-7386-9F45-CE6F36348925}"/>
                </a:ext>
              </a:extLst>
            </p:cNvPr>
            <p:cNvCxnSpPr>
              <a:cxnSpLocks/>
              <a:endCxn id="37"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57" name="Elbow Connector 1356">
              <a:extLst>
                <a:ext uri="{FF2B5EF4-FFF2-40B4-BE49-F238E27FC236}">
                  <a16:creationId xmlns:a16="http://schemas.microsoft.com/office/drawing/2014/main" id="{0736ED77-0322-3E3C-CAA9-BCC7BE462353}"/>
                </a:ext>
              </a:extLst>
            </p:cNvPr>
            <p:cNvCxnSpPr>
              <a:cxnSpLocks/>
              <a:stCxn id="37" idx="3"/>
              <a:endCxn id="40"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62" name="Elbow Connector 1361">
              <a:extLst>
                <a:ext uri="{FF2B5EF4-FFF2-40B4-BE49-F238E27FC236}">
                  <a16:creationId xmlns:a16="http://schemas.microsoft.com/office/drawing/2014/main" id="{0E870434-09D3-8C26-0073-5649794CD98B}"/>
                </a:ext>
              </a:extLst>
            </p:cNvPr>
            <p:cNvCxnSpPr>
              <a:cxnSpLocks/>
              <a:stCxn id="37" idx="2"/>
              <a:endCxn id="3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504" name="Rectangle 503">
              <a:extLst>
                <a:ext uri="{FF2B5EF4-FFF2-40B4-BE49-F238E27FC236}">
                  <a16:creationId xmlns:a16="http://schemas.microsoft.com/office/drawing/2014/main" id="{39A520A4-095E-758C-F739-99F679AC8CBF}"/>
                </a:ext>
              </a:extLst>
            </p:cNvPr>
            <p:cNvSpPr/>
            <p:nvPr/>
          </p:nvSpPr>
          <p:spPr>
            <a:xfrm>
              <a:off x="3243189" y="38291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6" name="Rectangle 505">
              <a:extLst>
                <a:ext uri="{FF2B5EF4-FFF2-40B4-BE49-F238E27FC236}">
                  <a16:creationId xmlns:a16="http://schemas.microsoft.com/office/drawing/2014/main" id="{5BBECCA5-8F64-C294-DE9D-E50B29F2C938}"/>
                </a:ext>
              </a:extLst>
            </p:cNvPr>
            <p:cNvSpPr/>
            <p:nvPr/>
          </p:nvSpPr>
          <p:spPr>
            <a:xfrm>
              <a:off x="3853226"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7" name="Rectangle 506">
              <a:extLst>
                <a:ext uri="{FF2B5EF4-FFF2-40B4-BE49-F238E27FC236}">
                  <a16:creationId xmlns:a16="http://schemas.microsoft.com/office/drawing/2014/main" id="{50BB44D0-D6B3-873F-12E9-B9ABABC82C23}"/>
                </a:ext>
              </a:extLst>
            </p:cNvPr>
            <p:cNvSpPr/>
            <p:nvPr/>
          </p:nvSpPr>
          <p:spPr>
            <a:xfrm>
              <a:off x="4542684" y="44196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8" name="Rectangle 507">
              <a:extLst>
                <a:ext uri="{FF2B5EF4-FFF2-40B4-BE49-F238E27FC236}">
                  <a16:creationId xmlns:a16="http://schemas.microsoft.com/office/drawing/2014/main" id="{C132AA88-B209-5CBC-4E47-8D0869F0F68F}"/>
                </a:ext>
              </a:extLst>
            </p:cNvPr>
            <p:cNvSpPr/>
            <p:nvPr/>
          </p:nvSpPr>
          <p:spPr>
            <a:xfrm>
              <a:off x="4524014"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1409" name="Group 1408">
            <a:extLst>
              <a:ext uri="{FF2B5EF4-FFF2-40B4-BE49-F238E27FC236}">
                <a16:creationId xmlns:a16="http://schemas.microsoft.com/office/drawing/2014/main" id="{1186495F-F53A-15BB-D58E-C94DFE88F595}"/>
              </a:ext>
            </a:extLst>
          </p:cNvPr>
          <p:cNvGrpSpPr/>
          <p:nvPr/>
        </p:nvGrpSpPr>
        <p:grpSpPr>
          <a:xfrm>
            <a:off x="8844406" y="2589982"/>
            <a:ext cx="609170" cy="487299"/>
            <a:chOff x="8855147" y="2668516"/>
            <a:chExt cx="609170" cy="487299"/>
          </a:xfrm>
        </p:grpSpPr>
        <p:pic>
          <p:nvPicPr>
            <p:cNvPr id="509" name="Graphic 508" descr="Paper outline">
              <a:extLst>
                <a:ext uri="{FF2B5EF4-FFF2-40B4-BE49-F238E27FC236}">
                  <a16:creationId xmlns:a16="http://schemas.microsoft.com/office/drawing/2014/main" id="{ACDBB956-26D7-2F75-B3BD-B3E8B7F5741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510" name="TextBox 509">
              <a:extLst>
                <a:ext uri="{FF2B5EF4-FFF2-40B4-BE49-F238E27FC236}">
                  <a16:creationId xmlns:a16="http://schemas.microsoft.com/office/drawing/2014/main" id="{BCBBAE29-3760-C565-A401-23C70D7D25D4}"/>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0" name="Group 1409">
            <a:extLst>
              <a:ext uri="{FF2B5EF4-FFF2-40B4-BE49-F238E27FC236}">
                <a16:creationId xmlns:a16="http://schemas.microsoft.com/office/drawing/2014/main" id="{5CE8B23D-3737-2A96-AF38-48DEFB7ACAB8}"/>
              </a:ext>
            </a:extLst>
          </p:cNvPr>
          <p:cNvGrpSpPr/>
          <p:nvPr/>
        </p:nvGrpSpPr>
        <p:grpSpPr>
          <a:xfrm>
            <a:off x="9375531" y="2727204"/>
            <a:ext cx="609170" cy="487299"/>
            <a:chOff x="8855147" y="2668516"/>
            <a:chExt cx="609170" cy="487299"/>
          </a:xfrm>
        </p:grpSpPr>
        <p:pic>
          <p:nvPicPr>
            <p:cNvPr id="1412" name="Graphic 1411" descr="Paper outline">
              <a:extLst>
                <a:ext uri="{FF2B5EF4-FFF2-40B4-BE49-F238E27FC236}">
                  <a16:creationId xmlns:a16="http://schemas.microsoft.com/office/drawing/2014/main" id="{6A0187E4-F339-F93D-BA02-F9DEEBEDF1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3" name="TextBox 1412">
              <a:extLst>
                <a:ext uri="{FF2B5EF4-FFF2-40B4-BE49-F238E27FC236}">
                  <a16:creationId xmlns:a16="http://schemas.microsoft.com/office/drawing/2014/main" id="{FDF1EDFF-ECAA-3110-84B8-68A8DEE17102}"/>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4" name="Group 1413">
            <a:extLst>
              <a:ext uri="{FF2B5EF4-FFF2-40B4-BE49-F238E27FC236}">
                <a16:creationId xmlns:a16="http://schemas.microsoft.com/office/drawing/2014/main" id="{454B1D81-44E2-08D6-877A-9BB5D49EF803}"/>
              </a:ext>
            </a:extLst>
          </p:cNvPr>
          <p:cNvGrpSpPr/>
          <p:nvPr/>
        </p:nvGrpSpPr>
        <p:grpSpPr>
          <a:xfrm>
            <a:off x="9117648" y="2978952"/>
            <a:ext cx="609170" cy="487299"/>
            <a:chOff x="8855147" y="2668516"/>
            <a:chExt cx="609170" cy="487299"/>
          </a:xfrm>
        </p:grpSpPr>
        <p:pic>
          <p:nvPicPr>
            <p:cNvPr id="1416" name="Graphic 1415" descr="Paper outline">
              <a:extLst>
                <a:ext uri="{FF2B5EF4-FFF2-40B4-BE49-F238E27FC236}">
                  <a16:creationId xmlns:a16="http://schemas.microsoft.com/office/drawing/2014/main" id="{E5CA9BE3-3D2A-CCEA-05FB-600A02EB33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7" name="TextBox 1416">
              <a:extLst>
                <a:ext uri="{FF2B5EF4-FFF2-40B4-BE49-F238E27FC236}">
                  <a16:creationId xmlns:a16="http://schemas.microsoft.com/office/drawing/2014/main" id="{9A9A0133-3605-7AF1-3FD9-DDD54C1D450E}"/>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cxnSp>
        <p:nvCxnSpPr>
          <p:cNvPr id="1419" name="Elbow Connector 1418">
            <a:extLst>
              <a:ext uri="{FF2B5EF4-FFF2-40B4-BE49-F238E27FC236}">
                <a16:creationId xmlns:a16="http://schemas.microsoft.com/office/drawing/2014/main" id="{DD8CBD02-B814-B356-2319-07D0CE933049}"/>
              </a:ext>
            </a:extLst>
          </p:cNvPr>
          <p:cNvCxnSpPr>
            <a:cxnSpLocks/>
            <a:endCxn id="35" idx="1"/>
          </p:cNvCxnSpPr>
          <p:nvPr/>
        </p:nvCxnSpPr>
        <p:spPr>
          <a:xfrm>
            <a:off x="8332676" y="3954838"/>
            <a:ext cx="928794" cy="270238"/>
          </a:xfrm>
          <a:prstGeom prst="bentConnector3">
            <a:avLst>
              <a:gd name="adj1" fmla="val 5000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grpSp>
        <p:nvGrpSpPr>
          <p:cNvPr id="600" name="Group 599">
            <a:extLst>
              <a:ext uri="{FF2B5EF4-FFF2-40B4-BE49-F238E27FC236}">
                <a16:creationId xmlns:a16="http://schemas.microsoft.com/office/drawing/2014/main" id="{A7E4B6E4-256C-76A7-B8A0-8AE2D064A3C9}"/>
              </a:ext>
            </a:extLst>
          </p:cNvPr>
          <p:cNvGrpSpPr/>
          <p:nvPr/>
        </p:nvGrpSpPr>
        <p:grpSpPr>
          <a:xfrm>
            <a:off x="3427338" y="5365798"/>
            <a:ext cx="532246" cy="690603"/>
            <a:chOff x="3438079" y="5444332"/>
            <a:chExt cx="532246" cy="690603"/>
          </a:xfrm>
        </p:grpSpPr>
        <p:sp>
          <p:nvSpPr>
            <p:cNvPr id="1425" name="Rectangle 1424">
              <a:extLst>
                <a:ext uri="{FF2B5EF4-FFF2-40B4-BE49-F238E27FC236}">
                  <a16:creationId xmlns:a16="http://schemas.microsoft.com/office/drawing/2014/main" id="{8E311170-EBCE-4B3C-D78D-25AD80156C50}"/>
                </a:ext>
              </a:extLst>
            </p:cNvPr>
            <p:cNvSpPr/>
            <p:nvPr/>
          </p:nvSpPr>
          <p:spPr>
            <a:xfrm>
              <a:off x="3438079" y="5444332"/>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4" name="Rectangle 1433">
              <a:extLst>
                <a:ext uri="{FF2B5EF4-FFF2-40B4-BE49-F238E27FC236}">
                  <a16:creationId xmlns:a16="http://schemas.microsoft.com/office/drawing/2014/main" id="{00074504-E88F-A0E3-0771-14AB23383B78}"/>
                </a:ext>
              </a:extLst>
            </p:cNvPr>
            <p:cNvSpPr/>
            <p:nvPr/>
          </p:nvSpPr>
          <p:spPr>
            <a:xfrm>
              <a:off x="3717850" y="5447213"/>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598" name="Group 597">
            <a:extLst>
              <a:ext uri="{FF2B5EF4-FFF2-40B4-BE49-F238E27FC236}">
                <a16:creationId xmlns:a16="http://schemas.microsoft.com/office/drawing/2014/main" id="{B2AC3D85-52EB-D17B-53CC-1F68201ED8E8}"/>
              </a:ext>
            </a:extLst>
          </p:cNvPr>
          <p:cNvGrpSpPr/>
          <p:nvPr/>
        </p:nvGrpSpPr>
        <p:grpSpPr>
          <a:xfrm>
            <a:off x="4950074" y="5076897"/>
            <a:ext cx="532246" cy="691488"/>
            <a:chOff x="4884855" y="5391663"/>
            <a:chExt cx="532246" cy="691488"/>
          </a:xfrm>
        </p:grpSpPr>
        <p:sp>
          <p:nvSpPr>
            <p:cNvPr id="1426" name="Rectangle 1425">
              <a:extLst>
                <a:ext uri="{FF2B5EF4-FFF2-40B4-BE49-F238E27FC236}">
                  <a16:creationId xmlns:a16="http://schemas.microsoft.com/office/drawing/2014/main" id="{D3B825D0-BF3B-F808-EE70-F98381376D60}"/>
                </a:ext>
              </a:extLst>
            </p:cNvPr>
            <p:cNvSpPr/>
            <p:nvPr/>
          </p:nvSpPr>
          <p:spPr>
            <a:xfrm>
              <a:off x="4884855" y="5392548"/>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5" name="Rectangle 1434">
              <a:extLst>
                <a:ext uri="{FF2B5EF4-FFF2-40B4-BE49-F238E27FC236}">
                  <a16:creationId xmlns:a16="http://schemas.microsoft.com/office/drawing/2014/main" id="{01EAD2C2-48D3-77F3-1F4D-15FF2CE51205}"/>
                </a:ext>
              </a:extLst>
            </p:cNvPr>
            <p:cNvSpPr/>
            <p:nvPr/>
          </p:nvSpPr>
          <p:spPr>
            <a:xfrm>
              <a:off x="5166838" y="5391663"/>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1" name="Group 600">
            <a:extLst>
              <a:ext uri="{FF2B5EF4-FFF2-40B4-BE49-F238E27FC236}">
                <a16:creationId xmlns:a16="http://schemas.microsoft.com/office/drawing/2014/main" id="{D971D5C6-2665-DB82-F6F9-4F8B64588399}"/>
              </a:ext>
            </a:extLst>
          </p:cNvPr>
          <p:cNvGrpSpPr/>
          <p:nvPr/>
        </p:nvGrpSpPr>
        <p:grpSpPr>
          <a:xfrm>
            <a:off x="4052864" y="5935820"/>
            <a:ext cx="532817" cy="693355"/>
            <a:chOff x="4073864" y="6249298"/>
            <a:chExt cx="532817" cy="693355"/>
          </a:xfrm>
        </p:grpSpPr>
        <p:sp>
          <p:nvSpPr>
            <p:cNvPr id="1428" name="Rectangle 1427">
              <a:extLst>
                <a:ext uri="{FF2B5EF4-FFF2-40B4-BE49-F238E27FC236}">
                  <a16:creationId xmlns:a16="http://schemas.microsoft.com/office/drawing/2014/main" id="{8B197198-3D6F-60D2-B175-D9A9BDB42C8C}"/>
                </a:ext>
              </a:extLst>
            </p:cNvPr>
            <p:cNvSpPr/>
            <p:nvPr/>
          </p:nvSpPr>
          <p:spPr>
            <a:xfrm>
              <a:off x="4073864" y="6252050"/>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6" name="Rectangle 1435">
              <a:extLst>
                <a:ext uri="{FF2B5EF4-FFF2-40B4-BE49-F238E27FC236}">
                  <a16:creationId xmlns:a16="http://schemas.microsoft.com/office/drawing/2014/main" id="{16980C2A-174D-C4BD-A66E-CCB0B0399FE6}"/>
                </a:ext>
              </a:extLst>
            </p:cNvPr>
            <p:cNvSpPr/>
            <p:nvPr/>
          </p:nvSpPr>
          <p:spPr>
            <a:xfrm>
              <a:off x="4357214" y="6249298"/>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3" name="Group 602">
            <a:extLst>
              <a:ext uri="{FF2B5EF4-FFF2-40B4-BE49-F238E27FC236}">
                <a16:creationId xmlns:a16="http://schemas.microsoft.com/office/drawing/2014/main" id="{A55E540B-9A20-154B-C059-89F88EE06099}"/>
              </a:ext>
            </a:extLst>
          </p:cNvPr>
          <p:cNvGrpSpPr/>
          <p:nvPr/>
        </p:nvGrpSpPr>
        <p:grpSpPr>
          <a:xfrm>
            <a:off x="3629911" y="6804780"/>
            <a:ext cx="532640" cy="690603"/>
            <a:chOff x="3294361" y="6407053"/>
            <a:chExt cx="532640" cy="690603"/>
          </a:xfrm>
        </p:grpSpPr>
        <p:sp>
          <p:nvSpPr>
            <p:cNvPr id="1427" name="Rectangle 1426">
              <a:extLst>
                <a:ext uri="{FF2B5EF4-FFF2-40B4-BE49-F238E27FC236}">
                  <a16:creationId xmlns:a16="http://schemas.microsoft.com/office/drawing/2014/main" id="{B064DF0E-8715-9A75-BE95-87193DD5B83C}"/>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7" name="Rectangle 1436">
              <a:extLst>
                <a:ext uri="{FF2B5EF4-FFF2-40B4-BE49-F238E27FC236}">
                  <a16:creationId xmlns:a16="http://schemas.microsoft.com/office/drawing/2014/main" id="{7CB6C5A3-D5A4-E610-2121-BA06370DC0C8}"/>
                </a:ext>
              </a:extLst>
            </p:cNvPr>
            <p:cNvSpPr/>
            <p:nvPr/>
          </p:nvSpPr>
          <p:spPr>
            <a:xfrm>
              <a:off x="3577534" y="6407637"/>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2" name="Group 601">
            <a:extLst>
              <a:ext uri="{FF2B5EF4-FFF2-40B4-BE49-F238E27FC236}">
                <a16:creationId xmlns:a16="http://schemas.microsoft.com/office/drawing/2014/main" id="{518A9EAF-67DB-97D7-FE6C-09FF07E3CCF3}"/>
              </a:ext>
            </a:extLst>
          </p:cNvPr>
          <p:cNvGrpSpPr/>
          <p:nvPr/>
        </p:nvGrpSpPr>
        <p:grpSpPr>
          <a:xfrm>
            <a:off x="4644520" y="6976951"/>
            <a:ext cx="532246" cy="690603"/>
            <a:chOff x="4407275" y="7069836"/>
            <a:chExt cx="532246" cy="690603"/>
          </a:xfrm>
        </p:grpSpPr>
        <p:sp>
          <p:nvSpPr>
            <p:cNvPr id="1429" name="Rectangle 1428">
              <a:extLst>
                <a:ext uri="{FF2B5EF4-FFF2-40B4-BE49-F238E27FC236}">
                  <a16:creationId xmlns:a16="http://schemas.microsoft.com/office/drawing/2014/main" id="{1A8DC927-F9B2-A6BE-B46D-1941C5478521}"/>
                </a:ext>
              </a:extLst>
            </p:cNvPr>
            <p:cNvSpPr/>
            <p:nvPr/>
          </p:nvSpPr>
          <p:spPr>
            <a:xfrm>
              <a:off x="4407275" y="7069836"/>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8" name="Rectangle 1437">
              <a:extLst>
                <a:ext uri="{FF2B5EF4-FFF2-40B4-BE49-F238E27FC236}">
                  <a16:creationId xmlns:a16="http://schemas.microsoft.com/office/drawing/2014/main" id="{3AE3E265-6247-3615-3656-6F91ABA08DB6}"/>
                </a:ext>
              </a:extLst>
            </p:cNvPr>
            <p:cNvSpPr/>
            <p:nvPr/>
          </p:nvSpPr>
          <p:spPr>
            <a:xfrm>
              <a:off x="4690054" y="707095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1439" name="Elbow Connector 1438">
            <a:extLst>
              <a:ext uri="{FF2B5EF4-FFF2-40B4-BE49-F238E27FC236}">
                <a16:creationId xmlns:a16="http://schemas.microsoft.com/office/drawing/2014/main" id="{C307B299-6928-69C2-09B1-A1218FDC82AC}"/>
              </a:ext>
            </a:extLst>
          </p:cNvPr>
          <p:cNvCxnSpPr>
            <a:cxnSpLocks/>
            <a:stCxn id="39" idx="1"/>
            <a:endCxn id="633" idx="1"/>
          </p:cNvCxnSpPr>
          <p:nvPr/>
        </p:nvCxnSpPr>
        <p:spPr>
          <a:xfrm rot="10800000" flipH="1" flipV="1">
            <a:off x="3960705" y="3918624"/>
            <a:ext cx="230338" cy="1303295"/>
          </a:xfrm>
          <a:prstGeom prst="bentConnector3">
            <a:avLst>
              <a:gd name="adj1" fmla="val -99245"/>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3" name="Elbow Connector 1442">
            <a:extLst>
              <a:ext uri="{FF2B5EF4-FFF2-40B4-BE49-F238E27FC236}">
                <a16:creationId xmlns:a16="http://schemas.microsoft.com/office/drawing/2014/main" id="{ABE91889-9336-CE5F-E49F-DF05469840F2}"/>
              </a:ext>
            </a:extLst>
          </p:cNvPr>
          <p:cNvCxnSpPr>
            <a:cxnSpLocks/>
            <a:stCxn id="633" idx="3"/>
          </p:cNvCxnSpPr>
          <p:nvPr/>
        </p:nvCxnSpPr>
        <p:spPr>
          <a:xfrm flipV="1">
            <a:off x="4574545" y="4475536"/>
            <a:ext cx="5798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9" name="Straight Connector 1448">
            <a:extLst>
              <a:ext uri="{FF2B5EF4-FFF2-40B4-BE49-F238E27FC236}">
                <a16:creationId xmlns:a16="http://schemas.microsoft.com/office/drawing/2014/main" id="{6AD6ECCF-E7D7-E3AE-DBAD-0AB83A78AC44}"/>
              </a:ext>
            </a:extLst>
          </p:cNvPr>
          <p:cNvCxnSpPr>
            <a:cxnSpLocks/>
          </p:cNvCxnSpPr>
          <p:nvPr/>
        </p:nvCxnSpPr>
        <p:spPr>
          <a:xfrm>
            <a:off x="3771683" y="7796254"/>
            <a:ext cx="2374466" cy="23329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5" name="Straight Connector 1454">
            <a:extLst>
              <a:ext uri="{FF2B5EF4-FFF2-40B4-BE49-F238E27FC236}">
                <a16:creationId xmlns:a16="http://schemas.microsoft.com/office/drawing/2014/main" id="{3E7D99C6-9626-FF81-1C37-753BD126355D}"/>
              </a:ext>
            </a:extLst>
          </p:cNvPr>
          <p:cNvCxnSpPr>
            <a:cxnSpLocks/>
          </p:cNvCxnSpPr>
          <p:nvPr/>
        </p:nvCxnSpPr>
        <p:spPr>
          <a:xfrm>
            <a:off x="5246882" y="7738359"/>
            <a:ext cx="899267" cy="6398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B8098D0C-B85B-2D82-9215-F390911A2823}"/>
              </a:ext>
            </a:extLst>
          </p:cNvPr>
          <p:cNvCxnSpPr>
            <a:cxnSpLocks/>
          </p:cNvCxnSpPr>
          <p:nvPr/>
        </p:nvCxnSpPr>
        <p:spPr>
          <a:xfrm flipH="1">
            <a:off x="7488834" y="4780452"/>
            <a:ext cx="835090" cy="301580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92A9745F-5975-8439-2B19-84B697194C73}"/>
              </a:ext>
            </a:extLst>
          </p:cNvPr>
          <p:cNvCxnSpPr>
            <a:cxnSpLocks/>
          </p:cNvCxnSpPr>
          <p:nvPr/>
        </p:nvCxnSpPr>
        <p:spPr>
          <a:xfrm flipH="1">
            <a:off x="6465935" y="2441838"/>
            <a:ext cx="377844" cy="127785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E40CC8B7-1407-E943-A397-270D266924DF}"/>
              </a:ext>
            </a:extLst>
          </p:cNvPr>
          <p:cNvCxnSpPr>
            <a:cxnSpLocks/>
          </p:cNvCxnSpPr>
          <p:nvPr/>
        </p:nvCxnSpPr>
        <p:spPr>
          <a:xfrm flipH="1">
            <a:off x="8326816" y="3452902"/>
            <a:ext cx="77525" cy="131589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ADE75C5E-6E31-3C44-24F9-D01A8FB33187}"/>
              </a:ext>
            </a:extLst>
          </p:cNvPr>
          <p:cNvCxnSpPr>
            <a:cxnSpLocks/>
          </p:cNvCxnSpPr>
          <p:nvPr/>
        </p:nvCxnSpPr>
        <p:spPr>
          <a:xfrm>
            <a:off x="7486490" y="7796254"/>
            <a:ext cx="546295" cy="5924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1" name="Straight Connector 610">
            <a:extLst>
              <a:ext uri="{FF2B5EF4-FFF2-40B4-BE49-F238E27FC236}">
                <a16:creationId xmlns:a16="http://schemas.microsoft.com/office/drawing/2014/main" id="{1EBE8175-3AD8-38C2-F842-3F3F80BC0BBB}"/>
              </a:ext>
            </a:extLst>
          </p:cNvPr>
          <p:cNvCxnSpPr>
            <a:cxnSpLocks/>
          </p:cNvCxnSpPr>
          <p:nvPr/>
        </p:nvCxnSpPr>
        <p:spPr>
          <a:xfrm>
            <a:off x="5696515" y="7791170"/>
            <a:ext cx="449634" cy="59478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AE7DB7E6-333F-1238-C6BD-AA0B2CA57250}"/>
              </a:ext>
            </a:extLst>
          </p:cNvPr>
          <p:cNvCxnSpPr>
            <a:cxnSpLocks/>
          </p:cNvCxnSpPr>
          <p:nvPr/>
        </p:nvCxnSpPr>
        <p:spPr>
          <a:xfrm flipH="1">
            <a:off x="8043965" y="6459396"/>
            <a:ext cx="1214078" cy="366978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633" name="Graphic 632" descr="Paper outline">
            <a:extLst>
              <a:ext uri="{FF2B5EF4-FFF2-40B4-BE49-F238E27FC236}">
                <a16:creationId xmlns:a16="http://schemas.microsoft.com/office/drawing/2014/main" id="{EFE9B6C4-74A1-B39E-768D-1AE5BA13C5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91043" y="5041103"/>
            <a:ext cx="383502" cy="361633"/>
          </a:xfrm>
          <a:prstGeom prst="rect">
            <a:avLst/>
          </a:prstGeom>
        </p:spPr>
      </p:pic>
      <p:pic>
        <p:nvPicPr>
          <p:cNvPr id="637" name="Graphic 636" descr="Paper outline">
            <a:extLst>
              <a:ext uri="{FF2B5EF4-FFF2-40B4-BE49-F238E27FC236}">
                <a16:creationId xmlns:a16="http://schemas.microsoft.com/office/drawing/2014/main" id="{17B7294E-3F6F-C76C-98DB-D1C4A371EF0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27342" y="5932727"/>
            <a:ext cx="383502" cy="361633"/>
          </a:xfrm>
          <a:prstGeom prst="rect">
            <a:avLst/>
          </a:prstGeom>
        </p:spPr>
      </p:pic>
      <p:cxnSp>
        <p:nvCxnSpPr>
          <p:cNvPr id="638" name="Elbow Connector 637">
            <a:extLst>
              <a:ext uri="{FF2B5EF4-FFF2-40B4-BE49-F238E27FC236}">
                <a16:creationId xmlns:a16="http://schemas.microsoft.com/office/drawing/2014/main" id="{663F4F32-8E48-0A09-BA7B-AFDC89197901}"/>
              </a:ext>
            </a:extLst>
          </p:cNvPr>
          <p:cNvCxnSpPr>
            <a:cxnSpLocks/>
            <a:stCxn id="637" idx="3"/>
          </p:cNvCxnSpPr>
          <p:nvPr/>
        </p:nvCxnSpPr>
        <p:spPr>
          <a:xfrm flipV="1">
            <a:off x="5510844" y="4663544"/>
            <a:ext cx="110288" cy="14500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59" name="Elbow Connector 258">
            <a:extLst>
              <a:ext uri="{FF2B5EF4-FFF2-40B4-BE49-F238E27FC236}">
                <a16:creationId xmlns:a16="http://schemas.microsoft.com/office/drawing/2014/main" id="{F8510FD2-DFB0-4228-141F-7AC7EDDB2500}"/>
              </a:ext>
            </a:extLst>
          </p:cNvPr>
          <p:cNvCxnSpPr>
            <a:cxnSpLocks/>
            <a:stCxn id="637" idx="1"/>
          </p:cNvCxnSpPr>
          <p:nvPr/>
        </p:nvCxnSpPr>
        <p:spPr>
          <a:xfrm rot="10800000">
            <a:off x="4740346" y="4437806"/>
            <a:ext cx="386996" cy="1675739"/>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D1FB94D3-70D6-B941-4BCC-F6A981B7E02B}"/>
              </a:ext>
            </a:extLst>
          </p:cNvPr>
          <p:cNvCxnSpPr>
            <a:cxnSpLocks/>
          </p:cNvCxnSpPr>
          <p:nvPr/>
        </p:nvCxnSpPr>
        <p:spPr>
          <a:xfrm flipV="1">
            <a:off x="7492988" y="3719690"/>
            <a:ext cx="825940" cy="132920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2087FE60-9B57-EF98-FCFE-D5F0FA946326}"/>
              </a:ext>
            </a:extLst>
          </p:cNvPr>
          <p:cNvSpPr txBox="1"/>
          <p:nvPr/>
        </p:nvSpPr>
        <p:spPr>
          <a:xfrm>
            <a:off x="2903215" y="8988843"/>
            <a:ext cx="378719"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57" name="Line">
            <a:extLst>
              <a:ext uri="{FF2B5EF4-FFF2-40B4-BE49-F238E27FC236}">
                <a16:creationId xmlns:a16="http://schemas.microsoft.com/office/drawing/2014/main" id="{6C81A7C9-CE58-FAEE-1149-883CE964AD1E}"/>
              </a:ext>
            </a:extLst>
          </p:cNvPr>
          <p:cNvSpPr/>
          <p:nvPr/>
        </p:nvSpPr>
        <p:spPr>
          <a:xfrm flipV="1">
            <a:off x="3281934" y="8376780"/>
            <a:ext cx="6577" cy="175239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1" name="TextBox 1370">
            <a:extLst>
              <a:ext uri="{FF2B5EF4-FFF2-40B4-BE49-F238E27FC236}">
                <a16:creationId xmlns:a16="http://schemas.microsoft.com/office/drawing/2014/main" id="{DEAD20A2-8209-2434-1337-23A4635E0272}"/>
              </a:ext>
            </a:extLst>
          </p:cNvPr>
          <p:cNvSpPr txBox="1"/>
          <p:nvPr/>
        </p:nvSpPr>
        <p:spPr>
          <a:xfrm>
            <a:off x="2710613" y="6311806"/>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1372" name="TextBox 1371">
            <a:extLst>
              <a:ext uri="{FF2B5EF4-FFF2-40B4-BE49-F238E27FC236}">
                <a16:creationId xmlns:a16="http://schemas.microsoft.com/office/drawing/2014/main" id="{94DF7F58-F2D6-02BD-622B-DF5A2D1DA385}"/>
              </a:ext>
            </a:extLst>
          </p:cNvPr>
          <p:cNvSpPr txBox="1"/>
          <p:nvPr/>
        </p:nvSpPr>
        <p:spPr>
          <a:xfrm>
            <a:off x="2737323" y="4078400"/>
            <a:ext cx="538018"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Schema layer</a:t>
            </a:r>
            <a:endParaRPr kumimoji="0" lang="en-US" sz="1000" b="0" i="0" u="none" strike="noStrike" cap="none" spc="0" normalizeH="0" baseline="0" dirty="0">
              <a:ln>
                <a:noFill/>
              </a:ln>
              <a:solidFill>
                <a:srgbClr val="4C4C4C"/>
              </a:solidFill>
              <a:effectLst/>
              <a:uFillTx/>
              <a:sym typeface="Source Sans Pro"/>
            </a:endParaRPr>
          </a:p>
        </p:txBody>
      </p:sp>
      <p:sp>
        <p:nvSpPr>
          <p:cNvPr id="1373" name="Line">
            <a:extLst>
              <a:ext uri="{FF2B5EF4-FFF2-40B4-BE49-F238E27FC236}">
                <a16:creationId xmlns:a16="http://schemas.microsoft.com/office/drawing/2014/main" id="{70B9FC3D-F9C4-7DA5-1458-99A19931BCE8}"/>
              </a:ext>
            </a:extLst>
          </p:cNvPr>
          <p:cNvSpPr/>
          <p:nvPr/>
        </p:nvSpPr>
        <p:spPr>
          <a:xfrm flipV="1">
            <a:off x="3281934" y="5058004"/>
            <a:ext cx="4795" cy="273316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4" name="Line">
            <a:extLst>
              <a:ext uri="{FF2B5EF4-FFF2-40B4-BE49-F238E27FC236}">
                <a16:creationId xmlns:a16="http://schemas.microsoft.com/office/drawing/2014/main" id="{E4265F82-C8B5-994A-24BA-1B94CAF50F9F}"/>
              </a:ext>
            </a:extLst>
          </p:cNvPr>
          <p:cNvSpPr/>
          <p:nvPr/>
        </p:nvSpPr>
        <p:spPr>
          <a:xfrm flipH="1" flipV="1">
            <a:off x="3284842" y="3718244"/>
            <a:ext cx="7644" cy="105055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5" name="Line">
            <a:extLst>
              <a:ext uri="{FF2B5EF4-FFF2-40B4-BE49-F238E27FC236}">
                <a16:creationId xmlns:a16="http://schemas.microsoft.com/office/drawing/2014/main" id="{91A0C10E-E141-35B8-BEAC-1D684A2AE198}"/>
              </a:ext>
            </a:extLst>
          </p:cNvPr>
          <p:cNvSpPr/>
          <p:nvPr/>
        </p:nvSpPr>
        <p:spPr>
          <a:xfrm flipV="1">
            <a:off x="3282696" y="2440335"/>
            <a:ext cx="1800" cy="101254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6" name="TextBox 1375">
            <a:extLst>
              <a:ext uri="{FF2B5EF4-FFF2-40B4-BE49-F238E27FC236}">
                <a16:creationId xmlns:a16="http://schemas.microsoft.com/office/drawing/2014/main" id="{597903F8-BB11-6030-A7CF-5A81BA538AC9}"/>
              </a:ext>
            </a:extLst>
          </p:cNvPr>
          <p:cNvSpPr txBox="1"/>
          <p:nvPr/>
        </p:nvSpPr>
        <p:spPr>
          <a:xfrm>
            <a:off x="2764003" y="2780250"/>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3" name="Manipulate Variables">
            <a:extLst>
              <a:ext uri="{FF2B5EF4-FFF2-40B4-BE49-F238E27FC236}">
                <a16:creationId xmlns:a16="http://schemas.microsoft.com/office/drawing/2014/main" id="{6B332993-F4D3-C9C9-C85E-3B2A2EBA458A}"/>
              </a:ext>
            </a:extLst>
          </p:cNvPr>
          <p:cNvSpPr txBox="1"/>
          <p:nvPr/>
        </p:nvSpPr>
        <p:spPr>
          <a:xfrm>
            <a:off x="118872" y="8716040"/>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User Layer</a:t>
            </a:r>
          </a:p>
        </p:txBody>
      </p:sp>
      <p:sp>
        <p:nvSpPr>
          <p:cNvPr id="9" name="Manipulate Variables">
            <a:extLst>
              <a:ext uri="{FF2B5EF4-FFF2-40B4-BE49-F238E27FC236}">
                <a16:creationId xmlns:a16="http://schemas.microsoft.com/office/drawing/2014/main" id="{2A72F6B7-0D96-E59A-9246-CCC1FE05AC95}"/>
              </a:ext>
            </a:extLst>
          </p:cNvPr>
          <p:cNvSpPr txBox="1"/>
          <p:nvPr/>
        </p:nvSpPr>
        <p:spPr>
          <a:xfrm>
            <a:off x="114787" y="6733509"/>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Module Layer</a:t>
            </a:r>
          </a:p>
        </p:txBody>
      </p:sp>
      <p:sp>
        <p:nvSpPr>
          <p:cNvPr id="11" name="TextBox 10">
            <a:extLst>
              <a:ext uri="{FF2B5EF4-FFF2-40B4-BE49-F238E27FC236}">
                <a16:creationId xmlns:a16="http://schemas.microsoft.com/office/drawing/2014/main" id="{6440CDA2-6B93-CFD2-BD1D-9202E88EFAE9}"/>
              </a:ext>
            </a:extLst>
          </p:cNvPr>
          <p:cNvSpPr txBox="1"/>
          <p:nvPr/>
        </p:nvSpPr>
        <p:spPr>
          <a:xfrm>
            <a:off x="82296" y="6985501"/>
            <a:ext cx="2305858" cy="1736292"/>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In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Kaiāulu</a:t>
            </a:r>
            <a:r>
              <a:rPr lang="en-US" sz="1000" b="0" dirty="0">
                <a:solidFill>
                  <a:schemeClr val="bg2">
                    <a:lumMod val="10000"/>
                  </a:schemeClr>
                </a:solidFill>
                <a:latin typeface="Source Sans Pro" panose="020B0503030403020204" pitchFamily="34" charset="0"/>
                <a:ea typeface="Source Sans Pro" panose="020B0503030403020204" pitchFamily="34" charset="0"/>
              </a:rPr>
              <a:t>, files are traditionally separated by their file type, such as functions (.R), documentation (.Rd), and Notebooks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Rmd</a:t>
            </a:r>
            <a:r>
              <a:rPr lang="en-US" sz="1000" b="0" dirty="0">
                <a:solidFill>
                  <a:schemeClr val="bg2">
                    <a:lumMod val="10000"/>
                  </a:schemeClr>
                </a:solidFill>
                <a:latin typeface="Source Sans Pro" panose="020B0503030403020204" pitchFamily="34" charset="0"/>
                <a:ea typeface="Source Sans Pro" panose="020B0503030403020204" pitchFamily="34" charset="0"/>
              </a:rPr>
              <a:t>). However, the reference API site and MySQL Workbench structure information by grouping it based on the data source. The benefit of this approach is to simplify the process by limiting the scope of files needed for a given analysis.</a:t>
            </a:r>
          </a:p>
        </p:txBody>
      </p:sp>
      <p:sp>
        <p:nvSpPr>
          <p:cNvPr id="12" name="Manipulate Variables">
            <a:extLst>
              <a:ext uri="{FF2B5EF4-FFF2-40B4-BE49-F238E27FC236}">
                <a16:creationId xmlns:a16="http://schemas.microsoft.com/office/drawing/2014/main" id="{D08FE694-CE26-B7A0-8908-3E0E5DD5BC54}"/>
              </a:ext>
            </a:extLst>
          </p:cNvPr>
          <p:cNvSpPr txBox="1"/>
          <p:nvPr/>
        </p:nvSpPr>
        <p:spPr>
          <a:xfrm>
            <a:off x="114321" y="4962788"/>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Schema Layer</a:t>
            </a:r>
          </a:p>
        </p:txBody>
      </p:sp>
      <p:sp>
        <p:nvSpPr>
          <p:cNvPr id="13" name="TextBox 12">
            <a:extLst>
              <a:ext uri="{FF2B5EF4-FFF2-40B4-BE49-F238E27FC236}">
                <a16:creationId xmlns:a16="http://schemas.microsoft.com/office/drawing/2014/main" id="{78594730-0540-C3B2-EFE1-EE3DAC9BF41B}"/>
              </a:ext>
            </a:extLst>
          </p:cNvPr>
          <p:cNvSpPr txBox="1"/>
          <p:nvPr/>
        </p:nvSpPr>
        <p:spPr>
          <a:xfrm>
            <a:off x="82885" y="5214780"/>
            <a:ext cx="2304819" cy="1520848"/>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In </a:t>
            </a:r>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sz="1000" b="0" dirty="0">
                <a:solidFill>
                  <a:schemeClr val="bg2">
                    <a:lumMod val="10000"/>
                  </a:schemeClr>
                </a:solidFill>
                <a:latin typeface="Source Sans Pro" panose="020B0503030403020204" pitchFamily="34" charset="0"/>
                <a:ea typeface="Source Sans Pro" panose="020B0503030403020204" pitchFamily="34" charset="0"/>
              </a:rPr>
              <a:t>, raw data sources are represented as tables. This facilitates both data exploration and connect tables containing common columns. Kaiaulu standardizes the nomenclature of columns from different data sources, and the data schema facilitates identifying what columns can be combined for different analysis (e.g.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bug_count.Rmd</a:t>
            </a:r>
            <a:r>
              <a:rPr lang="en-US" sz="1000" b="0" dirty="0">
                <a:solidFill>
                  <a:schemeClr val="bg2">
                    <a:lumMod val="10000"/>
                  </a:schemeClr>
                </a:solidFill>
                <a:latin typeface="Source Sans Pro" panose="020B0503030403020204" pitchFamily="34" charset="0"/>
                <a:ea typeface="Source Sans Pro" panose="020B0503030403020204" pitchFamily="34" charset="0"/>
              </a:rPr>
              <a:t>).</a:t>
            </a:r>
          </a:p>
        </p:txBody>
      </p:sp>
      <p:sp>
        <p:nvSpPr>
          <p:cNvPr id="14" name="Manipulate Variables">
            <a:extLst>
              <a:ext uri="{FF2B5EF4-FFF2-40B4-BE49-F238E27FC236}">
                <a16:creationId xmlns:a16="http://schemas.microsoft.com/office/drawing/2014/main" id="{28327676-AE4D-6C3B-FC34-B983485D2E7D}"/>
              </a:ext>
            </a:extLst>
          </p:cNvPr>
          <p:cNvSpPr txBox="1"/>
          <p:nvPr/>
        </p:nvSpPr>
        <p:spPr>
          <a:xfrm>
            <a:off x="117935" y="3335350"/>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Data Layer</a:t>
            </a:r>
          </a:p>
        </p:txBody>
      </p:sp>
      <p:sp>
        <p:nvSpPr>
          <p:cNvPr id="17" name="TextBox 16">
            <a:extLst>
              <a:ext uri="{FF2B5EF4-FFF2-40B4-BE49-F238E27FC236}">
                <a16:creationId xmlns:a16="http://schemas.microsoft.com/office/drawing/2014/main" id="{FB5E31A3-E9F9-B72A-E9CA-6982227A0C43}"/>
              </a:ext>
            </a:extLst>
          </p:cNvPr>
          <p:cNvSpPr txBox="1"/>
          <p:nvPr/>
        </p:nvSpPr>
        <p:spPr>
          <a:xfrm>
            <a:off x="86221" y="3592348"/>
            <a:ext cx="2304818" cy="136696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sz="1000" b="0" dirty="0">
                <a:solidFill>
                  <a:schemeClr val="bg2">
                    <a:lumMod val="10000"/>
                  </a:schemeClr>
                </a:solidFill>
                <a:latin typeface="Source Sans Pro" panose="020B0503030403020204" pitchFamily="34" charset="0"/>
                <a:ea typeface="Source Sans Pro" panose="020B0503030403020204" pitchFamily="34" charset="0"/>
              </a:rPr>
              <a:t> Data Layer represents the various types of raw data associated to different software development infrastructure (Mail, JIRA, GitHub). This dataset is generally difficult to connect to other data sources or is not easily readable in table form for data exploration.</a:t>
            </a:r>
          </a:p>
        </p:txBody>
      </p:sp>
      <p:sp>
        <p:nvSpPr>
          <p:cNvPr id="1396" name="TextBox 1395">
            <a:extLst>
              <a:ext uri="{FF2B5EF4-FFF2-40B4-BE49-F238E27FC236}">
                <a16:creationId xmlns:a16="http://schemas.microsoft.com/office/drawing/2014/main" id="{F063D301-9FE5-6910-3860-43256E4EDCDC}"/>
              </a:ext>
            </a:extLst>
          </p:cNvPr>
          <p:cNvSpPr txBox="1"/>
          <p:nvPr/>
        </p:nvSpPr>
        <p:spPr>
          <a:xfrm>
            <a:off x="10963656" y="4680581"/>
            <a:ext cx="2912948" cy="75140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When tables incorporate data from multiple sources, they can connect to external modules. Viewing these external module connections follows the exact same process as viewing internal table relationships.</a:t>
            </a:r>
          </a:p>
        </p:txBody>
      </p:sp>
      <p:sp>
        <p:nvSpPr>
          <p:cNvPr id="1398" name="Manipulate Variables">
            <a:extLst>
              <a:ext uri="{FF2B5EF4-FFF2-40B4-BE49-F238E27FC236}">
                <a16:creationId xmlns:a16="http://schemas.microsoft.com/office/drawing/2014/main" id="{3FA922D3-41C8-01DD-64DC-02E3A933567E}"/>
              </a:ext>
            </a:extLst>
          </p:cNvPr>
          <p:cNvSpPr txBox="1"/>
          <p:nvPr/>
        </p:nvSpPr>
        <p:spPr>
          <a:xfrm>
            <a:off x="10991088" y="4423288"/>
            <a:ext cx="282908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External Module Connections</a:t>
            </a:r>
          </a:p>
        </p:txBody>
      </p:sp>
      <p:grpSp>
        <p:nvGrpSpPr>
          <p:cNvPr id="451" name="Group 450">
            <a:extLst>
              <a:ext uri="{FF2B5EF4-FFF2-40B4-BE49-F238E27FC236}">
                <a16:creationId xmlns:a16="http://schemas.microsoft.com/office/drawing/2014/main" id="{E6C6286B-64E7-FC1C-805C-22E8CB2CA57B}"/>
              </a:ext>
            </a:extLst>
          </p:cNvPr>
          <p:cNvGrpSpPr/>
          <p:nvPr/>
        </p:nvGrpSpPr>
        <p:grpSpPr>
          <a:xfrm>
            <a:off x="11864202" y="5531438"/>
            <a:ext cx="999454" cy="700110"/>
            <a:chOff x="3243530" y="3828629"/>
            <a:chExt cx="1076931" cy="700110"/>
          </a:xfrm>
        </p:grpSpPr>
        <p:sp>
          <p:nvSpPr>
            <p:cNvPr id="465" name="Rectangle 464">
              <a:extLst>
                <a:ext uri="{FF2B5EF4-FFF2-40B4-BE49-F238E27FC236}">
                  <a16:creationId xmlns:a16="http://schemas.microsoft.com/office/drawing/2014/main" id="{5F0FBBDD-6AD4-29F5-19AD-2A483413E3D4}"/>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6" name="Rectangle 465">
              <a:extLst>
                <a:ext uri="{FF2B5EF4-FFF2-40B4-BE49-F238E27FC236}">
                  <a16:creationId xmlns:a16="http://schemas.microsoft.com/office/drawing/2014/main" id="{FC090F33-B8A9-FA1F-FCFE-920165EC179A}"/>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8" name="Elbow Connector 1353">
              <a:extLst>
                <a:ext uri="{FF2B5EF4-FFF2-40B4-BE49-F238E27FC236}">
                  <a16:creationId xmlns:a16="http://schemas.microsoft.com/office/drawing/2014/main" id="{B2B977D9-D577-02D4-F9B6-2CF2FE7CEE85}"/>
                </a:ext>
              </a:extLst>
            </p:cNvPr>
            <p:cNvCxnSpPr>
              <a:cxnSpLocks/>
              <a:endCxn id="46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71" name="Rectangle 470">
              <a:extLst>
                <a:ext uri="{FF2B5EF4-FFF2-40B4-BE49-F238E27FC236}">
                  <a16:creationId xmlns:a16="http://schemas.microsoft.com/office/drawing/2014/main" id="{DBADA77A-030F-3EDB-D066-0AAC5F0FEC2E}"/>
                </a:ext>
              </a:extLst>
            </p:cNvPr>
            <p:cNvSpPr/>
            <p:nvPr/>
          </p:nvSpPr>
          <p:spPr>
            <a:xfrm>
              <a:off x="324566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72" name="Rectangle 471">
              <a:extLst>
                <a:ext uri="{FF2B5EF4-FFF2-40B4-BE49-F238E27FC236}">
                  <a16:creationId xmlns:a16="http://schemas.microsoft.com/office/drawing/2014/main" id="{41BD36B3-DD5A-1363-DD1B-0A81A90468F4}"/>
                </a:ext>
              </a:extLst>
            </p:cNvPr>
            <p:cNvSpPr/>
            <p:nvPr/>
          </p:nvSpPr>
          <p:spPr>
            <a:xfrm>
              <a:off x="3852833" y="418783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479" name="Elbow Connector 1438">
            <a:extLst>
              <a:ext uri="{FF2B5EF4-FFF2-40B4-BE49-F238E27FC236}">
                <a16:creationId xmlns:a16="http://schemas.microsoft.com/office/drawing/2014/main" id="{B5B8CE0A-DF6B-69BB-5010-71ABB4624B97}"/>
              </a:ext>
            </a:extLst>
          </p:cNvPr>
          <p:cNvCxnSpPr>
            <a:cxnSpLocks/>
            <a:stCxn id="466" idx="2"/>
            <a:endCxn id="481" idx="0"/>
          </p:cNvCxnSpPr>
          <p:nvPr/>
        </p:nvCxnSpPr>
        <p:spPr>
          <a:xfrm rot="16200000" flipH="1">
            <a:off x="11700895" y="6252331"/>
            <a:ext cx="952464" cy="190736"/>
          </a:xfrm>
          <a:prstGeom prst="bentConnector3">
            <a:avLst>
              <a:gd name="adj1" fmla="val 50000"/>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480" name="Elbow Connector 1442">
            <a:extLst>
              <a:ext uri="{FF2B5EF4-FFF2-40B4-BE49-F238E27FC236}">
                <a16:creationId xmlns:a16="http://schemas.microsoft.com/office/drawing/2014/main" id="{42F94259-C269-7FAA-D1DD-E3B20BED2AE1}"/>
              </a:ext>
            </a:extLst>
          </p:cNvPr>
          <p:cNvCxnSpPr>
            <a:cxnSpLocks/>
            <a:stCxn id="481" idx="3"/>
            <a:endCxn id="465" idx="2"/>
          </p:cNvCxnSpPr>
          <p:nvPr/>
        </p:nvCxnSpPr>
        <p:spPr>
          <a:xfrm flipV="1">
            <a:off x="12450451" y="6231548"/>
            <a:ext cx="195649" cy="7732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pic>
        <p:nvPicPr>
          <p:cNvPr id="481" name="Graphic 480" descr="Paper outline">
            <a:extLst>
              <a:ext uri="{FF2B5EF4-FFF2-40B4-BE49-F238E27FC236}">
                <a16:creationId xmlns:a16="http://schemas.microsoft.com/office/drawing/2014/main" id="{1EEE93E0-B5F1-55FE-2274-B54F7BAE47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094539" y="6823931"/>
            <a:ext cx="355912" cy="361633"/>
          </a:xfrm>
          <a:prstGeom prst="rect">
            <a:avLst/>
          </a:prstGeom>
        </p:spPr>
      </p:pic>
      <p:sp>
        <p:nvSpPr>
          <p:cNvPr id="486" name="Layout Suggestions">
            <a:extLst>
              <a:ext uri="{FF2B5EF4-FFF2-40B4-BE49-F238E27FC236}">
                <a16:creationId xmlns:a16="http://schemas.microsoft.com/office/drawing/2014/main" id="{720B225F-FA7A-E6DC-6C88-9D8A467E55A1}"/>
              </a:ext>
            </a:extLst>
          </p:cNvPr>
          <p:cNvSpPr txBox="1"/>
          <p:nvPr/>
        </p:nvSpPr>
        <p:spPr>
          <a:xfrm>
            <a:off x="3292486" y="1371005"/>
            <a:ext cx="3892248" cy="377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800" b="0" dirty="0" err="1">
                <a:solidFill>
                  <a:srgbClr val="628DB5"/>
                </a:solidFill>
                <a:latin typeface="Source Sans Pro" panose="020B0503030403020204" pitchFamily="34" charset="0"/>
                <a:ea typeface="Source Sans Pro" panose="020B0503030403020204" pitchFamily="34" charset="0"/>
                <a:sym typeface="Source Sans Pro Light"/>
              </a:rPr>
              <a:t>Kaiāulu</a:t>
            </a:r>
            <a:r>
              <a:rPr lang="en-US" dirty="0">
                <a:solidFill>
                  <a:srgbClr val="628DB5"/>
                </a:solidFill>
              </a:rPr>
              <a:t> Architecture</a:t>
            </a:r>
            <a:endParaRPr dirty="0">
              <a:solidFill>
                <a:srgbClr val="628DB5"/>
              </a:solidFill>
            </a:endParaRPr>
          </a:p>
        </p:txBody>
      </p:sp>
      <p:sp>
        <p:nvSpPr>
          <p:cNvPr id="487" name="Line">
            <a:extLst>
              <a:ext uri="{FF2B5EF4-FFF2-40B4-BE49-F238E27FC236}">
                <a16:creationId xmlns:a16="http://schemas.microsoft.com/office/drawing/2014/main" id="{B0F98B28-F913-B5B7-800B-E3B93C56932D}"/>
              </a:ext>
            </a:extLst>
          </p:cNvPr>
          <p:cNvSpPr/>
          <p:nvPr/>
        </p:nvSpPr>
        <p:spPr>
          <a:xfrm>
            <a:off x="3279595" y="1676220"/>
            <a:ext cx="7569556" cy="864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88" name="Line">
            <a:extLst>
              <a:ext uri="{FF2B5EF4-FFF2-40B4-BE49-F238E27FC236}">
                <a16:creationId xmlns:a16="http://schemas.microsoft.com/office/drawing/2014/main" id="{168E5185-6310-132F-A6AF-AC15E2AC9432}"/>
              </a:ext>
            </a:extLst>
          </p:cNvPr>
          <p:cNvSpPr/>
          <p:nvPr/>
        </p:nvSpPr>
        <p:spPr>
          <a:xfrm flipV="1">
            <a:off x="154511" y="1684861"/>
            <a:ext cx="2582812" cy="2232"/>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89" name="Layout Suggestions">
            <a:extLst>
              <a:ext uri="{FF2B5EF4-FFF2-40B4-BE49-F238E27FC236}">
                <a16:creationId xmlns:a16="http://schemas.microsoft.com/office/drawing/2014/main" id="{CD04EB55-DE33-0377-1007-F9D0BAB54439}"/>
              </a:ext>
            </a:extLst>
          </p:cNvPr>
          <p:cNvSpPr txBox="1"/>
          <p:nvPr/>
        </p:nvSpPr>
        <p:spPr>
          <a:xfrm>
            <a:off x="10991088" y="7303173"/>
            <a:ext cx="222959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Module API</a:t>
            </a:r>
          </a:p>
        </p:txBody>
      </p:sp>
      <p:sp>
        <p:nvSpPr>
          <p:cNvPr id="490" name="TextBox 489">
            <a:extLst>
              <a:ext uri="{FF2B5EF4-FFF2-40B4-BE49-F238E27FC236}">
                <a16:creationId xmlns:a16="http://schemas.microsoft.com/office/drawing/2014/main" id="{9E6E5D4A-EE6F-F555-3F28-E5AFF76556CC}"/>
              </a:ext>
            </a:extLst>
          </p:cNvPr>
          <p:cNvSpPr txBox="1"/>
          <p:nvPr/>
        </p:nvSpPr>
        <p:spPr>
          <a:xfrm>
            <a:off x="10963656" y="7646088"/>
            <a:ext cx="2912948" cy="142851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Due to the direct 1-to-1 relationship between the data schema and the modules, understanding the schema clarifies the modules themselves. Familiarity with these modules allows users to easily identify which functions in the code interact with specific tables from any given data source.</a:t>
            </a:r>
          </a:p>
        </p:txBody>
      </p:sp>
      <p:grpSp>
        <p:nvGrpSpPr>
          <p:cNvPr id="493" name="Group 492">
            <a:extLst>
              <a:ext uri="{FF2B5EF4-FFF2-40B4-BE49-F238E27FC236}">
                <a16:creationId xmlns:a16="http://schemas.microsoft.com/office/drawing/2014/main" id="{8B2D35DC-5E62-83BA-2FFC-2C0751872BE6}"/>
              </a:ext>
            </a:extLst>
          </p:cNvPr>
          <p:cNvGrpSpPr/>
          <p:nvPr/>
        </p:nvGrpSpPr>
        <p:grpSpPr>
          <a:xfrm>
            <a:off x="12323350" y="9350329"/>
            <a:ext cx="402223" cy="555701"/>
            <a:chOff x="3294361" y="6407053"/>
            <a:chExt cx="533835" cy="690603"/>
          </a:xfrm>
        </p:grpSpPr>
        <p:sp>
          <p:nvSpPr>
            <p:cNvPr id="494" name="Rectangle 493">
              <a:extLst>
                <a:ext uri="{FF2B5EF4-FFF2-40B4-BE49-F238E27FC236}">
                  <a16:creationId xmlns:a16="http://schemas.microsoft.com/office/drawing/2014/main" id="{B3BE5F6A-AE36-1DEB-068E-1B6790C92E8E}"/>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5" name="Rectangle 494">
              <a:extLst>
                <a:ext uri="{FF2B5EF4-FFF2-40B4-BE49-F238E27FC236}">
                  <a16:creationId xmlns:a16="http://schemas.microsoft.com/office/drawing/2014/main" id="{97283FA3-3E9C-D9F3-8FE0-9D03FCA97A9B}"/>
                </a:ext>
              </a:extLst>
            </p:cNvPr>
            <p:cNvSpPr/>
            <p:nvPr/>
          </p:nvSpPr>
          <p:spPr>
            <a:xfrm>
              <a:off x="3578728" y="6407485"/>
              <a:ext cx="249468"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1446" name="Rectangle 1445">
            <a:extLst>
              <a:ext uri="{FF2B5EF4-FFF2-40B4-BE49-F238E27FC236}">
                <a16:creationId xmlns:a16="http://schemas.microsoft.com/office/drawing/2014/main" id="{2847A92C-3EE6-1B88-83ED-88EA8AF9AFB9}"/>
              </a:ext>
            </a:extLst>
          </p:cNvPr>
          <p:cNvSpPr/>
          <p:nvPr/>
        </p:nvSpPr>
        <p:spPr>
          <a:xfrm>
            <a:off x="11805995" y="9248875"/>
            <a:ext cx="353255" cy="273608"/>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56" name="Rectangle 1455">
            <a:extLst>
              <a:ext uri="{FF2B5EF4-FFF2-40B4-BE49-F238E27FC236}">
                <a16:creationId xmlns:a16="http://schemas.microsoft.com/office/drawing/2014/main" id="{F1D062D4-E78B-F794-6E0F-C2F5C1B91487}"/>
              </a:ext>
            </a:extLst>
          </p:cNvPr>
          <p:cNvSpPr/>
          <p:nvPr/>
        </p:nvSpPr>
        <p:spPr>
          <a:xfrm>
            <a:off x="11805995" y="9248875"/>
            <a:ext cx="107667" cy="7947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71" name="Rectangle 1470">
            <a:extLst>
              <a:ext uri="{FF2B5EF4-FFF2-40B4-BE49-F238E27FC236}">
                <a16:creationId xmlns:a16="http://schemas.microsoft.com/office/drawing/2014/main" id="{B3CBEE6F-AB04-4483-68AD-60EB0B6885F7}"/>
              </a:ext>
            </a:extLst>
          </p:cNvPr>
          <p:cNvSpPr/>
          <p:nvPr/>
        </p:nvSpPr>
        <p:spPr>
          <a:xfrm>
            <a:off x="11240049" y="9158014"/>
            <a:ext cx="353255" cy="27223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2" name="Line">
            <a:extLst>
              <a:ext uri="{FF2B5EF4-FFF2-40B4-BE49-F238E27FC236}">
                <a16:creationId xmlns:a16="http://schemas.microsoft.com/office/drawing/2014/main" id="{9D622CAA-C0BA-25D5-A3E7-83B0748EC984}"/>
              </a:ext>
            </a:extLst>
          </p:cNvPr>
          <p:cNvSpPr/>
          <p:nvPr/>
        </p:nvSpPr>
        <p:spPr>
          <a:xfrm flipV="1">
            <a:off x="11000867" y="2040642"/>
            <a:ext cx="2875737" cy="816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3" name="Line">
            <a:extLst>
              <a:ext uri="{FF2B5EF4-FFF2-40B4-BE49-F238E27FC236}">
                <a16:creationId xmlns:a16="http://schemas.microsoft.com/office/drawing/2014/main" id="{141CBFB6-2763-3464-FA54-4DABC3244C20}"/>
              </a:ext>
            </a:extLst>
          </p:cNvPr>
          <p:cNvSpPr/>
          <p:nvPr/>
        </p:nvSpPr>
        <p:spPr>
          <a:xfrm>
            <a:off x="11003167" y="7650596"/>
            <a:ext cx="2833925" cy="21347"/>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pic>
        <p:nvPicPr>
          <p:cNvPr id="1458" name="Graphic 1457" descr="User with solid fill">
            <a:extLst>
              <a:ext uri="{FF2B5EF4-FFF2-40B4-BE49-F238E27FC236}">
                <a16:creationId xmlns:a16="http://schemas.microsoft.com/office/drawing/2014/main" id="{EAC82D71-A765-2895-C8D4-5A6018D6FC1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151431" y="8389823"/>
            <a:ext cx="1893472" cy="1893472"/>
          </a:xfrm>
          <a:prstGeom prst="rect">
            <a:avLst/>
          </a:prstGeom>
        </p:spPr>
      </p:pic>
      <p:sp>
        <p:nvSpPr>
          <p:cNvPr id="1462" name="Rectangle 1461">
            <a:extLst>
              <a:ext uri="{FF2B5EF4-FFF2-40B4-BE49-F238E27FC236}">
                <a16:creationId xmlns:a16="http://schemas.microsoft.com/office/drawing/2014/main" id="{69F29E7D-7C9B-B8BF-436F-FD7186F385F4}"/>
              </a:ext>
            </a:extLst>
          </p:cNvPr>
          <p:cNvSpPr/>
          <p:nvPr/>
        </p:nvSpPr>
        <p:spPr>
          <a:xfrm>
            <a:off x="6146149" y="8378170"/>
            <a:ext cx="1897816" cy="1756090"/>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63" name="Rectangle 1462">
            <a:extLst>
              <a:ext uri="{FF2B5EF4-FFF2-40B4-BE49-F238E27FC236}">
                <a16:creationId xmlns:a16="http://schemas.microsoft.com/office/drawing/2014/main" id="{1D74749C-A1F5-CDB3-C3F6-85F2C4EE1BE4}"/>
              </a:ext>
            </a:extLst>
          </p:cNvPr>
          <p:cNvSpPr/>
          <p:nvPr/>
        </p:nvSpPr>
        <p:spPr>
          <a:xfrm>
            <a:off x="12981842" y="9762623"/>
            <a:ext cx="359684" cy="35971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464" name="Graphic 1463" descr="User with solid fill">
            <a:extLst>
              <a:ext uri="{FF2B5EF4-FFF2-40B4-BE49-F238E27FC236}">
                <a16:creationId xmlns:a16="http://schemas.microsoft.com/office/drawing/2014/main" id="{11D80271-C1F2-F208-6B9C-3CE71A53194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2985989" y="9775342"/>
            <a:ext cx="378214" cy="378214"/>
          </a:xfrm>
          <a:prstGeom prst="rect">
            <a:avLst/>
          </a:prstGeom>
        </p:spPr>
      </p:pic>
      <p:cxnSp>
        <p:nvCxnSpPr>
          <p:cNvPr id="44" name="Straight Connector 43">
            <a:extLst>
              <a:ext uri="{FF2B5EF4-FFF2-40B4-BE49-F238E27FC236}">
                <a16:creationId xmlns:a16="http://schemas.microsoft.com/office/drawing/2014/main" id="{3E813BB1-E401-6F0E-9C95-BD8B0496423A}"/>
              </a:ext>
            </a:extLst>
          </p:cNvPr>
          <p:cNvCxnSpPr>
            <a:cxnSpLocks/>
            <a:endCxn id="1456" idx="0"/>
          </p:cNvCxnSpPr>
          <p:nvPr/>
        </p:nvCxnSpPr>
        <p:spPr>
          <a:xfrm>
            <a:off x="11240049" y="9158014"/>
            <a:ext cx="619780" cy="9086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4" name="Straight Connector 53">
            <a:extLst>
              <a:ext uri="{FF2B5EF4-FFF2-40B4-BE49-F238E27FC236}">
                <a16:creationId xmlns:a16="http://schemas.microsoft.com/office/drawing/2014/main" id="{0FCC9747-036A-B6A0-62A4-37D4F29EB476}"/>
              </a:ext>
            </a:extLst>
          </p:cNvPr>
          <p:cNvCxnSpPr>
            <a:cxnSpLocks/>
          </p:cNvCxnSpPr>
          <p:nvPr/>
        </p:nvCxnSpPr>
        <p:spPr>
          <a:xfrm>
            <a:off x="11593304" y="9162845"/>
            <a:ext cx="565946" cy="8323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5" name="Straight Connector 1344">
            <a:extLst>
              <a:ext uri="{FF2B5EF4-FFF2-40B4-BE49-F238E27FC236}">
                <a16:creationId xmlns:a16="http://schemas.microsoft.com/office/drawing/2014/main" id="{C100B5B0-C92B-0004-B192-E537F973B386}"/>
              </a:ext>
            </a:extLst>
          </p:cNvPr>
          <p:cNvCxnSpPr>
            <a:cxnSpLocks/>
          </p:cNvCxnSpPr>
          <p:nvPr/>
        </p:nvCxnSpPr>
        <p:spPr>
          <a:xfrm>
            <a:off x="11240049" y="9430253"/>
            <a:ext cx="556015" cy="8693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6" name="Straight Connector 1345">
            <a:extLst>
              <a:ext uri="{FF2B5EF4-FFF2-40B4-BE49-F238E27FC236}">
                <a16:creationId xmlns:a16="http://schemas.microsoft.com/office/drawing/2014/main" id="{9D403385-F8DD-EE5E-064D-2BEC4F356907}"/>
              </a:ext>
            </a:extLst>
          </p:cNvPr>
          <p:cNvCxnSpPr>
            <a:cxnSpLocks/>
          </p:cNvCxnSpPr>
          <p:nvPr/>
        </p:nvCxnSpPr>
        <p:spPr>
          <a:xfrm>
            <a:off x="11593304" y="9430253"/>
            <a:ext cx="565946" cy="9223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7" name="Straight Connector 1346">
            <a:extLst>
              <a:ext uri="{FF2B5EF4-FFF2-40B4-BE49-F238E27FC236}">
                <a16:creationId xmlns:a16="http://schemas.microsoft.com/office/drawing/2014/main" id="{BCADA535-5EB7-F9E9-ABD8-0DEA4052D529}"/>
              </a:ext>
            </a:extLst>
          </p:cNvPr>
          <p:cNvCxnSpPr>
            <a:cxnSpLocks/>
          </p:cNvCxnSpPr>
          <p:nvPr/>
        </p:nvCxnSpPr>
        <p:spPr>
          <a:xfrm>
            <a:off x="11805995" y="9246084"/>
            <a:ext cx="526408" cy="10459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895841B6-3A2B-7E16-5741-88D7734E8425}"/>
              </a:ext>
            </a:extLst>
          </p:cNvPr>
          <p:cNvCxnSpPr>
            <a:cxnSpLocks/>
          </p:cNvCxnSpPr>
          <p:nvPr/>
        </p:nvCxnSpPr>
        <p:spPr>
          <a:xfrm>
            <a:off x="12157844" y="9248135"/>
            <a:ext cx="579086" cy="1025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8" name="Straight Connector 1377">
            <a:extLst>
              <a:ext uri="{FF2B5EF4-FFF2-40B4-BE49-F238E27FC236}">
                <a16:creationId xmlns:a16="http://schemas.microsoft.com/office/drawing/2014/main" id="{EDC1F86A-4C06-BEA9-9938-65B4850BEB32}"/>
              </a:ext>
            </a:extLst>
          </p:cNvPr>
          <p:cNvCxnSpPr>
            <a:cxnSpLocks/>
          </p:cNvCxnSpPr>
          <p:nvPr/>
        </p:nvCxnSpPr>
        <p:spPr>
          <a:xfrm>
            <a:off x="11805995" y="9521695"/>
            <a:ext cx="523743" cy="38741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82" name="Straight Connector 1381">
            <a:extLst>
              <a:ext uri="{FF2B5EF4-FFF2-40B4-BE49-F238E27FC236}">
                <a16:creationId xmlns:a16="http://schemas.microsoft.com/office/drawing/2014/main" id="{1D4E3D94-DC44-C854-B4C1-B9053683DC1D}"/>
              </a:ext>
            </a:extLst>
          </p:cNvPr>
          <p:cNvCxnSpPr>
            <a:cxnSpLocks/>
          </p:cNvCxnSpPr>
          <p:nvPr/>
        </p:nvCxnSpPr>
        <p:spPr>
          <a:xfrm>
            <a:off x="12153189" y="9522483"/>
            <a:ext cx="583741" cy="39195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99" name="Straight Connector 1398">
            <a:extLst>
              <a:ext uri="{FF2B5EF4-FFF2-40B4-BE49-F238E27FC236}">
                <a16:creationId xmlns:a16="http://schemas.microsoft.com/office/drawing/2014/main" id="{0FB2DFFD-8F3D-0D10-78D2-C9C5674F72A0}"/>
              </a:ext>
            </a:extLst>
          </p:cNvPr>
          <p:cNvCxnSpPr>
            <a:cxnSpLocks/>
          </p:cNvCxnSpPr>
          <p:nvPr/>
        </p:nvCxnSpPr>
        <p:spPr>
          <a:xfrm>
            <a:off x="12319074" y="9350675"/>
            <a:ext cx="663313" cy="41745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05" name="Straight Connector 1404">
            <a:extLst>
              <a:ext uri="{FF2B5EF4-FFF2-40B4-BE49-F238E27FC236}">
                <a16:creationId xmlns:a16="http://schemas.microsoft.com/office/drawing/2014/main" id="{DAB105CD-9763-0968-6EA7-C4B38F9D72F3}"/>
              </a:ext>
            </a:extLst>
          </p:cNvPr>
          <p:cNvCxnSpPr>
            <a:cxnSpLocks/>
          </p:cNvCxnSpPr>
          <p:nvPr/>
        </p:nvCxnSpPr>
        <p:spPr>
          <a:xfrm>
            <a:off x="12327072" y="9909110"/>
            <a:ext cx="655808" cy="2183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6" name="Straight Connector 455">
            <a:extLst>
              <a:ext uri="{FF2B5EF4-FFF2-40B4-BE49-F238E27FC236}">
                <a16:creationId xmlns:a16="http://schemas.microsoft.com/office/drawing/2014/main" id="{18378117-9905-3F24-5B5F-FAA6D154C80D}"/>
              </a:ext>
            </a:extLst>
          </p:cNvPr>
          <p:cNvCxnSpPr>
            <a:cxnSpLocks/>
          </p:cNvCxnSpPr>
          <p:nvPr/>
        </p:nvCxnSpPr>
        <p:spPr>
          <a:xfrm>
            <a:off x="12736930" y="9350675"/>
            <a:ext cx="605846" cy="41918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9" name="Straight Connector 458">
            <a:extLst>
              <a:ext uri="{FF2B5EF4-FFF2-40B4-BE49-F238E27FC236}">
                <a16:creationId xmlns:a16="http://schemas.microsoft.com/office/drawing/2014/main" id="{BC8AC4E4-2C1B-4468-04DB-2297441268A0}"/>
              </a:ext>
            </a:extLst>
          </p:cNvPr>
          <p:cNvCxnSpPr>
            <a:cxnSpLocks/>
          </p:cNvCxnSpPr>
          <p:nvPr/>
        </p:nvCxnSpPr>
        <p:spPr>
          <a:xfrm>
            <a:off x="12736930" y="9906444"/>
            <a:ext cx="602987" cy="21361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452" name="TextBox 451">
            <a:extLst>
              <a:ext uri="{FF2B5EF4-FFF2-40B4-BE49-F238E27FC236}">
                <a16:creationId xmlns:a16="http://schemas.microsoft.com/office/drawing/2014/main" id="{E7B98F53-FB80-5A84-95DF-15B3693AD08B}"/>
              </a:ext>
            </a:extLst>
          </p:cNvPr>
          <p:cNvSpPr txBox="1"/>
          <p:nvPr/>
        </p:nvSpPr>
        <p:spPr>
          <a:xfrm>
            <a:off x="10963656" y="2314459"/>
            <a:ext cx="2930010" cy="59751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Within the .</a:t>
            </a:r>
            <a:r>
              <a:rPr lang="en-US" sz="1000" b="0" dirty="0" err="1"/>
              <a:t>mwb</a:t>
            </a:r>
            <a:r>
              <a:rPr lang="en-US" sz="1000" b="0" dirty="0"/>
              <a:t> file, the columns used to connect tables can be located by hovering the cursor over a connection or a table to reveal the necessary details.</a:t>
            </a:r>
            <a:endParaRPr lang="en-US" sz="1000" b="0" dirty="0">
              <a:solidFill>
                <a:schemeClr val="bg2">
                  <a:lumMod val="10000"/>
                </a:schemeClr>
              </a:solidFill>
              <a:latin typeface="Source Sans Pro" panose="020B0503030403020204" pitchFamily="34" charset="0"/>
              <a:ea typeface="Source Sans Pro" panose="020B0503030403020204" pitchFamily="34" charset="0"/>
            </a:endParaRPr>
          </a:p>
        </p:txBody>
      </p:sp>
      <p:grpSp>
        <p:nvGrpSpPr>
          <p:cNvPr id="453" name="Group 452">
            <a:extLst>
              <a:ext uri="{FF2B5EF4-FFF2-40B4-BE49-F238E27FC236}">
                <a16:creationId xmlns:a16="http://schemas.microsoft.com/office/drawing/2014/main" id="{B2D4328A-538B-2586-3E64-D42D26EEC82E}"/>
              </a:ext>
            </a:extLst>
          </p:cNvPr>
          <p:cNvGrpSpPr/>
          <p:nvPr/>
        </p:nvGrpSpPr>
        <p:grpSpPr>
          <a:xfrm>
            <a:off x="11449387" y="3062283"/>
            <a:ext cx="1763725" cy="931206"/>
            <a:chOff x="3243530" y="3828629"/>
            <a:chExt cx="1763725" cy="931206"/>
          </a:xfrm>
        </p:grpSpPr>
        <p:sp>
          <p:nvSpPr>
            <p:cNvPr id="454" name="Rectangle 453">
              <a:extLst>
                <a:ext uri="{FF2B5EF4-FFF2-40B4-BE49-F238E27FC236}">
                  <a16:creationId xmlns:a16="http://schemas.microsoft.com/office/drawing/2014/main" id="{7976FAE8-98DA-3927-7C33-19C2A5C3DE44}"/>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5" name="Rectangle 454">
              <a:extLst>
                <a:ext uri="{FF2B5EF4-FFF2-40B4-BE49-F238E27FC236}">
                  <a16:creationId xmlns:a16="http://schemas.microsoft.com/office/drawing/2014/main" id="{8FF8EA8F-771B-B484-AC0F-5EF4CE98F2E1}"/>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7" name="Rectangle 456">
              <a:extLst>
                <a:ext uri="{FF2B5EF4-FFF2-40B4-BE49-F238E27FC236}">
                  <a16:creationId xmlns:a16="http://schemas.microsoft.com/office/drawing/2014/main" id="{4878C2E4-3837-E43B-E9E2-27B6365F489A}"/>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58" name="Rectangle 457">
              <a:extLst>
                <a:ext uri="{FF2B5EF4-FFF2-40B4-BE49-F238E27FC236}">
                  <a16:creationId xmlns:a16="http://schemas.microsoft.com/office/drawing/2014/main" id="{4F615B92-9076-7CB4-1B42-4B4729AF26AD}"/>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0" name="Elbow Connector 1353">
              <a:extLst>
                <a:ext uri="{FF2B5EF4-FFF2-40B4-BE49-F238E27FC236}">
                  <a16:creationId xmlns:a16="http://schemas.microsoft.com/office/drawing/2014/main" id="{992A5529-5B0A-62EB-A7CE-EAD082AFEFBE}"/>
                </a:ext>
              </a:extLst>
            </p:cNvPr>
            <p:cNvCxnSpPr>
              <a:cxnSpLocks/>
              <a:endCxn id="45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1" name="Elbow Connector 1356">
              <a:extLst>
                <a:ext uri="{FF2B5EF4-FFF2-40B4-BE49-F238E27FC236}">
                  <a16:creationId xmlns:a16="http://schemas.microsoft.com/office/drawing/2014/main" id="{18992C9D-47E3-7DEB-18D2-24D2F936293B}"/>
                </a:ext>
              </a:extLst>
            </p:cNvPr>
            <p:cNvCxnSpPr>
              <a:cxnSpLocks/>
              <a:stCxn id="455" idx="3"/>
              <a:endCxn id="458"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2" name="Elbow Connector 1361">
              <a:extLst>
                <a:ext uri="{FF2B5EF4-FFF2-40B4-BE49-F238E27FC236}">
                  <a16:creationId xmlns:a16="http://schemas.microsoft.com/office/drawing/2014/main" id="{724AFEF4-7C70-FFF4-54E5-8B5A049280CC}"/>
                </a:ext>
              </a:extLst>
            </p:cNvPr>
            <p:cNvCxnSpPr>
              <a:cxnSpLocks/>
              <a:stCxn id="455" idx="2"/>
              <a:endCxn id="45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63" name="Rectangle 462">
              <a:extLst>
                <a:ext uri="{FF2B5EF4-FFF2-40B4-BE49-F238E27FC236}">
                  <a16:creationId xmlns:a16="http://schemas.microsoft.com/office/drawing/2014/main" id="{BF25A3C1-7668-DE0E-66D8-1A408E5AA370}"/>
                </a:ext>
              </a:extLst>
            </p:cNvPr>
            <p:cNvSpPr/>
            <p:nvPr/>
          </p:nvSpPr>
          <p:spPr>
            <a:xfrm>
              <a:off x="324361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4" name="Rectangle 463">
              <a:extLst>
                <a:ext uri="{FF2B5EF4-FFF2-40B4-BE49-F238E27FC236}">
                  <a16:creationId xmlns:a16="http://schemas.microsoft.com/office/drawing/2014/main" id="{64DBCCC0-7629-AC2C-6A07-94F9AA68E126}"/>
                </a:ext>
              </a:extLst>
            </p:cNvPr>
            <p:cNvSpPr/>
            <p:nvPr/>
          </p:nvSpPr>
          <p:spPr>
            <a:xfrm>
              <a:off x="3853372" y="41906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7" name="Rectangle 466">
              <a:extLst>
                <a:ext uri="{FF2B5EF4-FFF2-40B4-BE49-F238E27FC236}">
                  <a16:creationId xmlns:a16="http://schemas.microsoft.com/office/drawing/2014/main" id="{AA28763E-A863-C954-BAC2-EAAC30DA10C1}"/>
                </a:ext>
              </a:extLst>
            </p:cNvPr>
            <p:cNvSpPr/>
            <p:nvPr/>
          </p:nvSpPr>
          <p:spPr>
            <a:xfrm>
              <a:off x="4540811" y="442103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9" name="Rectangle 468">
              <a:extLst>
                <a:ext uri="{FF2B5EF4-FFF2-40B4-BE49-F238E27FC236}">
                  <a16:creationId xmlns:a16="http://schemas.microsoft.com/office/drawing/2014/main" id="{3306BB9F-0254-78C7-84BC-CB9774161661}"/>
                </a:ext>
              </a:extLst>
            </p:cNvPr>
            <p:cNvSpPr/>
            <p:nvPr/>
          </p:nvSpPr>
          <p:spPr>
            <a:xfrm>
              <a:off x="4524401" y="3865553"/>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470" name="Manipulate Variables">
            <a:extLst>
              <a:ext uri="{FF2B5EF4-FFF2-40B4-BE49-F238E27FC236}">
                <a16:creationId xmlns:a16="http://schemas.microsoft.com/office/drawing/2014/main" id="{EF16421C-1B59-E7D8-B428-AB74EEBC778A}"/>
              </a:ext>
            </a:extLst>
          </p:cNvPr>
          <p:cNvSpPr txBox="1"/>
          <p:nvPr/>
        </p:nvSpPr>
        <p:spPr>
          <a:xfrm>
            <a:off x="10988948" y="2091644"/>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Identifying Connections</a:t>
            </a:r>
          </a:p>
        </p:txBody>
      </p:sp>
      <p:sp>
        <p:nvSpPr>
          <p:cNvPr id="475" name="Line">
            <a:extLst>
              <a:ext uri="{FF2B5EF4-FFF2-40B4-BE49-F238E27FC236}">
                <a16:creationId xmlns:a16="http://schemas.microsoft.com/office/drawing/2014/main" id="{44B1A583-4704-0632-6811-65F010962505}"/>
              </a:ext>
            </a:extLst>
          </p:cNvPr>
          <p:cNvSpPr/>
          <p:nvPr/>
        </p:nvSpPr>
        <p:spPr>
          <a:xfrm>
            <a:off x="132854" y="3262479"/>
            <a:ext cx="2577759" cy="3183"/>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3508393204"/>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799D3-F0F6-B1AD-A39E-AC843EC18EE4}"/>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46CF9F60-61D7-3412-D05A-85B53D8E3C33}"/>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BC6F0855-FF74-BB79-CFCC-66C112EF7A2A}"/>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F265A068-934D-D117-A81B-EB88738BCE4F}"/>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B84CEA1B-EB28-4AFB-C5F6-6E2CF9031686}"/>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Schema</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B086AE53-AEF0-495E-9853-74761110A641}"/>
              </a:ext>
            </a:extLst>
          </p:cNvPr>
          <p:cNvSpPr txBox="1"/>
          <p:nvPr/>
        </p:nvSpPr>
        <p:spPr>
          <a:xfrm>
            <a:off x="119175" y="1947672"/>
            <a:ext cx="13497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solidFill>
                  <a:srgbClr val="628DB5"/>
                </a:solidFill>
              </a:rPr>
              <a:t>About</a:t>
            </a:r>
            <a:endParaRPr dirty="0">
              <a:solidFill>
                <a:srgbClr val="628DB5"/>
              </a:solidFill>
            </a:endParaRPr>
          </a:p>
        </p:txBody>
      </p:sp>
      <p:pic>
        <p:nvPicPr>
          <p:cNvPr id="8" name="Picture 7" descr="A picture containing text&#10;&#10;Description automatically generated">
            <a:extLst>
              <a:ext uri="{FF2B5EF4-FFF2-40B4-BE49-F238E27FC236}">
                <a16:creationId xmlns:a16="http://schemas.microsoft.com/office/drawing/2014/main" id="{04875906-ED79-3A41-2B06-E09E95D4F34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185BA98F-1C3D-96CE-C2CC-42C1AB09F10B}"/>
              </a:ext>
            </a:extLst>
          </p:cNvPr>
          <p:cNvSpPr txBox="1"/>
          <p:nvPr/>
        </p:nvSpPr>
        <p:spPr>
          <a:xfrm>
            <a:off x="78475" y="2439036"/>
            <a:ext cx="2724912"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multiple sources, such as Git, Jira, and GitHub, for analysis. This cheat sheet shows how the data schema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mwb</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for commonly used tables in Kaiāulu’s notebooks can be combined and the overall R package architecture.</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7F90F998-7D32-1450-4808-092131574181}"/>
              </a:ext>
            </a:extLst>
          </p:cNvPr>
          <p:cNvSpPr txBox="1"/>
          <p:nvPr/>
        </p:nvSpPr>
        <p:spPr>
          <a:xfrm>
            <a:off x="7739660" y="1035871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8" name="Layout Suggestions">
            <a:extLst>
              <a:ext uri="{FF2B5EF4-FFF2-40B4-BE49-F238E27FC236}">
                <a16:creationId xmlns:a16="http://schemas.microsoft.com/office/drawing/2014/main" id="{4293D8BF-8095-446B-B76E-5C831BC3FCE3}"/>
              </a:ext>
            </a:extLst>
          </p:cNvPr>
          <p:cNvSpPr txBox="1"/>
          <p:nvPr/>
        </p:nvSpPr>
        <p:spPr>
          <a:xfrm>
            <a:off x="10988902" y="1947672"/>
            <a:ext cx="2668670"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p:txBody>
      </p:sp>
      <p:sp>
        <p:nvSpPr>
          <p:cNvPr id="60" name="Layout Suggestions">
            <a:extLst>
              <a:ext uri="{FF2B5EF4-FFF2-40B4-BE49-F238E27FC236}">
                <a16:creationId xmlns:a16="http://schemas.microsoft.com/office/drawing/2014/main" id="{910CAC19-B3DA-8810-EAF3-5847D4DC051D}"/>
              </a:ext>
            </a:extLst>
          </p:cNvPr>
          <p:cNvSpPr txBox="1"/>
          <p:nvPr/>
        </p:nvSpPr>
        <p:spPr>
          <a:xfrm>
            <a:off x="117935" y="3756920"/>
            <a:ext cx="2990314"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Layers</a:t>
            </a:r>
          </a:p>
        </p:txBody>
      </p:sp>
      <p:sp>
        <p:nvSpPr>
          <p:cNvPr id="61" name="TextBox 60">
            <a:extLst>
              <a:ext uri="{FF2B5EF4-FFF2-40B4-BE49-F238E27FC236}">
                <a16:creationId xmlns:a16="http://schemas.microsoft.com/office/drawing/2014/main" id="{323CF037-A7B1-3801-8A12-96B5B2D2CB56}"/>
              </a:ext>
            </a:extLst>
          </p:cNvPr>
          <p:cNvSpPr txBox="1"/>
          <p:nvPr/>
        </p:nvSpPr>
        <p:spPr>
          <a:xfrm>
            <a:off x="82518" y="8805115"/>
            <a:ext cx="2724912" cy="1395173"/>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Users can utilize </a:t>
            </a:r>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Kaiaulu</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by reusing existing configuration files (conf/.*</a:t>
            </a:r>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yml</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or creating new ones. In the configuration files, users specify the location of project data sources or analysis parameters for tools, ensuring reproducibility. Depending on data sources needs, different modules from </a:t>
            </a:r>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Kaiaulu</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can be utilized. The schema (.</a:t>
            </a:r>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mwb</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can also be used to identify how to combine data. </a:t>
            </a:r>
            <a:endParaRPr lang="en-US" sz="1000" b="0" dirty="0">
              <a:solidFill>
                <a:schemeClr val="bg2">
                  <a:lumMod val="10000"/>
                </a:schemeClr>
              </a:solidFill>
              <a:latin typeface="Source Sans Pro" panose="020B0503030403020204" pitchFamily="34" charset="0"/>
              <a:ea typeface="Source Sans Pro" panose="020B0503030403020204" pitchFamily="34" charset="0"/>
            </a:endParaRPr>
          </a:p>
        </p:txBody>
      </p:sp>
      <p:cxnSp>
        <p:nvCxnSpPr>
          <p:cNvPr id="38" name="Straight Connector 37">
            <a:extLst>
              <a:ext uri="{FF2B5EF4-FFF2-40B4-BE49-F238E27FC236}">
                <a16:creationId xmlns:a16="http://schemas.microsoft.com/office/drawing/2014/main" id="{DF7C90F9-A32E-851F-9E17-5B8E86C265CA}"/>
              </a:ext>
            </a:extLst>
          </p:cNvPr>
          <p:cNvCxnSpPr>
            <a:cxnSpLocks/>
          </p:cNvCxnSpPr>
          <p:nvPr/>
        </p:nvCxnSpPr>
        <p:spPr>
          <a:xfrm>
            <a:off x="9263005" y="4756581"/>
            <a:ext cx="378975" cy="91856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6" name="Rectangle 35">
            <a:extLst>
              <a:ext uri="{FF2B5EF4-FFF2-40B4-BE49-F238E27FC236}">
                <a16:creationId xmlns:a16="http://schemas.microsoft.com/office/drawing/2014/main" id="{5F056218-DF29-FF31-3A45-0A42DA8C522E}"/>
              </a:ext>
            </a:extLst>
          </p:cNvPr>
          <p:cNvSpPr/>
          <p:nvPr/>
        </p:nvSpPr>
        <p:spPr>
          <a:xfrm>
            <a:off x="8669346" y="2414451"/>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491" name="Group 490">
            <a:extLst>
              <a:ext uri="{FF2B5EF4-FFF2-40B4-BE49-F238E27FC236}">
                <a16:creationId xmlns:a16="http://schemas.microsoft.com/office/drawing/2014/main" id="{10702AE9-E32A-9D74-0BED-0E90711AE919}"/>
              </a:ext>
            </a:extLst>
          </p:cNvPr>
          <p:cNvGrpSpPr/>
          <p:nvPr/>
        </p:nvGrpSpPr>
        <p:grpSpPr>
          <a:xfrm>
            <a:off x="9646542" y="4896232"/>
            <a:ext cx="1335498" cy="782062"/>
            <a:chOff x="8698604" y="5125201"/>
            <a:chExt cx="1335498" cy="782062"/>
          </a:xfrm>
        </p:grpSpPr>
        <p:sp>
          <p:nvSpPr>
            <p:cNvPr id="52" name="Rectangle 51">
              <a:extLst>
                <a:ext uri="{FF2B5EF4-FFF2-40B4-BE49-F238E27FC236}">
                  <a16:creationId xmlns:a16="http://schemas.microsoft.com/office/drawing/2014/main" id="{7E3F12CD-C1B0-1362-0304-02C65AE0AB68}"/>
                </a:ext>
              </a:extLst>
            </p:cNvPr>
            <p:cNvSpPr/>
            <p:nvPr/>
          </p:nvSpPr>
          <p:spPr>
            <a:xfrm>
              <a:off x="9217110" y="5147053"/>
              <a:ext cx="752708"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1E0D4316-6374-105D-3270-9B75C483F401}"/>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5DDDD4C3-D3B9-F95A-9CBD-6BD60FF7FD6E}"/>
                </a:ext>
              </a:extLst>
            </p:cNvPr>
            <p:cNvSpPr txBox="1"/>
            <p:nvPr/>
          </p:nvSpPr>
          <p:spPr>
            <a:xfrm>
              <a:off x="9123325" y="5125201"/>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703BACCA-F282-D8C4-4CAE-9581F8A7592F}"/>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225DF449-2F37-4887-8C16-783DBECE1868}"/>
              </a:ext>
            </a:extLst>
          </p:cNvPr>
          <p:cNvGrpSpPr/>
          <p:nvPr/>
        </p:nvGrpSpPr>
        <p:grpSpPr>
          <a:xfrm>
            <a:off x="9258043" y="3647884"/>
            <a:ext cx="1430682" cy="1121932"/>
            <a:chOff x="9181373" y="3681549"/>
            <a:chExt cx="1430682" cy="1121932"/>
          </a:xfrm>
        </p:grpSpPr>
        <p:sp>
          <p:nvSpPr>
            <p:cNvPr id="35" name="Rectangle 34">
              <a:extLst>
                <a:ext uri="{FF2B5EF4-FFF2-40B4-BE49-F238E27FC236}">
                  <a16:creationId xmlns:a16="http://schemas.microsoft.com/office/drawing/2014/main" id="{DE1847C9-8DA3-8331-23CA-211894E8A388}"/>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5D788DBD-5D55-01AD-DAD9-242717BF6C52}"/>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44BB8607-6306-390E-BADC-ACDBDE42C225}"/>
                </a:ext>
              </a:extLst>
            </p:cNvPr>
            <p:cNvSpPr txBox="1"/>
            <p:nvPr/>
          </p:nvSpPr>
          <p:spPr>
            <a:xfrm>
              <a:off x="9181373" y="3681549"/>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Schema</a:t>
              </a:r>
              <a:endParaRPr kumimoji="0" lang="en-US" sz="1000" b="0" i="0" u="none" strike="noStrike" cap="none" spc="0" normalizeH="0" baseline="0" dirty="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D906AD41-0091-019B-6E18-58932DEE2227}"/>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3189BC91-6BD0-31B0-0F0C-15238DEAD7EA}"/>
                </a:ext>
              </a:extLst>
            </p:cNvPr>
            <p:cNvGraphicFramePr/>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cxnSp>
        <p:nvCxnSpPr>
          <p:cNvPr id="499" name="Straight Connector 498">
            <a:extLst>
              <a:ext uri="{FF2B5EF4-FFF2-40B4-BE49-F238E27FC236}">
                <a16:creationId xmlns:a16="http://schemas.microsoft.com/office/drawing/2014/main" id="{4EABBFFE-F8D3-C46F-B338-5FC2E74542B3}"/>
              </a:ext>
            </a:extLst>
          </p:cNvPr>
          <p:cNvCxnSpPr>
            <a:cxnSpLocks/>
          </p:cNvCxnSpPr>
          <p:nvPr/>
        </p:nvCxnSpPr>
        <p:spPr>
          <a:xfrm>
            <a:off x="10531929" y="4768799"/>
            <a:ext cx="84908" cy="14284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EEED7748-880F-6045-8EAA-22C8297C3473}"/>
              </a:ext>
            </a:extLst>
          </p:cNvPr>
          <p:cNvCxnSpPr>
            <a:cxnSpLocks/>
          </p:cNvCxnSpPr>
          <p:nvPr/>
        </p:nvCxnSpPr>
        <p:spPr>
          <a:xfrm>
            <a:off x="8684287" y="3460697"/>
            <a:ext cx="578718" cy="129588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C546A3A5-4B85-E07D-18EB-9483BBFE6405}"/>
              </a:ext>
            </a:extLst>
          </p:cNvPr>
          <p:cNvCxnSpPr>
            <a:cxnSpLocks/>
          </p:cNvCxnSpPr>
          <p:nvPr/>
        </p:nvCxnSpPr>
        <p:spPr>
          <a:xfrm>
            <a:off x="9813242" y="3459425"/>
            <a:ext cx="142794" cy="2203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A6D6A8E1-04F1-8198-2D06-6585B3B11782}"/>
              </a:ext>
            </a:extLst>
          </p:cNvPr>
          <p:cNvCxnSpPr>
            <a:cxnSpLocks/>
          </p:cNvCxnSpPr>
          <p:nvPr/>
        </p:nvCxnSpPr>
        <p:spPr>
          <a:xfrm>
            <a:off x="8677234" y="2404362"/>
            <a:ext cx="596070"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7505EF43-76C1-757E-3A9A-7611E441C8A6}"/>
              </a:ext>
            </a:extLst>
          </p:cNvPr>
          <p:cNvCxnSpPr>
            <a:cxnSpLocks/>
          </p:cNvCxnSpPr>
          <p:nvPr/>
        </p:nvCxnSpPr>
        <p:spPr>
          <a:xfrm>
            <a:off x="9943868" y="2410951"/>
            <a:ext cx="597562" cy="1275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7A66643A-1847-008F-AB3D-8B5B297F5009}"/>
              </a:ext>
            </a:extLst>
          </p:cNvPr>
          <p:cNvCxnSpPr>
            <a:cxnSpLocks/>
          </p:cNvCxnSpPr>
          <p:nvPr/>
        </p:nvCxnSpPr>
        <p:spPr>
          <a:xfrm>
            <a:off x="10541430" y="3679802"/>
            <a:ext cx="376493" cy="12398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BA5168C3-8623-D074-C2AB-27B38362C86C}"/>
              </a:ext>
            </a:extLst>
          </p:cNvPr>
          <p:cNvCxnSpPr>
            <a:cxnSpLocks/>
          </p:cNvCxnSpPr>
          <p:nvPr/>
        </p:nvCxnSpPr>
        <p:spPr>
          <a:xfrm>
            <a:off x="9273304" y="3697275"/>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468" name="Group 1467">
            <a:extLst>
              <a:ext uri="{FF2B5EF4-FFF2-40B4-BE49-F238E27FC236}">
                <a16:creationId xmlns:a16="http://schemas.microsoft.com/office/drawing/2014/main" id="{75668788-9AD4-756E-9080-1DD12DF78C30}"/>
              </a:ext>
            </a:extLst>
          </p:cNvPr>
          <p:cNvGrpSpPr/>
          <p:nvPr/>
        </p:nvGrpSpPr>
        <p:grpSpPr>
          <a:xfrm>
            <a:off x="6839858" y="2441838"/>
            <a:ext cx="1556931" cy="1007599"/>
            <a:chOff x="6630023" y="2521628"/>
            <a:chExt cx="1556931" cy="1007599"/>
          </a:xfrm>
        </p:grpSpPr>
        <p:sp>
          <p:nvSpPr>
            <p:cNvPr id="6" name="Rectangle 5">
              <a:extLst>
                <a:ext uri="{FF2B5EF4-FFF2-40B4-BE49-F238E27FC236}">
                  <a16:creationId xmlns:a16="http://schemas.microsoft.com/office/drawing/2014/main" id="{54537726-E8E4-E62F-C630-0855D6C5623C}"/>
                </a:ext>
              </a:extLst>
            </p:cNvPr>
            <p:cNvSpPr/>
            <p:nvPr/>
          </p:nvSpPr>
          <p:spPr>
            <a:xfrm>
              <a:off x="6630023" y="2521628"/>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 name="Graphic 14" descr="Folder outline">
              <a:extLst>
                <a:ext uri="{FF2B5EF4-FFF2-40B4-BE49-F238E27FC236}">
                  <a16:creationId xmlns:a16="http://schemas.microsoft.com/office/drawing/2014/main" id="{3A77D7DD-CE8A-C0FB-FC25-563FFD8FE5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34532" y="2748747"/>
              <a:ext cx="657406" cy="657406"/>
            </a:xfrm>
            <a:prstGeom prst="rect">
              <a:avLst/>
            </a:prstGeom>
          </p:spPr>
        </p:pic>
        <p:sp>
          <p:nvSpPr>
            <p:cNvPr id="16" name="TextBox 15">
              <a:extLst>
                <a:ext uri="{FF2B5EF4-FFF2-40B4-BE49-F238E27FC236}">
                  <a16:creationId xmlns:a16="http://schemas.microsoft.com/office/drawing/2014/main" id="{F239AC78-168C-39C9-BEB1-F0B9FACC1A06}"/>
                </a:ext>
              </a:extLst>
            </p:cNvPr>
            <p:cNvSpPr txBox="1"/>
            <p:nvPr/>
          </p:nvSpPr>
          <p:spPr>
            <a:xfrm>
              <a:off x="6839677" y="3180036"/>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grpSp>
      <p:sp>
        <p:nvSpPr>
          <p:cNvPr id="1348" name="TextBox 1347">
            <a:extLst>
              <a:ext uri="{FF2B5EF4-FFF2-40B4-BE49-F238E27FC236}">
                <a16:creationId xmlns:a16="http://schemas.microsoft.com/office/drawing/2014/main" id="{DEC7B044-5D8F-8B79-0A3E-0EAD1F7EB70E}"/>
              </a:ext>
            </a:extLst>
          </p:cNvPr>
          <p:cNvSpPr txBox="1"/>
          <p:nvPr/>
        </p:nvSpPr>
        <p:spPr>
          <a:xfrm>
            <a:off x="8372513" y="6131917"/>
            <a:ext cx="97753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err="1">
                <a:ln>
                  <a:noFill/>
                </a:ln>
                <a:solidFill>
                  <a:srgbClr val="4C4C4C"/>
                </a:solidFill>
                <a:effectLst/>
                <a:uFillTx/>
                <a:sym typeface="Source Sans Pro"/>
              </a:rPr>
              <a:t>bug_count.Rmd</a:t>
            </a:r>
            <a:endParaRPr kumimoji="0" lang="en-US" sz="1000" b="0" i="0" u="none" strike="noStrike" cap="none" spc="0" normalizeH="0" baseline="0">
              <a:ln>
                <a:noFill/>
              </a:ln>
              <a:solidFill>
                <a:srgbClr val="4C4C4C"/>
              </a:solidFill>
              <a:effectLst/>
              <a:uFillTx/>
              <a:sym typeface="Source Sans Pro"/>
            </a:endParaRPr>
          </a:p>
        </p:txBody>
      </p:sp>
      <p:grpSp>
        <p:nvGrpSpPr>
          <p:cNvPr id="1465" name="Group 1464">
            <a:extLst>
              <a:ext uri="{FF2B5EF4-FFF2-40B4-BE49-F238E27FC236}">
                <a16:creationId xmlns:a16="http://schemas.microsoft.com/office/drawing/2014/main" id="{796F335A-006D-2745-BA29-7C2CE446A982}"/>
              </a:ext>
            </a:extLst>
          </p:cNvPr>
          <p:cNvGrpSpPr/>
          <p:nvPr/>
        </p:nvGrpSpPr>
        <p:grpSpPr>
          <a:xfrm>
            <a:off x="5676011" y="5019073"/>
            <a:ext cx="1844061" cy="2774296"/>
            <a:chOff x="5135152" y="5031955"/>
            <a:chExt cx="1844061" cy="2774296"/>
          </a:xfrm>
        </p:grpSpPr>
        <p:sp>
          <p:nvSpPr>
            <p:cNvPr id="21" name="Rectangle 20">
              <a:extLst>
                <a:ext uri="{FF2B5EF4-FFF2-40B4-BE49-F238E27FC236}">
                  <a16:creationId xmlns:a16="http://schemas.microsoft.com/office/drawing/2014/main" id="{52FFDDEA-306F-7460-8893-5A17BC86D999}"/>
                </a:ext>
              </a:extLst>
            </p:cNvPr>
            <p:cNvSpPr/>
            <p:nvPr/>
          </p:nvSpPr>
          <p:spPr>
            <a:xfrm>
              <a:off x="5161541" y="5057825"/>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20152252-B3AD-9E00-D05B-5FDE21A96F68}"/>
                </a:ext>
              </a:extLst>
            </p:cNvPr>
            <p:cNvSpPr txBox="1"/>
            <p:nvPr/>
          </p:nvSpPr>
          <p:spPr>
            <a:xfrm>
              <a:off x="6152692" y="5031955"/>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Module</a:t>
              </a:r>
              <a:endParaRPr kumimoji="0" lang="en-US" sz="1000" b="0" i="0" u="none" strike="noStrike" cap="none" spc="0" normalizeH="0" baseline="0" dirty="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FBE18153-88D0-D4F4-50AA-BDB71114E2C7}"/>
                </a:ext>
              </a:extLst>
            </p:cNvPr>
            <p:cNvSpPr/>
            <p:nvPr/>
          </p:nvSpPr>
          <p:spPr>
            <a:xfrm>
              <a:off x="6137478" y="5056554"/>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5" name="Graphic 24" descr="Paper outline">
              <a:extLst>
                <a:ext uri="{FF2B5EF4-FFF2-40B4-BE49-F238E27FC236}">
                  <a16:creationId xmlns:a16="http://schemas.microsoft.com/office/drawing/2014/main" id="{E938E333-BD02-555E-59F8-A8CFFBEDD9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34046" y="6696331"/>
              <a:ext cx="945167" cy="891269"/>
            </a:xfrm>
            <a:prstGeom prst="rect">
              <a:avLst/>
            </a:prstGeom>
          </p:spPr>
        </p:pic>
        <p:sp>
          <p:nvSpPr>
            <p:cNvPr id="26" name="TextBox 25">
              <a:extLst>
                <a:ext uri="{FF2B5EF4-FFF2-40B4-BE49-F238E27FC236}">
                  <a16:creationId xmlns:a16="http://schemas.microsoft.com/office/drawing/2014/main" id="{46A637FB-0B95-67DB-E521-9BAB7DA68639}"/>
                </a:ext>
              </a:extLst>
            </p:cNvPr>
            <p:cNvSpPr txBox="1"/>
            <p:nvPr/>
          </p:nvSpPr>
          <p:spPr>
            <a:xfrm>
              <a:off x="6213915" y="7436394"/>
              <a:ext cx="5361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E1C6CCD9-61F5-A2A6-3C8B-AE4DFA1CB921}"/>
                </a:ext>
              </a:extLst>
            </p:cNvPr>
            <p:cNvSpPr txBox="1"/>
            <p:nvPr/>
          </p:nvSpPr>
          <p:spPr>
            <a:xfrm>
              <a:off x="5352769" y="7294592"/>
              <a:ext cx="62276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exec/*.R</a:t>
              </a:r>
              <a:endParaRPr kumimoji="0" lang="en-US" sz="1000" b="0" i="0" u="none" strike="noStrike" cap="none" spc="0" normalizeH="0" baseline="0">
                <a:ln>
                  <a:noFill/>
                </a:ln>
                <a:solidFill>
                  <a:srgbClr val="4C4C4C"/>
                </a:solidFill>
                <a:effectLst/>
                <a:uFillTx/>
                <a:sym typeface="Source Sans Pro"/>
              </a:endParaRPr>
            </a:p>
          </p:txBody>
        </p:sp>
        <p:pic>
          <p:nvPicPr>
            <p:cNvPr id="56" name="Picture 55">
              <a:extLst>
                <a:ext uri="{FF2B5EF4-FFF2-40B4-BE49-F238E27FC236}">
                  <a16:creationId xmlns:a16="http://schemas.microsoft.com/office/drawing/2014/main" id="{72080E17-76FB-660D-6169-C5DBB3B4CAAF}"/>
                </a:ext>
              </a:extLst>
            </p:cNvPr>
            <p:cNvPicPr>
              <a:picLocks noChangeAspect="1"/>
            </p:cNvPicPr>
            <p:nvPr/>
          </p:nvPicPr>
          <p:blipFill>
            <a:blip r:embed="rId8"/>
            <a:stretch>
              <a:fillRect/>
            </a:stretch>
          </p:blipFill>
          <p:spPr>
            <a:xfrm>
              <a:off x="5310193" y="6888832"/>
              <a:ext cx="656389" cy="619286"/>
            </a:xfrm>
            <a:prstGeom prst="rect">
              <a:avLst/>
            </a:prstGeom>
          </p:spPr>
        </p:pic>
        <p:sp>
          <p:nvSpPr>
            <p:cNvPr id="1349" name="TextBox 1348">
              <a:extLst>
                <a:ext uri="{FF2B5EF4-FFF2-40B4-BE49-F238E27FC236}">
                  <a16:creationId xmlns:a16="http://schemas.microsoft.com/office/drawing/2014/main" id="{36A03E2F-5CC8-F0A2-69D6-479DD5E0D9F6}"/>
                </a:ext>
              </a:extLst>
            </p:cNvPr>
            <p:cNvSpPr txBox="1"/>
            <p:nvPr/>
          </p:nvSpPr>
          <p:spPr>
            <a:xfrm>
              <a:off x="5350854" y="6152060"/>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R/*.R</a:t>
              </a:r>
            </a:p>
          </p:txBody>
        </p:sp>
        <p:cxnSp>
          <p:nvCxnSpPr>
            <p:cNvPr id="1350" name="Straight Arrow Connector 1349">
              <a:extLst>
                <a:ext uri="{FF2B5EF4-FFF2-40B4-BE49-F238E27FC236}">
                  <a16:creationId xmlns:a16="http://schemas.microsoft.com/office/drawing/2014/main" id="{CCEA94B6-EC7C-C21A-44F4-E4EAB3F698A3}"/>
                </a:ext>
              </a:extLst>
            </p:cNvPr>
            <p:cNvCxnSpPr>
              <a:cxnSpLocks/>
              <a:stCxn id="1349" idx="2"/>
            </p:cNvCxnSpPr>
            <p:nvPr/>
          </p:nvCxnSpPr>
          <p:spPr>
            <a:xfrm flipH="1">
              <a:off x="5570921" y="6441802"/>
              <a:ext cx="34369" cy="548545"/>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3604C68E-B326-1373-45F1-90B88B5AEB07}"/>
                </a:ext>
              </a:extLst>
            </p:cNvPr>
            <p:cNvCxnSpPr>
              <a:cxnSpLocks/>
              <a:endCxn id="25" idx="0"/>
            </p:cNvCxnSpPr>
            <p:nvPr/>
          </p:nvCxnSpPr>
          <p:spPr>
            <a:xfrm>
              <a:off x="5974169" y="5913400"/>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4E120C1B-54C5-ABDE-F475-601093FB35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5152" y="5417360"/>
              <a:ext cx="945167" cy="891269"/>
            </a:xfrm>
            <a:prstGeom prst="rect">
              <a:avLst/>
            </a:prstGeom>
          </p:spPr>
        </p:pic>
      </p:grpSp>
      <p:grpSp>
        <p:nvGrpSpPr>
          <p:cNvPr id="1466" name="Group 1465">
            <a:extLst>
              <a:ext uri="{FF2B5EF4-FFF2-40B4-BE49-F238E27FC236}">
                <a16:creationId xmlns:a16="http://schemas.microsoft.com/office/drawing/2014/main" id="{B60E2419-29DD-9C7E-1C29-1D0FDC924971}"/>
              </a:ext>
            </a:extLst>
          </p:cNvPr>
          <p:cNvGrpSpPr/>
          <p:nvPr/>
        </p:nvGrpSpPr>
        <p:grpSpPr>
          <a:xfrm>
            <a:off x="6403106" y="3710487"/>
            <a:ext cx="1916207" cy="1060748"/>
            <a:chOff x="5845051" y="3728173"/>
            <a:chExt cx="1916207" cy="1060748"/>
          </a:xfrm>
        </p:grpSpPr>
        <p:sp>
          <p:nvSpPr>
            <p:cNvPr id="2" name="Rectangle 1">
              <a:extLst>
                <a:ext uri="{FF2B5EF4-FFF2-40B4-BE49-F238E27FC236}">
                  <a16:creationId xmlns:a16="http://schemas.microsoft.com/office/drawing/2014/main" id="{631DC3B2-49AA-9DDD-444E-07019BCBDA29}"/>
                </a:ext>
              </a:extLst>
            </p:cNvPr>
            <p:cNvSpPr/>
            <p:nvPr/>
          </p:nvSpPr>
          <p:spPr>
            <a:xfrm>
              <a:off x="5907666" y="3742301"/>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81D3B98D-D7D4-E053-FB60-2310BA7CF3E6}"/>
                </a:ext>
              </a:extLst>
            </p:cNvPr>
            <p:cNvGraphicFramePr/>
            <p:nvPr/>
          </p:nvGraphicFramePr>
          <p:xfrm>
            <a:off x="6191222" y="4102312"/>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29" name="Rectangle 28">
              <a:extLst>
                <a:ext uri="{FF2B5EF4-FFF2-40B4-BE49-F238E27FC236}">
                  <a16:creationId xmlns:a16="http://schemas.microsoft.com/office/drawing/2014/main" id="{CD9E752C-BBA4-A939-E48A-79C202A19591}"/>
                </a:ext>
              </a:extLst>
            </p:cNvPr>
            <p:cNvSpPr/>
            <p:nvPr/>
          </p:nvSpPr>
          <p:spPr>
            <a:xfrm>
              <a:off x="5907665" y="3744364"/>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F22AE270-B319-C8A3-7E88-05D71B3A8C7E}"/>
                </a:ext>
              </a:extLst>
            </p:cNvPr>
            <p:cNvSpPr txBox="1"/>
            <p:nvPr/>
          </p:nvSpPr>
          <p:spPr>
            <a:xfrm>
              <a:off x="5845051" y="3728173"/>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Schema</a:t>
              </a:r>
              <a:endParaRPr kumimoji="0" lang="en-US" sz="1000" b="0" i="0" u="none" strike="noStrike" cap="none" spc="0" normalizeH="0" baseline="0" dirty="0">
                <a:ln>
                  <a:noFill/>
                </a:ln>
                <a:solidFill>
                  <a:srgbClr val="4C4C4C"/>
                </a:solidFill>
                <a:effectLst/>
                <a:uFillTx/>
                <a:sym typeface="Source Sans Pro"/>
              </a:endParaRPr>
            </a:p>
          </p:txBody>
        </p:sp>
        <p:graphicFrame>
          <p:nvGraphicFramePr>
            <p:cNvPr id="1363" name="Table">
              <a:extLst>
                <a:ext uri="{FF2B5EF4-FFF2-40B4-BE49-F238E27FC236}">
                  <a16:creationId xmlns:a16="http://schemas.microsoft.com/office/drawing/2014/main" id="{D448B4F8-EB81-B50A-71F4-F21CF6DD1E0C}"/>
                </a:ext>
              </a:extLst>
            </p:cNvPr>
            <p:cNvGraphicFramePr/>
            <p:nvPr/>
          </p:nvGraphicFramePr>
          <p:xfrm>
            <a:off x="6918146" y="4241123"/>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cxnSp>
        <p:nvCxnSpPr>
          <p:cNvPr id="1367" name="Straight Connector 1366">
            <a:extLst>
              <a:ext uri="{FF2B5EF4-FFF2-40B4-BE49-F238E27FC236}">
                <a16:creationId xmlns:a16="http://schemas.microsoft.com/office/drawing/2014/main" id="{F3178BF8-4F62-45FC-2DF1-95F5D3672A4F}"/>
              </a:ext>
            </a:extLst>
          </p:cNvPr>
          <p:cNvCxnSpPr>
            <a:cxnSpLocks/>
          </p:cNvCxnSpPr>
          <p:nvPr/>
        </p:nvCxnSpPr>
        <p:spPr>
          <a:xfrm flipH="1">
            <a:off x="8316699" y="2441838"/>
            <a:ext cx="80589" cy="127640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D5A90559-217C-2532-40D6-C40D1AA2B9A1}"/>
              </a:ext>
            </a:extLst>
          </p:cNvPr>
          <p:cNvCxnSpPr>
            <a:cxnSpLocks/>
          </p:cNvCxnSpPr>
          <p:nvPr/>
        </p:nvCxnSpPr>
        <p:spPr>
          <a:xfrm flipH="1">
            <a:off x="6723052" y="3452908"/>
            <a:ext cx="120727" cy="26678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C9EF92FD-7E78-1C39-DE78-23896179E9D2}"/>
              </a:ext>
            </a:extLst>
          </p:cNvPr>
          <p:cNvCxnSpPr>
            <a:cxnSpLocks/>
          </p:cNvCxnSpPr>
          <p:nvPr/>
        </p:nvCxnSpPr>
        <p:spPr>
          <a:xfrm flipV="1">
            <a:off x="6330554" y="4756581"/>
            <a:ext cx="138773" cy="2923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379" name="Group 1378">
            <a:extLst>
              <a:ext uri="{FF2B5EF4-FFF2-40B4-BE49-F238E27FC236}">
                <a16:creationId xmlns:a16="http://schemas.microsoft.com/office/drawing/2014/main" id="{F1A7158B-6AF0-53A6-D080-4945C11234A1}"/>
              </a:ext>
            </a:extLst>
          </p:cNvPr>
          <p:cNvGrpSpPr/>
          <p:nvPr/>
        </p:nvGrpSpPr>
        <p:grpSpPr>
          <a:xfrm>
            <a:off x="8173349" y="5016519"/>
            <a:ext cx="1374288" cy="1295919"/>
            <a:chOff x="7909757" y="4776204"/>
            <a:chExt cx="1374288" cy="1295919"/>
          </a:xfrm>
        </p:grpSpPr>
        <p:pic>
          <p:nvPicPr>
            <p:cNvPr id="1430" name="Graphic 1429" descr="Paper outline">
              <a:extLst>
                <a:ext uri="{FF2B5EF4-FFF2-40B4-BE49-F238E27FC236}">
                  <a16:creationId xmlns:a16="http://schemas.microsoft.com/office/drawing/2014/main" id="{C34492FC-2E1F-DEDE-E965-4182831145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AD35CA3B-3749-6324-6B08-A2F5067F8AAB}"/>
                </a:ext>
              </a:extLst>
            </p:cNvPr>
            <p:cNvGraphicFramePr>
              <a:graphicFrameLocks noChangeAspect="1"/>
            </p:cNvGraphicFramePr>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grpSp>
      <p:cxnSp>
        <p:nvCxnSpPr>
          <p:cNvPr id="1448" name="Straight Connector 1447">
            <a:extLst>
              <a:ext uri="{FF2B5EF4-FFF2-40B4-BE49-F238E27FC236}">
                <a16:creationId xmlns:a16="http://schemas.microsoft.com/office/drawing/2014/main" id="{B2B02AC3-8EE8-A909-7309-FD0E8A768A39}"/>
              </a:ext>
            </a:extLst>
          </p:cNvPr>
          <p:cNvCxnSpPr>
            <a:cxnSpLocks/>
          </p:cNvCxnSpPr>
          <p:nvPr/>
        </p:nvCxnSpPr>
        <p:spPr>
          <a:xfrm flipV="1">
            <a:off x="5714044" y="3719690"/>
            <a:ext cx="747222" cy="13214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 name="Elbow Connector 3">
            <a:extLst>
              <a:ext uri="{FF2B5EF4-FFF2-40B4-BE49-F238E27FC236}">
                <a16:creationId xmlns:a16="http://schemas.microsoft.com/office/drawing/2014/main" id="{84F02891-C651-1DD0-F8B6-BB987E2414F7}"/>
              </a:ext>
            </a:extLst>
          </p:cNvPr>
          <p:cNvCxnSpPr>
            <a:cxnSpLocks/>
            <a:stCxn id="1363" idx="2"/>
            <a:endCxn id="1431" idx="1"/>
          </p:cNvCxnSpPr>
          <p:nvPr/>
        </p:nvCxnSpPr>
        <p:spPr>
          <a:xfrm rot="16200000" flipH="1">
            <a:off x="7620483" y="4868090"/>
            <a:ext cx="1135032" cy="795733"/>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0" name="Elbow Connector 9">
            <a:extLst>
              <a:ext uri="{FF2B5EF4-FFF2-40B4-BE49-F238E27FC236}">
                <a16:creationId xmlns:a16="http://schemas.microsoft.com/office/drawing/2014/main" id="{13EF8771-9FAC-740D-DE7A-D447012DFACB}"/>
              </a:ext>
            </a:extLst>
          </p:cNvPr>
          <p:cNvCxnSpPr>
            <a:cxnSpLocks/>
            <a:stCxn id="1364" idx="1"/>
            <a:endCxn id="1431" idx="3"/>
          </p:cNvCxnSpPr>
          <p:nvPr/>
        </p:nvCxnSpPr>
        <p:spPr>
          <a:xfrm rot="10800000" flipV="1">
            <a:off x="9124821" y="4437803"/>
            <a:ext cx="398594" cy="1395670"/>
          </a:xfrm>
          <a:prstGeom prst="bentConnector3">
            <a:avLst>
              <a:gd name="adj1" fmla="val 33901"/>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grpSp>
        <p:nvGrpSpPr>
          <p:cNvPr id="594" name="Group 593">
            <a:extLst>
              <a:ext uri="{FF2B5EF4-FFF2-40B4-BE49-F238E27FC236}">
                <a16:creationId xmlns:a16="http://schemas.microsoft.com/office/drawing/2014/main" id="{DEC55501-44D8-F760-F154-35DA98B88F5F}"/>
              </a:ext>
            </a:extLst>
          </p:cNvPr>
          <p:cNvGrpSpPr/>
          <p:nvPr/>
        </p:nvGrpSpPr>
        <p:grpSpPr>
          <a:xfrm>
            <a:off x="4341909" y="2513752"/>
            <a:ext cx="1970300" cy="931124"/>
            <a:chOff x="3813695" y="2520372"/>
            <a:chExt cx="1970300" cy="931124"/>
          </a:xfrm>
        </p:grpSpPr>
        <p:sp>
          <p:nvSpPr>
            <p:cNvPr id="20" name="Rectangle 19">
              <a:extLst>
                <a:ext uri="{FF2B5EF4-FFF2-40B4-BE49-F238E27FC236}">
                  <a16:creationId xmlns:a16="http://schemas.microsoft.com/office/drawing/2014/main" id="{D151D4E4-B45A-63D2-26DE-25FFF7477405}"/>
                </a:ext>
              </a:extLst>
            </p:cNvPr>
            <p:cNvSpPr/>
            <p:nvPr/>
          </p:nvSpPr>
          <p:spPr>
            <a:xfrm>
              <a:off x="5315152" y="31114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502D2C1C-A6B9-C0CD-C111-905696618DB5}"/>
                </a:ext>
              </a:extLst>
            </p:cNvPr>
            <p:cNvSpPr/>
            <p:nvPr/>
          </p:nvSpPr>
          <p:spPr>
            <a:xfrm>
              <a:off x="4694990" y="29665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301DE8E3-2C11-EF72-D1DF-60B72E750226}"/>
                </a:ext>
              </a:extLst>
            </p:cNvPr>
            <p:cNvSpPr/>
            <p:nvPr/>
          </p:nvSpPr>
          <p:spPr>
            <a:xfrm>
              <a:off x="4468490" y="2520372"/>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1E2E23E5-1A1B-6EB2-D5D0-0BEEC5F47099}"/>
                </a:ext>
              </a:extLst>
            </p:cNvPr>
            <p:cNvSpPr/>
            <p:nvPr/>
          </p:nvSpPr>
          <p:spPr>
            <a:xfrm>
              <a:off x="5220381" y="252162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53" name="Rectangle 1352">
              <a:extLst>
                <a:ext uri="{FF2B5EF4-FFF2-40B4-BE49-F238E27FC236}">
                  <a16:creationId xmlns:a16="http://schemas.microsoft.com/office/drawing/2014/main" id="{D0F5CD53-485E-304A-6844-AF59CA4488C1}"/>
                </a:ext>
              </a:extLst>
            </p:cNvPr>
            <p:cNvSpPr/>
            <p:nvPr/>
          </p:nvSpPr>
          <p:spPr>
            <a:xfrm>
              <a:off x="3813695" y="277793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8" name="Straight Connector 477">
            <a:extLst>
              <a:ext uri="{FF2B5EF4-FFF2-40B4-BE49-F238E27FC236}">
                <a16:creationId xmlns:a16="http://schemas.microsoft.com/office/drawing/2014/main" id="{F6108C7C-40B3-4162-ACFC-44CD975B265E}"/>
              </a:ext>
            </a:extLst>
          </p:cNvPr>
          <p:cNvCxnSpPr>
            <a:cxnSpLocks/>
          </p:cNvCxnSpPr>
          <p:nvPr/>
        </p:nvCxnSpPr>
        <p:spPr>
          <a:xfrm flipH="1">
            <a:off x="8043965" y="5675147"/>
            <a:ext cx="2864558" cy="44729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A4F7D4B1-DEAD-629C-FE9D-A1D727071F3C}"/>
              </a:ext>
            </a:extLst>
          </p:cNvPr>
          <p:cNvCxnSpPr>
            <a:cxnSpLocks/>
          </p:cNvCxnSpPr>
          <p:nvPr/>
        </p:nvCxnSpPr>
        <p:spPr>
          <a:xfrm flipH="1">
            <a:off x="8027789" y="6447315"/>
            <a:ext cx="369499" cy="194140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596" name="Group 595">
            <a:extLst>
              <a:ext uri="{FF2B5EF4-FFF2-40B4-BE49-F238E27FC236}">
                <a16:creationId xmlns:a16="http://schemas.microsoft.com/office/drawing/2014/main" id="{BB215297-7C80-8319-9F6E-EF6DD03E60BE}"/>
              </a:ext>
            </a:extLst>
          </p:cNvPr>
          <p:cNvGrpSpPr/>
          <p:nvPr/>
        </p:nvGrpSpPr>
        <p:grpSpPr>
          <a:xfrm>
            <a:off x="3960364" y="3748610"/>
            <a:ext cx="1764066" cy="931206"/>
            <a:chOff x="3243189" y="3828629"/>
            <a:chExt cx="1764066" cy="931206"/>
          </a:xfrm>
        </p:grpSpPr>
        <p:sp>
          <p:nvSpPr>
            <p:cNvPr id="34" name="Rectangle 33">
              <a:extLst>
                <a:ext uri="{FF2B5EF4-FFF2-40B4-BE49-F238E27FC236}">
                  <a16:creationId xmlns:a16="http://schemas.microsoft.com/office/drawing/2014/main" id="{E4BD0A07-11E7-029C-81C4-601267A012DF}"/>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C29B9286-4FB3-CBB7-6CCA-CA24871E1DFF}"/>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9" name="Rectangle 38">
              <a:extLst>
                <a:ext uri="{FF2B5EF4-FFF2-40B4-BE49-F238E27FC236}">
                  <a16:creationId xmlns:a16="http://schemas.microsoft.com/office/drawing/2014/main" id="{9D556354-F98C-765F-F27F-7692D9BF0418}"/>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 name="Rectangle 39">
              <a:extLst>
                <a:ext uri="{FF2B5EF4-FFF2-40B4-BE49-F238E27FC236}">
                  <a16:creationId xmlns:a16="http://schemas.microsoft.com/office/drawing/2014/main" id="{35D72273-EA87-9E05-8B02-AA22090EE7E5}"/>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54" name="Elbow Connector 1353">
              <a:extLst>
                <a:ext uri="{FF2B5EF4-FFF2-40B4-BE49-F238E27FC236}">
                  <a16:creationId xmlns:a16="http://schemas.microsoft.com/office/drawing/2014/main" id="{C20A8060-6880-8996-771A-D07A1F185C3F}"/>
                </a:ext>
              </a:extLst>
            </p:cNvPr>
            <p:cNvCxnSpPr>
              <a:cxnSpLocks/>
              <a:endCxn id="37"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57" name="Elbow Connector 1356">
              <a:extLst>
                <a:ext uri="{FF2B5EF4-FFF2-40B4-BE49-F238E27FC236}">
                  <a16:creationId xmlns:a16="http://schemas.microsoft.com/office/drawing/2014/main" id="{7F6DE212-EF86-1B07-BDD6-3AB342DAB4E5}"/>
                </a:ext>
              </a:extLst>
            </p:cNvPr>
            <p:cNvCxnSpPr>
              <a:cxnSpLocks/>
              <a:stCxn id="37" idx="3"/>
              <a:endCxn id="40"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62" name="Elbow Connector 1361">
              <a:extLst>
                <a:ext uri="{FF2B5EF4-FFF2-40B4-BE49-F238E27FC236}">
                  <a16:creationId xmlns:a16="http://schemas.microsoft.com/office/drawing/2014/main" id="{0889CA83-55BC-6C04-AE73-BCE5F6ED7014}"/>
                </a:ext>
              </a:extLst>
            </p:cNvPr>
            <p:cNvCxnSpPr>
              <a:cxnSpLocks/>
              <a:stCxn id="37" idx="2"/>
              <a:endCxn id="3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504" name="Rectangle 503">
              <a:extLst>
                <a:ext uri="{FF2B5EF4-FFF2-40B4-BE49-F238E27FC236}">
                  <a16:creationId xmlns:a16="http://schemas.microsoft.com/office/drawing/2014/main" id="{B5EB054A-89A0-6F78-6D98-C9C01C750C33}"/>
                </a:ext>
              </a:extLst>
            </p:cNvPr>
            <p:cNvSpPr/>
            <p:nvPr/>
          </p:nvSpPr>
          <p:spPr>
            <a:xfrm>
              <a:off x="3243189" y="38291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6" name="Rectangle 505">
              <a:extLst>
                <a:ext uri="{FF2B5EF4-FFF2-40B4-BE49-F238E27FC236}">
                  <a16:creationId xmlns:a16="http://schemas.microsoft.com/office/drawing/2014/main" id="{4005F8AD-6DE3-490D-3D61-E6AE3406087F}"/>
                </a:ext>
              </a:extLst>
            </p:cNvPr>
            <p:cNvSpPr/>
            <p:nvPr/>
          </p:nvSpPr>
          <p:spPr>
            <a:xfrm>
              <a:off x="3853226"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7" name="Rectangle 506">
              <a:extLst>
                <a:ext uri="{FF2B5EF4-FFF2-40B4-BE49-F238E27FC236}">
                  <a16:creationId xmlns:a16="http://schemas.microsoft.com/office/drawing/2014/main" id="{81CE9D26-5546-90EB-D2E4-D2DF421D36C0}"/>
                </a:ext>
              </a:extLst>
            </p:cNvPr>
            <p:cNvSpPr/>
            <p:nvPr/>
          </p:nvSpPr>
          <p:spPr>
            <a:xfrm>
              <a:off x="4542684" y="44196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8" name="Rectangle 507">
              <a:extLst>
                <a:ext uri="{FF2B5EF4-FFF2-40B4-BE49-F238E27FC236}">
                  <a16:creationId xmlns:a16="http://schemas.microsoft.com/office/drawing/2014/main" id="{7EE9306A-CB51-D888-EAEC-CEE030DE12EB}"/>
                </a:ext>
              </a:extLst>
            </p:cNvPr>
            <p:cNvSpPr/>
            <p:nvPr/>
          </p:nvSpPr>
          <p:spPr>
            <a:xfrm>
              <a:off x="4524014"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1409" name="Group 1408">
            <a:extLst>
              <a:ext uri="{FF2B5EF4-FFF2-40B4-BE49-F238E27FC236}">
                <a16:creationId xmlns:a16="http://schemas.microsoft.com/office/drawing/2014/main" id="{56C6B215-78E7-AEA6-07E4-B5A44CC232B1}"/>
              </a:ext>
            </a:extLst>
          </p:cNvPr>
          <p:cNvGrpSpPr/>
          <p:nvPr/>
        </p:nvGrpSpPr>
        <p:grpSpPr>
          <a:xfrm>
            <a:off x="8844406" y="2589982"/>
            <a:ext cx="609170" cy="487299"/>
            <a:chOff x="8855147" y="2668516"/>
            <a:chExt cx="609170" cy="487299"/>
          </a:xfrm>
        </p:grpSpPr>
        <p:pic>
          <p:nvPicPr>
            <p:cNvPr id="509" name="Graphic 508" descr="Paper outline">
              <a:extLst>
                <a:ext uri="{FF2B5EF4-FFF2-40B4-BE49-F238E27FC236}">
                  <a16:creationId xmlns:a16="http://schemas.microsoft.com/office/drawing/2014/main" id="{EA65DD7E-41A4-26F7-1FB5-4468FDEFE8C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510" name="TextBox 509">
              <a:extLst>
                <a:ext uri="{FF2B5EF4-FFF2-40B4-BE49-F238E27FC236}">
                  <a16:creationId xmlns:a16="http://schemas.microsoft.com/office/drawing/2014/main" id="{CDEFBCCF-898A-8FC5-5610-ED213F302D86}"/>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0" name="Group 1409">
            <a:extLst>
              <a:ext uri="{FF2B5EF4-FFF2-40B4-BE49-F238E27FC236}">
                <a16:creationId xmlns:a16="http://schemas.microsoft.com/office/drawing/2014/main" id="{8C1F3B4A-DDF8-9386-0ECE-E23E70DEC8C4}"/>
              </a:ext>
            </a:extLst>
          </p:cNvPr>
          <p:cNvGrpSpPr/>
          <p:nvPr/>
        </p:nvGrpSpPr>
        <p:grpSpPr>
          <a:xfrm>
            <a:off x="9375531" y="2727204"/>
            <a:ext cx="609170" cy="487299"/>
            <a:chOff x="8855147" y="2668516"/>
            <a:chExt cx="609170" cy="487299"/>
          </a:xfrm>
        </p:grpSpPr>
        <p:pic>
          <p:nvPicPr>
            <p:cNvPr id="1412" name="Graphic 1411" descr="Paper outline">
              <a:extLst>
                <a:ext uri="{FF2B5EF4-FFF2-40B4-BE49-F238E27FC236}">
                  <a16:creationId xmlns:a16="http://schemas.microsoft.com/office/drawing/2014/main" id="{413E7576-32D7-29DE-7B53-58C377946E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3" name="TextBox 1412">
              <a:extLst>
                <a:ext uri="{FF2B5EF4-FFF2-40B4-BE49-F238E27FC236}">
                  <a16:creationId xmlns:a16="http://schemas.microsoft.com/office/drawing/2014/main" id="{B8DE5ADF-1151-9435-E294-AD53D896AFB2}"/>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4" name="Group 1413">
            <a:extLst>
              <a:ext uri="{FF2B5EF4-FFF2-40B4-BE49-F238E27FC236}">
                <a16:creationId xmlns:a16="http://schemas.microsoft.com/office/drawing/2014/main" id="{F00DFDC9-0F7A-8DE6-7CB5-E5752F6917A5}"/>
              </a:ext>
            </a:extLst>
          </p:cNvPr>
          <p:cNvGrpSpPr/>
          <p:nvPr/>
        </p:nvGrpSpPr>
        <p:grpSpPr>
          <a:xfrm>
            <a:off x="9117648" y="2978952"/>
            <a:ext cx="609170" cy="487299"/>
            <a:chOff x="8855147" y="2668516"/>
            <a:chExt cx="609170" cy="487299"/>
          </a:xfrm>
        </p:grpSpPr>
        <p:pic>
          <p:nvPicPr>
            <p:cNvPr id="1416" name="Graphic 1415" descr="Paper outline">
              <a:extLst>
                <a:ext uri="{FF2B5EF4-FFF2-40B4-BE49-F238E27FC236}">
                  <a16:creationId xmlns:a16="http://schemas.microsoft.com/office/drawing/2014/main" id="{FB245124-F5C4-5F83-9DF7-2277A89385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7" name="TextBox 1416">
              <a:extLst>
                <a:ext uri="{FF2B5EF4-FFF2-40B4-BE49-F238E27FC236}">
                  <a16:creationId xmlns:a16="http://schemas.microsoft.com/office/drawing/2014/main" id="{4911430A-ADB0-337D-EE3D-4361BA50B87E}"/>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cxnSp>
        <p:nvCxnSpPr>
          <p:cNvPr id="1419" name="Elbow Connector 1418">
            <a:extLst>
              <a:ext uri="{FF2B5EF4-FFF2-40B4-BE49-F238E27FC236}">
                <a16:creationId xmlns:a16="http://schemas.microsoft.com/office/drawing/2014/main" id="{32EA6E1F-AA22-30F8-25B9-35E3603B8A39}"/>
              </a:ext>
            </a:extLst>
          </p:cNvPr>
          <p:cNvCxnSpPr>
            <a:cxnSpLocks/>
            <a:endCxn id="35" idx="1"/>
          </p:cNvCxnSpPr>
          <p:nvPr/>
        </p:nvCxnSpPr>
        <p:spPr>
          <a:xfrm>
            <a:off x="8332676" y="3954838"/>
            <a:ext cx="928794" cy="270238"/>
          </a:xfrm>
          <a:prstGeom prst="bentConnector3">
            <a:avLst>
              <a:gd name="adj1" fmla="val 5000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grpSp>
        <p:nvGrpSpPr>
          <p:cNvPr id="600" name="Group 599">
            <a:extLst>
              <a:ext uri="{FF2B5EF4-FFF2-40B4-BE49-F238E27FC236}">
                <a16:creationId xmlns:a16="http://schemas.microsoft.com/office/drawing/2014/main" id="{5B099DAA-FCC1-63E6-59D7-91BC08EA9649}"/>
              </a:ext>
            </a:extLst>
          </p:cNvPr>
          <p:cNvGrpSpPr/>
          <p:nvPr/>
        </p:nvGrpSpPr>
        <p:grpSpPr>
          <a:xfrm>
            <a:off x="3427338" y="5365798"/>
            <a:ext cx="532246" cy="690603"/>
            <a:chOff x="3438079" y="5444332"/>
            <a:chExt cx="532246" cy="690603"/>
          </a:xfrm>
        </p:grpSpPr>
        <p:sp>
          <p:nvSpPr>
            <p:cNvPr id="1425" name="Rectangle 1424">
              <a:extLst>
                <a:ext uri="{FF2B5EF4-FFF2-40B4-BE49-F238E27FC236}">
                  <a16:creationId xmlns:a16="http://schemas.microsoft.com/office/drawing/2014/main" id="{ABBD8BAD-35B8-5498-239C-C6D857635847}"/>
                </a:ext>
              </a:extLst>
            </p:cNvPr>
            <p:cNvSpPr/>
            <p:nvPr/>
          </p:nvSpPr>
          <p:spPr>
            <a:xfrm>
              <a:off x="3438079" y="5444332"/>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4" name="Rectangle 1433">
              <a:extLst>
                <a:ext uri="{FF2B5EF4-FFF2-40B4-BE49-F238E27FC236}">
                  <a16:creationId xmlns:a16="http://schemas.microsoft.com/office/drawing/2014/main" id="{14E02067-2C19-D44D-96FE-5E29455C28FF}"/>
                </a:ext>
              </a:extLst>
            </p:cNvPr>
            <p:cNvSpPr/>
            <p:nvPr/>
          </p:nvSpPr>
          <p:spPr>
            <a:xfrm>
              <a:off x="3717850" y="5447213"/>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598" name="Group 597">
            <a:extLst>
              <a:ext uri="{FF2B5EF4-FFF2-40B4-BE49-F238E27FC236}">
                <a16:creationId xmlns:a16="http://schemas.microsoft.com/office/drawing/2014/main" id="{62BD206F-43CF-ECFB-F0AE-9D98E54445A4}"/>
              </a:ext>
            </a:extLst>
          </p:cNvPr>
          <p:cNvGrpSpPr/>
          <p:nvPr/>
        </p:nvGrpSpPr>
        <p:grpSpPr>
          <a:xfrm>
            <a:off x="4950074" y="5076897"/>
            <a:ext cx="532246" cy="691488"/>
            <a:chOff x="4884855" y="5391663"/>
            <a:chExt cx="532246" cy="691488"/>
          </a:xfrm>
        </p:grpSpPr>
        <p:sp>
          <p:nvSpPr>
            <p:cNvPr id="1426" name="Rectangle 1425">
              <a:extLst>
                <a:ext uri="{FF2B5EF4-FFF2-40B4-BE49-F238E27FC236}">
                  <a16:creationId xmlns:a16="http://schemas.microsoft.com/office/drawing/2014/main" id="{7EEC0DA7-F309-B4CB-BE60-605508763D39}"/>
                </a:ext>
              </a:extLst>
            </p:cNvPr>
            <p:cNvSpPr/>
            <p:nvPr/>
          </p:nvSpPr>
          <p:spPr>
            <a:xfrm>
              <a:off x="4884855" y="5392548"/>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5" name="Rectangle 1434">
              <a:extLst>
                <a:ext uri="{FF2B5EF4-FFF2-40B4-BE49-F238E27FC236}">
                  <a16:creationId xmlns:a16="http://schemas.microsoft.com/office/drawing/2014/main" id="{11A0E92C-395C-8D88-CC0E-54A56B5AF719}"/>
                </a:ext>
              </a:extLst>
            </p:cNvPr>
            <p:cNvSpPr/>
            <p:nvPr/>
          </p:nvSpPr>
          <p:spPr>
            <a:xfrm>
              <a:off x="5166838" y="5391663"/>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1" name="Group 600">
            <a:extLst>
              <a:ext uri="{FF2B5EF4-FFF2-40B4-BE49-F238E27FC236}">
                <a16:creationId xmlns:a16="http://schemas.microsoft.com/office/drawing/2014/main" id="{AD036E4A-9CD7-C94E-CA34-D1A4C10B8689}"/>
              </a:ext>
            </a:extLst>
          </p:cNvPr>
          <p:cNvGrpSpPr/>
          <p:nvPr/>
        </p:nvGrpSpPr>
        <p:grpSpPr>
          <a:xfrm>
            <a:off x="4052864" y="5935820"/>
            <a:ext cx="532817" cy="693355"/>
            <a:chOff x="4073864" y="6249298"/>
            <a:chExt cx="532817" cy="693355"/>
          </a:xfrm>
        </p:grpSpPr>
        <p:sp>
          <p:nvSpPr>
            <p:cNvPr id="1428" name="Rectangle 1427">
              <a:extLst>
                <a:ext uri="{FF2B5EF4-FFF2-40B4-BE49-F238E27FC236}">
                  <a16:creationId xmlns:a16="http://schemas.microsoft.com/office/drawing/2014/main" id="{416E7772-DF15-41E9-95DE-43C36684DDB7}"/>
                </a:ext>
              </a:extLst>
            </p:cNvPr>
            <p:cNvSpPr/>
            <p:nvPr/>
          </p:nvSpPr>
          <p:spPr>
            <a:xfrm>
              <a:off x="4073864" y="6252050"/>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6" name="Rectangle 1435">
              <a:extLst>
                <a:ext uri="{FF2B5EF4-FFF2-40B4-BE49-F238E27FC236}">
                  <a16:creationId xmlns:a16="http://schemas.microsoft.com/office/drawing/2014/main" id="{7F7910FF-43B9-D625-BC31-A560E6DFF150}"/>
                </a:ext>
              </a:extLst>
            </p:cNvPr>
            <p:cNvSpPr/>
            <p:nvPr/>
          </p:nvSpPr>
          <p:spPr>
            <a:xfrm>
              <a:off x="4357214" y="6249298"/>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3" name="Group 602">
            <a:extLst>
              <a:ext uri="{FF2B5EF4-FFF2-40B4-BE49-F238E27FC236}">
                <a16:creationId xmlns:a16="http://schemas.microsoft.com/office/drawing/2014/main" id="{B7E45C50-363B-1FC3-8590-E274481F7C49}"/>
              </a:ext>
            </a:extLst>
          </p:cNvPr>
          <p:cNvGrpSpPr/>
          <p:nvPr/>
        </p:nvGrpSpPr>
        <p:grpSpPr>
          <a:xfrm>
            <a:off x="3629911" y="6804780"/>
            <a:ext cx="532640" cy="690603"/>
            <a:chOff x="3294361" y="6407053"/>
            <a:chExt cx="532640" cy="690603"/>
          </a:xfrm>
        </p:grpSpPr>
        <p:sp>
          <p:nvSpPr>
            <p:cNvPr id="1427" name="Rectangle 1426">
              <a:extLst>
                <a:ext uri="{FF2B5EF4-FFF2-40B4-BE49-F238E27FC236}">
                  <a16:creationId xmlns:a16="http://schemas.microsoft.com/office/drawing/2014/main" id="{B604215A-E0A6-93C6-E38B-831E49DF4017}"/>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7" name="Rectangle 1436">
              <a:extLst>
                <a:ext uri="{FF2B5EF4-FFF2-40B4-BE49-F238E27FC236}">
                  <a16:creationId xmlns:a16="http://schemas.microsoft.com/office/drawing/2014/main" id="{75B1C081-E67F-5C65-215A-EB3E628EEBCF}"/>
                </a:ext>
              </a:extLst>
            </p:cNvPr>
            <p:cNvSpPr/>
            <p:nvPr/>
          </p:nvSpPr>
          <p:spPr>
            <a:xfrm>
              <a:off x="3577534" y="6407637"/>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2" name="Group 601">
            <a:extLst>
              <a:ext uri="{FF2B5EF4-FFF2-40B4-BE49-F238E27FC236}">
                <a16:creationId xmlns:a16="http://schemas.microsoft.com/office/drawing/2014/main" id="{84A76892-EC72-0E3F-31B1-BD724DA2E10B}"/>
              </a:ext>
            </a:extLst>
          </p:cNvPr>
          <p:cNvGrpSpPr/>
          <p:nvPr/>
        </p:nvGrpSpPr>
        <p:grpSpPr>
          <a:xfrm>
            <a:off x="4644520" y="6976951"/>
            <a:ext cx="532246" cy="690603"/>
            <a:chOff x="4407275" y="7069836"/>
            <a:chExt cx="532246" cy="690603"/>
          </a:xfrm>
        </p:grpSpPr>
        <p:sp>
          <p:nvSpPr>
            <p:cNvPr id="1429" name="Rectangle 1428">
              <a:extLst>
                <a:ext uri="{FF2B5EF4-FFF2-40B4-BE49-F238E27FC236}">
                  <a16:creationId xmlns:a16="http://schemas.microsoft.com/office/drawing/2014/main" id="{7A487FD0-6B12-83C8-C749-3E4495E15CB9}"/>
                </a:ext>
              </a:extLst>
            </p:cNvPr>
            <p:cNvSpPr/>
            <p:nvPr/>
          </p:nvSpPr>
          <p:spPr>
            <a:xfrm>
              <a:off x="4407275" y="7069836"/>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8" name="Rectangle 1437">
              <a:extLst>
                <a:ext uri="{FF2B5EF4-FFF2-40B4-BE49-F238E27FC236}">
                  <a16:creationId xmlns:a16="http://schemas.microsoft.com/office/drawing/2014/main" id="{78C6D419-C9FF-42F9-2295-2D091A66A2BC}"/>
                </a:ext>
              </a:extLst>
            </p:cNvPr>
            <p:cNvSpPr/>
            <p:nvPr/>
          </p:nvSpPr>
          <p:spPr>
            <a:xfrm>
              <a:off x="4690054" y="707095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1439" name="Elbow Connector 1438">
            <a:extLst>
              <a:ext uri="{FF2B5EF4-FFF2-40B4-BE49-F238E27FC236}">
                <a16:creationId xmlns:a16="http://schemas.microsoft.com/office/drawing/2014/main" id="{635C940A-2BB4-E8C3-706A-142DBCB67E31}"/>
              </a:ext>
            </a:extLst>
          </p:cNvPr>
          <p:cNvCxnSpPr>
            <a:cxnSpLocks/>
            <a:stCxn id="39" idx="1"/>
            <a:endCxn id="633" idx="1"/>
          </p:cNvCxnSpPr>
          <p:nvPr/>
        </p:nvCxnSpPr>
        <p:spPr>
          <a:xfrm rot="10800000" flipH="1" flipV="1">
            <a:off x="3960705" y="3918624"/>
            <a:ext cx="230338" cy="1303295"/>
          </a:xfrm>
          <a:prstGeom prst="bentConnector3">
            <a:avLst>
              <a:gd name="adj1" fmla="val -99245"/>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3" name="Elbow Connector 1442">
            <a:extLst>
              <a:ext uri="{FF2B5EF4-FFF2-40B4-BE49-F238E27FC236}">
                <a16:creationId xmlns:a16="http://schemas.microsoft.com/office/drawing/2014/main" id="{E26CB98C-6C6C-E0E1-F4F8-16B632D25854}"/>
              </a:ext>
            </a:extLst>
          </p:cNvPr>
          <p:cNvCxnSpPr>
            <a:cxnSpLocks/>
            <a:stCxn id="633" idx="3"/>
          </p:cNvCxnSpPr>
          <p:nvPr/>
        </p:nvCxnSpPr>
        <p:spPr>
          <a:xfrm flipV="1">
            <a:off x="4574545" y="4475536"/>
            <a:ext cx="5798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9" name="Straight Connector 1448">
            <a:extLst>
              <a:ext uri="{FF2B5EF4-FFF2-40B4-BE49-F238E27FC236}">
                <a16:creationId xmlns:a16="http://schemas.microsoft.com/office/drawing/2014/main" id="{FB724B92-305C-EFC4-DC53-7CD7046BA913}"/>
              </a:ext>
            </a:extLst>
          </p:cNvPr>
          <p:cNvCxnSpPr>
            <a:cxnSpLocks/>
          </p:cNvCxnSpPr>
          <p:nvPr/>
        </p:nvCxnSpPr>
        <p:spPr>
          <a:xfrm>
            <a:off x="3771683" y="7796254"/>
            <a:ext cx="2374466" cy="23329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5" name="Straight Connector 1454">
            <a:extLst>
              <a:ext uri="{FF2B5EF4-FFF2-40B4-BE49-F238E27FC236}">
                <a16:creationId xmlns:a16="http://schemas.microsoft.com/office/drawing/2014/main" id="{3ADE18DE-B5A6-6796-4DB6-5AC32758735C}"/>
              </a:ext>
            </a:extLst>
          </p:cNvPr>
          <p:cNvCxnSpPr>
            <a:cxnSpLocks/>
          </p:cNvCxnSpPr>
          <p:nvPr/>
        </p:nvCxnSpPr>
        <p:spPr>
          <a:xfrm>
            <a:off x="5246882" y="7738359"/>
            <a:ext cx="899267" cy="6398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47C483B3-FEA3-0B03-E17C-75BB1299DE39}"/>
              </a:ext>
            </a:extLst>
          </p:cNvPr>
          <p:cNvCxnSpPr>
            <a:cxnSpLocks/>
          </p:cNvCxnSpPr>
          <p:nvPr/>
        </p:nvCxnSpPr>
        <p:spPr>
          <a:xfrm flipH="1">
            <a:off x="7488834" y="4780452"/>
            <a:ext cx="835090" cy="301580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109DA4D2-B708-A0D7-CC65-4569B58DFAC9}"/>
              </a:ext>
            </a:extLst>
          </p:cNvPr>
          <p:cNvCxnSpPr>
            <a:cxnSpLocks/>
          </p:cNvCxnSpPr>
          <p:nvPr/>
        </p:nvCxnSpPr>
        <p:spPr>
          <a:xfrm flipH="1">
            <a:off x="6465935" y="2441838"/>
            <a:ext cx="377844" cy="127785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C27CA0FD-5EC7-3C8E-AD78-21F5B05AD99C}"/>
              </a:ext>
            </a:extLst>
          </p:cNvPr>
          <p:cNvCxnSpPr>
            <a:cxnSpLocks/>
          </p:cNvCxnSpPr>
          <p:nvPr/>
        </p:nvCxnSpPr>
        <p:spPr>
          <a:xfrm flipH="1">
            <a:off x="8326816" y="3452902"/>
            <a:ext cx="77525" cy="131589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28C58E30-5355-CBBC-E60A-37E4192F6094}"/>
              </a:ext>
            </a:extLst>
          </p:cNvPr>
          <p:cNvCxnSpPr>
            <a:cxnSpLocks/>
          </p:cNvCxnSpPr>
          <p:nvPr/>
        </p:nvCxnSpPr>
        <p:spPr>
          <a:xfrm>
            <a:off x="7486490" y="7796254"/>
            <a:ext cx="546295" cy="5924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1" name="Straight Connector 610">
            <a:extLst>
              <a:ext uri="{FF2B5EF4-FFF2-40B4-BE49-F238E27FC236}">
                <a16:creationId xmlns:a16="http://schemas.microsoft.com/office/drawing/2014/main" id="{BBDBDFC2-F376-2912-BE24-356B5021152B}"/>
              </a:ext>
            </a:extLst>
          </p:cNvPr>
          <p:cNvCxnSpPr>
            <a:cxnSpLocks/>
          </p:cNvCxnSpPr>
          <p:nvPr/>
        </p:nvCxnSpPr>
        <p:spPr>
          <a:xfrm>
            <a:off x="5696515" y="7791170"/>
            <a:ext cx="449634" cy="59478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63659CB6-0691-B890-5724-34D90B7C35C7}"/>
              </a:ext>
            </a:extLst>
          </p:cNvPr>
          <p:cNvCxnSpPr>
            <a:cxnSpLocks/>
          </p:cNvCxnSpPr>
          <p:nvPr/>
        </p:nvCxnSpPr>
        <p:spPr>
          <a:xfrm flipH="1">
            <a:off x="8043965" y="6459396"/>
            <a:ext cx="1214078" cy="366978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633" name="Graphic 632" descr="Paper outline">
            <a:extLst>
              <a:ext uri="{FF2B5EF4-FFF2-40B4-BE49-F238E27FC236}">
                <a16:creationId xmlns:a16="http://schemas.microsoft.com/office/drawing/2014/main" id="{D7268A7A-7408-35C6-2B37-850B04C6E1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91043" y="5041103"/>
            <a:ext cx="383502" cy="361633"/>
          </a:xfrm>
          <a:prstGeom prst="rect">
            <a:avLst/>
          </a:prstGeom>
        </p:spPr>
      </p:pic>
      <p:pic>
        <p:nvPicPr>
          <p:cNvPr id="637" name="Graphic 636" descr="Paper outline">
            <a:extLst>
              <a:ext uri="{FF2B5EF4-FFF2-40B4-BE49-F238E27FC236}">
                <a16:creationId xmlns:a16="http://schemas.microsoft.com/office/drawing/2014/main" id="{0E7AFCD3-5DD2-9918-482D-BFAA451721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27342" y="5932727"/>
            <a:ext cx="383502" cy="361633"/>
          </a:xfrm>
          <a:prstGeom prst="rect">
            <a:avLst/>
          </a:prstGeom>
        </p:spPr>
      </p:pic>
      <p:cxnSp>
        <p:nvCxnSpPr>
          <p:cNvPr id="638" name="Elbow Connector 637">
            <a:extLst>
              <a:ext uri="{FF2B5EF4-FFF2-40B4-BE49-F238E27FC236}">
                <a16:creationId xmlns:a16="http://schemas.microsoft.com/office/drawing/2014/main" id="{492359B1-6BEF-4D93-44B4-AA7C41685C0D}"/>
              </a:ext>
            </a:extLst>
          </p:cNvPr>
          <p:cNvCxnSpPr>
            <a:cxnSpLocks/>
            <a:stCxn id="637" idx="3"/>
          </p:cNvCxnSpPr>
          <p:nvPr/>
        </p:nvCxnSpPr>
        <p:spPr>
          <a:xfrm flipV="1">
            <a:off x="5510844" y="4663544"/>
            <a:ext cx="110288" cy="14500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59" name="Elbow Connector 258">
            <a:extLst>
              <a:ext uri="{FF2B5EF4-FFF2-40B4-BE49-F238E27FC236}">
                <a16:creationId xmlns:a16="http://schemas.microsoft.com/office/drawing/2014/main" id="{58AC7BD3-E073-7EB7-35CF-1F7C78602EA1}"/>
              </a:ext>
            </a:extLst>
          </p:cNvPr>
          <p:cNvCxnSpPr>
            <a:cxnSpLocks/>
            <a:stCxn id="637" idx="1"/>
          </p:cNvCxnSpPr>
          <p:nvPr/>
        </p:nvCxnSpPr>
        <p:spPr>
          <a:xfrm rot="10800000">
            <a:off x="4740346" y="4437806"/>
            <a:ext cx="386996" cy="1675739"/>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32869F43-2BD6-807E-B40E-94664F9237C2}"/>
              </a:ext>
            </a:extLst>
          </p:cNvPr>
          <p:cNvCxnSpPr>
            <a:cxnSpLocks/>
          </p:cNvCxnSpPr>
          <p:nvPr/>
        </p:nvCxnSpPr>
        <p:spPr>
          <a:xfrm flipV="1">
            <a:off x="7492988" y="3719690"/>
            <a:ext cx="825940" cy="132920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25E5BECC-8A68-10DE-CC46-01FE76385003}"/>
              </a:ext>
            </a:extLst>
          </p:cNvPr>
          <p:cNvSpPr txBox="1"/>
          <p:nvPr/>
        </p:nvSpPr>
        <p:spPr>
          <a:xfrm>
            <a:off x="2903215" y="8988843"/>
            <a:ext cx="378719"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57" name="Line">
            <a:extLst>
              <a:ext uri="{FF2B5EF4-FFF2-40B4-BE49-F238E27FC236}">
                <a16:creationId xmlns:a16="http://schemas.microsoft.com/office/drawing/2014/main" id="{B1BD111C-7FE3-D188-F1A7-2AA722C97DCD}"/>
              </a:ext>
            </a:extLst>
          </p:cNvPr>
          <p:cNvSpPr/>
          <p:nvPr/>
        </p:nvSpPr>
        <p:spPr>
          <a:xfrm flipV="1">
            <a:off x="3281934" y="8376780"/>
            <a:ext cx="6577" cy="175239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1" name="TextBox 1370">
            <a:extLst>
              <a:ext uri="{FF2B5EF4-FFF2-40B4-BE49-F238E27FC236}">
                <a16:creationId xmlns:a16="http://schemas.microsoft.com/office/drawing/2014/main" id="{7086DCAB-2C93-9F04-552D-DBAB59CEE3D5}"/>
              </a:ext>
            </a:extLst>
          </p:cNvPr>
          <p:cNvSpPr txBox="1"/>
          <p:nvPr/>
        </p:nvSpPr>
        <p:spPr>
          <a:xfrm>
            <a:off x="2710613" y="6311806"/>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1372" name="TextBox 1371">
            <a:extLst>
              <a:ext uri="{FF2B5EF4-FFF2-40B4-BE49-F238E27FC236}">
                <a16:creationId xmlns:a16="http://schemas.microsoft.com/office/drawing/2014/main" id="{31FB288A-4D3B-1B2A-9C1F-817428F1C9A0}"/>
              </a:ext>
            </a:extLst>
          </p:cNvPr>
          <p:cNvSpPr txBox="1"/>
          <p:nvPr/>
        </p:nvSpPr>
        <p:spPr>
          <a:xfrm>
            <a:off x="2737323" y="4078400"/>
            <a:ext cx="538018"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Schema layer</a:t>
            </a:r>
            <a:endParaRPr kumimoji="0" lang="en-US" sz="1000" b="0" i="0" u="none" strike="noStrike" cap="none" spc="0" normalizeH="0" baseline="0" dirty="0">
              <a:ln>
                <a:noFill/>
              </a:ln>
              <a:solidFill>
                <a:srgbClr val="4C4C4C"/>
              </a:solidFill>
              <a:effectLst/>
              <a:uFillTx/>
              <a:sym typeface="Source Sans Pro"/>
            </a:endParaRPr>
          </a:p>
        </p:txBody>
      </p:sp>
      <p:sp>
        <p:nvSpPr>
          <p:cNvPr id="1373" name="Line">
            <a:extLst>
              <a:ext uri="{FF2B5EF4-FFF2-40B4-BE49-F238E27FC236}">
                <a16:creationId xmlns:a16="http://schemas.microsoft.com/office/drawing/2014/main" id="{6B1373DF-1DA7-540A-452E-2FC4FADC6B26}"/>
              </a:ext>
            </a:extLst>
          </p:cNvPr>
          <p:cNvSpPr/>
          <p:nvPr/>
        </p:nvSpPr>
        <p:spPr>
          <a:xfrm flipV="1">
            <a:off x="3281934" y="5058004"/>
            <a:ext cx="4795" cy="273316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4" name="Line">
            <a:extLst>
              <a:ext uri="{FF2B5EF4-FFF2-40B4-BE49-F238E27FC236}">
                <a16:creationId xmlns:a16="http://schemas.microsoft.com/office/drawing/2014/main" id="{9F7C2847-4035-5662-6AFE-19635C0B903B}"/>
              </a:ext>
            </a:extLst>
          </p:cNvPr>
          <p:cNvSpPr/>
          <p:nvPr/>
        </p:nvSpPr>
        <p:spPr>
          <a:xfrm flipH="1" flipV="1">
            <a:off x="3284842" y="3718244"/>
            <a:ext cx="7644" cy="105055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5" name="Line">
            <a:extLst>
              <a:ext uri="{FF2B5EF4-FFF2-40B4-BE49-F238E27FC236}">
                <a16:creationId xmlns:a16="http://schemas.microsoft.com/office/drawing/2014/main" id="{9631E749-CE0D-C69D-DACF-54D7088FE1D4}"/>
              </a:ext>
            </a:extLst>
          </p:cNvPr>
          <p:cNvSpPr/>
          <p:nvPr/>
        </p:nvSpPr>
        <p:spPr>
          <a:xfrm flipV="1">
            <a:off x="3282696" y="2440335"/>
            <a:ext cx="1800" cy="101254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6" name="TextBox 1375">
            <a:extLst>
              <a:ext uri="{FF2B5EF4-FFF2-40B4-BE49-F238E27FC236}">
                <a16:creationId xmlns:a16="http://schemas.microsoft.com/office/drawing/2014/main" id="{92F49633-9FEE-1580-ABF3-62B1DDAA71A3}"/>
              </a:ext>
            </a:extLst>
          </p:cNvPr>
          <p:cNvSpPr txBox="1"/>
          <p:nvPr/>
        </p:nvSpPr>
        <p:spPr>
          <a:xfrm>
            <a:off x="2764003" y="2780250"/>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3" name="Manipulate Variables">
            <a:extLst>
              <a:ext uri="{FF2B5EF4-FFF2-40B4-BE49-F238E27FC236}">
                <a16:creationId xmlns:a16="http://schemas.microsoft.com/office/drawing/2014/main" id="{F0BFD8AE-9440-AEB5-4809-F2F4C8EDFAD6}"/>
              </a:ext>
            </a:extLst>
          </p:cNvPr>
          <p:cNvSpPr txBox="1"/>
          <p:nvPr/>
        </p:nvSpPr>
        <p:spPr>
          <a:xfrm>
            <a:off x="118872" y="8612305"/>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User Layer</a:t>
            </a:r>
          </a:p>
        </p:txBody>
      </p:sp>
      <p:sp>
        <p:nvSpPr>
          <p:cNvPr id="9" name="Manipulate Variables">
            <a:extLst>
              <a:ext uri="{FF2B5EF4-FFF2-40B4-BE49-F238E27FC236}">
                <a16:creationId xmlns:a16="http://schemas.microsoft.com/office/drawing/2014/main" id="{1C843466-2FD4-43F7-5D81-04C1C7FEFC61}"/>
              </a:ext>
            </a:extLst>
          </p:cNvPr>
          <p:cNvSpPr txBox="1"/>
          <p:nvPr/>
        </p:nvSpPr>
        <p:spPr>
          <a:xfrm>
            <a:off x="114787" y="6941334"/>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Module Layer</a:t>
            </a:r>
          </a:p>
        </p:txBody>
      </p:sp>
      <p:sp>
        <p:nvSpPr>
          <p:cNvPr id="11" name="TextBox 10">
            <a:extLst>
              <a:ext uri="{FF2B5EF4-FFF2-40B4-BE49-F238E27FC236}">
                <a16:creationId xmlns:a16="http://schemas.microsoft.com/office/drawing/2014/main" id="{A41C6D47-CCF5-4E70-D535-1B90FD051418}"/>
              </a:ext>
            </a:extLst>
          </p:cNvPr>
          <p:cNvSpPr txBox="1"/>
          <p:nvPr/>
        </p:nvSpPr>
        <p:spPr>
          <a:xfrm>
            <a:off x="82296" y="7089515"/>
            <a:ext cx="2724912" cy="1520848"/>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Modules in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Kaiaulu</a:t>
            </a:r>
            <a:r>
              <a:rPr lang="en-US" sz="1000" b="0" dirty="0">
                <a:solidFill>
                  <a:schemeClr val="bg2">
                    <a:lumMod val="10000"/>
                  </a:schemeClr>
                </a:solidFill>
                <a:latin typeface="Source Sans Pro" panose="020B0503030403020204" pitchFamily="34" charset="0"/>
                <a:ea typeface="Source Sans Pro" panose="020B0503030403020204" pitchFamily="34" charset="0"/>
              </a:rPr>
              <a:t> encapsulate a set of functions (R/*.R), executable scripts (exec/*.R), and notebooks (vignettes/*.</a:t>
            </a:r>
            <a:r>
              <a:rPr lang="en-US" sz="1000" b="0" dirty="0" err="1">
                <a:solidFill>
                  <a:schemeClr val="bg2">
                    <a:lumMod val="10000"/>
                  </a:schemeClr>
                </a:solidFill>
                <a:latin typeface="Source Sans Pro" panose="020B0503030403020204" pitchFamily="34" charset="0"/>
                <a:ea typeface="Source Sans Pro" panose="020B0503030403020204" pitchFamily="34" charset="0"/>
              </a:rPr>
              <a:t>Rmd</a:t>
            </a:r>
            <a:r>
              <a:rPr lang="en-US" sz="1000" b="0" dirty="0">
                <a:solidFill>
                  <a:schemeClr val="bg2">
                    <a:lumMod val="10000"/>
                  </a:schemeClr>
                </a:solidFill>
                <a:latin typeface="Source Sans Pro" panose="020B0503030403020204" pitchFamily="34" charset="0"/>
                <a:ea typeface="Source Sans Pro" panose="020B0503030403020204" pitchFamily="34" charset="0"/>
              </a:rPr>
              <a:t>), which users can use to create their own analyses, build server-side data pipelines, or learn capabilities, respectively. Each module is represented in a schema section to facilitate identifying commonly used data.</a:t>
            </a:r>
          </a:p>
        </p:txBody>
      </p:sp>
      <p:sp>
        <p:nvSpPr>
          <p:cNvPr id="12" name="Manipulate Variables">
            <a:extLst>
              <a:ext uri="{FF2B5EF4-FFF2-40B4-BE49-F238E27FC236}">
                <a16:creationId xmlns:a16="http://schemas.microsoft.com/office/drawing/2014/main" id="{F06A24E6-28DD-7823-8C1C-9D312726F516}"/>
              </a:ext>
            </a:extLst>
          </p:cNvPr>
          <p:cNvSpPr txBox="1"/>
          <p:nvPr/>
        </p:nvSpPr>
        <p:spPr>
          <a:xfrm>
            <a:off x="114321" y="5544688"/>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Schema Layer</a:t>
            </a:r>
          </a:p>
        </p:txBody>
      </p:sp>
      <p:sp>
        <p:nvSpPr>
          <p:cNvPr id="13" name="TextBox 12">
            <a:extLst>
              <a:ext uri="{FF2B5EF4-FFF2-40B4-BE49-F238E27FC236}">
                <a16:creationId xmlns:a16="http://schemas.microsoft.com/office/drawing/2014/main" id="{15D4DDDC-C533-595E-CA58-2B06EB3235E7}"/>
              </a:ext>
            </a:extLst>
          </p:cNvPr>
          <p:cNvSpPr txBox="1"/>
          <p:nvPr/>
        </p:nvSpPr>
        <p:spPr>
          <a:xfrm>
            <a:off x="82884" y="5635052"/>
            <a:ext cx="2724912" cy="136696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Kaiaulu adopts a simple tabular representation of data, which standardizes column nomenclature across different data sources. A subset of these tables is captured in the schema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mwb</a:t>
            </a:r>
            <a:r>
              <a:rPr lang="en-US" sz="1000" b="0" dirty="0">
                <a:solidFill>
                  <a:schemeClr val="bg2">
                    <a:lumMod val="10000"/>
                  </a:schemeClr>
                </a:solidFill>
                <a:latin typeface="Source Sans Pro" panose="020B0503030403020204" pitchFamily="34" charset="0"/>
                <a:ea typeface="Source Sans Pro" panose="020B0503030403020204" pitchFamily="34" charset="0"/>
              </a:rPr>
              <a:t>), facilitating data exploration and connecting tables with common columns. </a:t>
            </a:r>
          </a:p>
        </p:txBody>
      </p:sp>
      <p:sp>
        <p:nvSpPr>
          <p:cNvPr id="14" name="Manipulate Variables">
            <a:extLst>
              <a:ext uri="{FF2B5EF4-FFF2-40B4-BE49-F238E27FC236}">
                <a16:creationId xmlns:a16="http://schemas.microsoft.com/office/drawing/2014/main" id="{869CA0AB-2BD2-E596-82D1-91799C8AFDBB}"/>
              </a:ext>
            </a:extLst>
          </p:cNvPr>
          <p:cNvSpPr txBox="1"/>
          <p:nvPr/>
        </p:nvSpPr>
        <p:spPr>
          <a:xfrm>
            <a:off x="117935" y="4168656"/>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Data Layer</a:t>
            </a:r>
          </a:p>
        </p:txBody>
      </p:sp>
      <p:sp>
        <p:nvSpPr>
          <p:cNvPr id="17" name="TextBox 16">
            <a:extLst>
              <a:ext uri="{FF2B5EF4-FFF2-40B4-BE49-F238E27FC236}">
                <a16:creationId xmlns:a16="http://schemas.microsoft.com/office/drawing/2014/main" id="{5F67B91E-C148-9F06-9C89-FA91E033C00E}"/>
              </a:ext>
            </a:extLst>
          </p:cNvPr>
          <p:cNvSpPr txBox="1"/>
          <p:nvPr/>
        </p:nvSpPr>
        <p:spPr>
          <a:xfrm>
            <a:off x="86221" y="4257380"/>
            <a:ext cx="2724912" cy="136696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sz="1000" b="0" dirty="0">
                <a:solidFill>
                  <a:schemeClr val="bg2">
                    <a:lumMod val="10000"/>
                  </a:schemeClr>
                </a:solidFill>
                <a:latin typeface="Source Sans Pro" panose="020B0503030403020204" pitchFamily="34" charset="0"/>
                <a:ea typeface="Source Sans Pro" panose="020B0503030403020204" pitchFamily="34" charset="0"/>
              </a:rPr>
              <a:t> Data Layer represents the various types of raw data associated to different software development infrastructure (Mail, JIRA, GitHub). This dataset is generally difficult to connect to other data sources or is not easily readable in table form for data exploration.</a:t>
            </a:r>
          </a:p>
        </p:txBody>
      </p:sp>
      <p:sp>
        <p:nvSpPr>
          <p:cNvPr id="1396" name="TextBox 1395">
            <a:extLst>
              <a:ext uri="{FF2B5EF4-FFF2-40B4-BE49-F238E27FC236}">
                <a16:creationId xmlns:a16="http://schemas.microsoft.com/office/drawing/2014/main" id="{974564A1-C6F5-3953-19FF-236F25620EF4}"/>
              </a:ext>
            </a:extLst>
          </p:cNvPr>
          <p:cNvSpPr txBox="1"/>
          <p:nvPr/>
        </p:nvSpPr>
        <p:spPr>
          <a:xfrm>
            <a:off x="10963656" y="5194698"/>
            <a:ext cx="2912948" cy="44363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The schema connections can be utilized to identify data sources needed for cross-module notebooks.</a:t>
            </a:r>
          </a:p>
        </p:txBody>
      </p:sp>
      <p:sp>
        <p:nvSpPr>
          <p:cNvPr id="1398" name="Manipulate Variables">
            <a:extLst>
              <a:ext uri="{FF2B5EF4-FFF2-40B4-BE49-F238E27FC236}">
                <a16:creationId xmlns:a16="http://schemas.microsoft.com/office/drawing/2014/main" id="{7974B92B-FFDE-8A24-5D3F-5B9B7A1A211B}"/>
              </a:ext>
            </a:extLst>
          </p:cNvPr>
          <p:cNvSpPr txBox="1"/>
          <p:nvPr/>
        </p:nvSpPr>
        <p:spPr>
          <a:xfrm>
            <a:off x="10991088" y="4977484"/>
            <a:ext cx="282908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External Module Connections</a:t>
            </a:r>
          </a:p>
        </p:txBody>
      </p:sp>
      <p:grpSp>
        <p:nvGrpSpPr>
          <p:cNvPr id="1393" name="Group 1392">
            <a:extLst>
              <a:ext uri="{FF2B5EF4-FFF2-40B4-BE49-F238E27FC236}">
                <a16:creationId xmlns:a16="http://schemas.microsoft.com/office/drawing/2014/main" id="{762BE999-CB0C-94C7-7708-C18C7BC60F66}"/>
              </a:ext>
            </a:extLst>
          </p:cNvPr>
          <p:cNvGrpSpPr/>
          <p:nvPr/>
        </p:nvGrpSpPr>
        <p:grpSpPr>
          <a:xfrm>
            <a:off x="11864202" y="5711553"/>
            <a:ext cx="999454" cy="1654126"/>
            <a:chOff x="11864202" y="5531438"/>
            <a:chExt cx="999454" cy="1654126"/>
          </a:xfrm>
        </p:grpSpPr>
        <p:grpSp>
          <p:nvGrpSpPr>
            <p:cNvPr id="451" name="Group 450">
              <a:extLst>
                <a:ext uri="{FF2B5EF4-FFF2-40B4-BE49-F238E27FC236}">
                  <a16:creationId xmlns:a16="http://schemas.microsoft.com/office/drawing/2014/main" id="{099AEA7F-F4B0-A322-B742-53F2B85B869D}"/>
                </a:ext>
              </a:extLst>
            </p:cNvPr>
            <p:cNvGrpSpPr/>
            <p:nvPr/>
          </p:nvGrpSpPr>
          <p:grpSpPr>
            <a:xfrm>
              <a:off x="11864202" y="5531438"/>
              <a:ext cx="999454" cy="700110"/>
              <a:chOff x="3243530" y="3828629"/>
              <a:chExt cx="1076931" cy="700110"/>
            </a:xfrm>
          </p:grpSpPr>
          <p:sp>
            <p:nvSpPr>
              <p:cNvPr id="465" name="Rectangle 464">
                <a:extLst>
                  <a:ext uri="{FF2B5EF4-FFF2-40B4-BE49-F238E27FC236}">
                    <a16:creationId xmlns:a16="http://schemas.microsoft.com/office/drawing/2014/main" id="{1D0F56D4-9799-01F9-0475-6FE794D175F6}"/>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6" name="Rectangle 465">
                <a:extLst>
                  <a:ext uri="{FF2B5EF4-FFF2-40B4-BE49-F238E27FC236}">
                    <a16:creationId xmlns:a16="http://schemas.microsoft.com/office/drawing/2014/main" id="{4A01BC43-6976-54CD-C0E6-8057F64B4F87}"/>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8" name="Elbow Connector 1353">
                <a:extLst>
                  <a:ext uri="{FF2B5EF4-FFF2-40B4-BE49-F238E27FC236}">
                    <a16:creationId xmlns:a16="http://schemas.microsoft.com/office/drawing/2014/main" id="{24891DAB-04BA-EE81-2A38-8C54A19A5AA5}"/>
                  </a:ext>
                </a:extLst>
              </p:cNvPr>
              <p:cNvCxnSpPr>
                <a:cxnSpLocks/>
                <a:endCxn id="46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71" name="Rectangle 470">
                <a:extLst>
                  <a:ext uri="{FF2B5EF4-FFF2-40B4-BE49-F238E27FC236}">
                    <a16:creationId xmlns:a16="http://schemas.microsoft.com/office/drawing/2014/main" id="{3E32BB1D-9F8C-0CD0-B2B2-8056A5A89345}"/>
                  </a:ext>
                </a:extLst>
              </p:cNvPr>
              <p:cNvSpPr/>
              <p:nvPr/>
            </p:nvSpPr>
            <p:spPr>
              <a:xfrm>
                <a:off x="324566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72" name="Rectangle 471">
                <a:extLst>
                  <a:ext uri="{FF2B5EF4-FFF2-40B4-BE49-F238E27FC236}">
                    <a16:creationId xmlns:a16="http://schemas.microsoft.com/office/drawing/2014/main" id="{7FA522CD-FD28-920A-FBAC-BE1465841F08}"/>
                  </a:ext>
                </a:extLst>
              </p:cNvPr>
              <p:cNvSpPr/>
              <p:nvPr/>
            </p:nvSpPr>
            <p:spPr>
              <a:xfrm>
                <a:off x="3852833" y="418783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479" name="Elbow Connector 1438">
              <a:extLst>
                <a:ext uri="{FF2B5EF4-FFF2-40B4-BE49-F238E27FC236}">
                  <a16:creationId xmlns:a16="http://schemas.microsoft.com/office/drawing/2014/main" id="{FDDC5560-2810-59C0-E3A2-DD79DFCF84FF}"/>
                </a:ext>
              </a:extLst>
            </p:cNvPr>
            <p:cNvCxnSpPr>
              <a:cxnSpLocks/>
              <a:stCxn id="466" idx="2"/>
              <a:endCxn id="481" idx="0"/>
            </p:cNvCxnSpPr>
            <p:nvPr/>
          </p:nvCxnSpPr>
          <p:spPr>
            <a:xfrm rot="16200000" flipH="1">
              <a:off x="11700895" y="6252331"/>
              <a:ext cx="952464" cy="190736"/>
            </a:xfrm>
            <a:prstGeom prst="bentConnector3">
              <a:avLst>
                <a:gd name="adj1" fmla="val 50000"/>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480" name="Elbow Connector 1442">
              <a:extLst>
                <a:ext uri="{FF2B5EF4-FFF2-40B4-BE49-F238E27FC236}">
                  <a16:creationId xmlns:a16="http://schemas.microsoft.com/office/drawing/2014/main" id="{FBF780BF-918B-9EFA-0B96-09B37C530D55}"/>
                </a:ext>
              </a:extLst>
            </p:cNvPr>
            <p:cNvCxnSpPr>
              <a:cxnSpLocks/>
              <a:stCxn id="481" idx="3"/>
              <a:endCxn id="465" idx="2"/>
            </p:cNvCxnSpPr>
            <p:nvPr/>
          </p:nvCxnSpPr>
          <p:spPr>
            <a:xfrm flipV="1">
              <a:off x="12450451" y="6231548"/>
              <a:ext cx="195649" cy="7732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pic>
          <p:nvPicPr>
            <p:cNvPr id="481" name="Graphic 480" descr="Paper outline">
              <a:extLst>
                <a:ext uri="{FF2B5EF4-FFF2-40B4-BE49-F238E27FC236}">
                  <a16:creationId xmlns:a16="http://schemas.microsoft.com/office/drawing/2014/main" id="{38D3297C-575C-02EA-6E63-1006BA1DE2E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094539" y="6823931"/>
              <a:ext cx="355912" cy="361633"/>
            </a:xfrm>
            <a:prstGeom prst="rect">
              <a:avLst/>
            </a:prstGeom>
          </p:spPr>
        </p:pic>
      </p:grpSp>
      <p:sp>
        <p:nvSpPr>
          <p:cNvPr id="486" name="Layout Suggestions">
            <a:extLst>
              <a:ext uri="{FF2B5EF4-FFF2-40B4-BE49-F238E27FC236}">
                <a16:creationId xmlns:a16="http://schemas.microsoft.com/office/drawing/2014/main" id="{E2AB08AA-C807-44B7-ACD2-C0412E74AD58}"/>
              </a:ext>
            </a:extLst>
          </p:cNvPr>
          <p:cNvSpPr txBox="1"/>
          <p:nvPr/>
        </p:nvSpPr>
        <p:spPr>
          <a:xfrm>
            <a:off x="3292486" y="1947672"/>
            <a:ext cx="3892248" cy="377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800" b="0" dirty="0" err="1">
                <a:solidFill>
                  <a:srgbClr val="628DB5"/>
                </a:solidFill>
                <a:latin typeface="Source Sans Pro" panose="020B0503030403020204" pitchFamily="34" charset="0"/>
                <a:ea typeface="Source Sans Pro" panose="020B0503030403020204" pitchFamily="34" charset="0"/>
                <a:sym typeface="Source Sans Pro Light"/>
              </a:rPr>
              <a:t>Kaiāulu</a:t>
            </a:r>
            <a:r>
              <a:rPr lang="en-US" dirty="0">
                <a:solidFill>
                  <a:srgbClr val="628DB5"/>
                </a:solidFill>
              </a:rPr>
              <a:t> Architecture</a:t>
            </a:r>
            <a:endParaRPr dirty="0">
              <a:solidFill>
                <a:srgbClr val="628DB5"/>
              </a:solidFill>
            </a:endParaRPr>
          </a:p>
        </p:txBody>
      </p:sp>
      <p:sp>
        <p:nvSpPr>
          <p:cNvPr id="487" name="Line">
            <a:extLst>
              <a:ext uri="{FF2B5EF4-FFF2-40B4-BE49-F238E27FC236}">
                <a16:creationId xmlns:a16="http://schemas.microsoft.com/office/drawing/2014/main" id="{370781AE-614C-7E65-7ECB-BF5764FD83C3}"/>
              </a:ext>
            </a:extLst>
          </p:cNvPr>
          <p:cNvSpPr/>
          <p:nvPr/>
        </p:nvSpPr>
        <p:spPr>
          <a:xfrm>
            <a:off x="3279595" y="2304288"/>
            <a:ext cx="7569556" cy="864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88" name="Line">
            <a:extLst>
              <a:ext uri="{FF2B5EF4-FFF2-40B4-BE49-F238E27FC236}">
                <a16:creationId xmlns:a16="http://schemas.microsoft.com/office/drawing/2014/main" id="{B808107A-36E2-4868-7CAA-84A1A3290400}"/>
              </a:ext>
            </a:extLst>
          </p:cNvPr>
          <p:cNvSpPr/>
          <p:nvPr/>
        </p:nvSpPr>
        <p:spPr>
          <a:xfrm flipV="1">
            <a:off x="154511" y="2304288"/>
            <a:ext cx="2582812" cy="2232"/>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89" name="Layout Suggestions">
            <a:extLst>
              <a:ext uri="{FF2B5EF4-FFF2-40B4-BE49-F238E27FC236}">
                <a16:creationId xmlns:a16="http://schemas.microsoft.com/office/drawing/2014/main" id="{1D5E5B95-169E-635F-E93D-45A0820BC43B}"/>
              </a:ext>
            </a:extLst>
          </p:cNvPr>
          <p:cNvSpPr txBox="1"/>
          <p:nvPr/>
        </p:nvSpPr>
        <p:spPr>
          <a:xfrm>
            <a:off x="10991088" y="7483285"/>
            <a:ext cx="222959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Module API</a:t>
            </a:r>
          </a:p>
        </p:txBody>
      </p:sp>
      <p:sp>
        <p:nvSpPr>
          <p:cNvPr id="490" name="TextBox 489">
            <a:extLst>
              <a:ext uri="{FF2B5EF4-FFF2-40B4-BE49-F238E27FC236}">
                <a16:creationId xmlns:a16="http://schemas.microsoft.com/office/drawing/2014/main" id="{E14B0FC7-E1B9-BDEC-E0C5-FDEBBB22F6B2}"/>
              </a:ext>
            </a:extLst>
          </p:cNvPr>
          <p:cNvSpPr txBox="1"/>
          <p:nvPr/>
        </p:nvSpPr>
        <p:spPr>
          <a:xfrm>
            <a:off x="10963656" y="7830753"/>
            <a:ext cx="2912948"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As the schema (.</a:t>
            </a:r>
            <a:r>
              <a:rPr lang="en-US" b="0" dirty="0" err="1">
                <a:solidFill>
                  <a:schemeClr val="bg2">
                    <a:lumMod val="10000"/>
                  </a:schemeClr>
                </a:solidFill>
                <a:latin typeface="Source Sans Pro" panose="020B0503030403020204" pitchFamily="34" charset="0"/>
                <a:ea typeface="Source Sans Pro" panose="020B0503030403020204" pitchFamily="34" charset="0"/>
              </a:rPr>
              <a:t>mwb</a:t>
            </a:r>
            <a:r>
              <a:rPr lang="en-US" b="0" dirty="0">
                <a:solidFill>
                  <a:schemeClr val="bg2">
                    <a:lumMod val="10000"/>
                  </a:schemeClr>
                </a:solidFill>
                <a:latin typeface="Source Sans Pro" panose="020B0503030403020204" pitchFamily="34" charset="0"/>
                <a:ea typeface="Source Sans Pro" panose="020B0503030403020204" pitchFamily="34" charset="0"/>
              </a:rPr>
              <a:t>) is divided into sections per module, users can more easily identify what tables would allow combining different data sources, both from a data and API standpoint.</a:t>
            </a:r>
          </a:p>
        </p:txBody>
      </p:sp>
      <p:grpSp>
        <p:nvGrpSpPr>
          <p:cNvPr id="493" name="Group 492">
            <a:extLst>
              <a:ext uri="{FF2B5EF4-FFF2-40B4-BE49-F238E27FC236}">
                <a16:creationId xmlns:a16="http://schemas.microsoft.com/office/drawing/2014/main" id="{C4526D20-E7EC-3326-329E-1A17BA709A0E}"/>
              </a:ext>
            </a:extLst>
          </p:cNvPr>
          <p:cNvGrpSpPr/>
          <p:nvPr/>
        </p:nvGrpSpPr>
        <p:grpSpPr>
          <a:xfrm>
            <a:off x="12323350" y="9350329"/>
            <a:ext cx="402223" cy="555701"/>
            <a:chOff x="3294361" y="6407053"/>
            <a:chExt cx="533835" cy="690603"/>
          </a:xfrm>
        </p:grpSpPr>
        <p:sp>
          <p:nvSpPr>
            <p:cNvPr id="494" name="Rectangle 493">
              <a:extLst>
                <a:ext uri="{FF2B5EF4-FFF2-40B4-BE49-F238E27FC236}">
                  <a16:creationId xmlns:a16="http://schemas.microsoft.com/office/drawing/2014/main" id="{4FCC5543-52C7-604B-238D-F435F6EFFB3D}"/>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5" name="Rectangle 494">
              <a:extLst>
                <a:ext uri="{FF2B5EF4-FFF2-40B4-BE49-F238E27FC236}">
                  <a16:creationId xmlns:a16="http://schemas.microsoft.com/office/drawing/2014/main" id="{4DF8278E-34B4-05A0-FCF6-18C0C9300D85}"/>
                </a:ext>
              </a:extLst>
            </p:cNvPr>
            <p:cNvSpPr/>
            <p:nvPr/>
          </p:nvSpPr>
          <p:spPr>
            <a:xfrm>
              <a:off x="3578728" y="6407485"/>
              <a:ext cx="249468"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1446" name="Rectangle 1445">
            <a:extLst>
              <a:ext uri="{FF2B5EF4-FFF2-40B4-BE49-F238E27FC236}">
                <a16:creationId xmlns:a16="http://schemas.microsoft.com/office/drawing/2014/main" id="{2EBD11AA-3CB0-CCAB-36B8-84383EEB69B0}"/>
              </a:ext>
            </a:extLst>
          </p:cNvPr>
          <p:cNvSpPr/>
          <p:nvPr/>
        </p:nvSpPr>
        <p:spPr>
          <a:xfrm>
            <a:off x="11805995" y="9248875"/>
            <a:ext cx="353255" cy="273608"/>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56" name="Rectangle 1455">
            <a:extLst>
              <a:ext uri="{FF2B5EF4-FFF2-40B4-BE49-F238E27FC236}">
                <a16:creationId xmlns:a16="http://schemas.microsoft.com/office/drawing/2014/main" id="{5514BD6A-2C8D-01F2-C4BE-52E27B51C607}"/>
              </a:ext>
            </a:extLst>
          </p:cNvPr>
          <p:cNvSpPr/>
          <p:nvPr/>
        </p:nvSpPr>
        <p:spPr>
          <a:xfrm>
            <a:off x="11805995" y="9248875"/>
            <a:ext cx="107667" cy="7947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71" name="Rectangle 1470">
            <a:extLst>
              <a:ext uri="{FF2B5EF4-FFF2-40B4-BE49-F238E27FC236}">
                <a16:creationId xmlns:a16="http://schemas.microsoft.com/office/drawing/2014/main" id="{7F6B8F47-2F1D-E251-0A35-257BC7C051B8}"/>
              </a:ext>
            </a:extLst>
          </p:cNvPr>
          <p:cNvSpPr/>
          <p:nvPr/>
        </p:nvSpPr>
        <p:spPr>
          <a:xfrm>
            <a:off x="11240049" y="9158014"/>
            <a:ext cx="353255" cy="27223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2" name="Line">
            <a:extLst>
              <a:ext uri="{FF2B5EF4-FFF2-40B4-BE49-F238E27FC236}">
                <a16:creationId xmlns:a16="http://schemas.microsoft.com/office/drawing/2014/main" id="{4DD18172-4B1F-0A6F-72DF-8BAD914880BE}"/>
              </a:ext>
            </a:extLst>
          </p:cNvPr>
          <p:cNvSpPr/>
          <p:nvPr/>
        </p:nvSpPr>
        <p:spPr>
          <a:xfrm flipV="1">
            <a:off x="11000867" y="2304288"/>
            <a:ext cx="2875737" cy="816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3" name="Line">
            <a:extLst>
              <a:ext uri="{FF2B5EF4-FFF2-40B4-BE49-F238E27FC236}">
                <a16:creationId xmlns:a16="http://schemas.microsoft.com/office/drawing/2014/main" id="{0BA59268-B4BC-0195-846C-3EAEDA35179B}"/>
              </a:ext>
            </a:extLst>
          </p:cNvPr>
          <p:cNvSpPr/>
          <p:nvPr/>
        </p:nvSpPr>
        <p:spPr>
          <a:xfrm>
            <a:off x="11003167" y="7830708"/>
            <a:ext cx="2833925" cy="21347"/>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pic>
        <p:nvPicPr>
          <p:cNvPr id="1458" name="Graphic 1457" descr="User with solid fill">
            <a:extLst>
              <a:ext uri="{FF2B5EF4-FFF2-40B4-BE49-F238E27FC236}">
                <a16:creationId xmlns:a16="http://schemas.microsoft.com/office/drawing/2014/main" id="{1ABBD32E-0B42-01FA-A0D8-9B82B567D8B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203469" y="8389823"/>
            <a:ext cx="1893472" cy="1893472"/>
          </a:xfrm>
          <a:prstGeom prst="rect">
            <a:avLst/>
          </a:prstGeom>
        </p:spPr>
      </p:pic>
      <p:sp>
        <p:nvSpPr>
          <p:cNvPr id="1462" name="Rectangle 1461">
            <a:extLst>
              <a:ext uri="{FF2B5EF4-FFF2-40B4-BE49-F238E27FC236}">
                <a16:creationId xmlns:a16="http://schemas.microsoft.com/office/drawing/2014/main" id="{E48ECCD8-1770-EDFF-79F7-917773B83566}"/>
              </a:ext>
            </a:extLst>
          </p:cNvPr>
          <p:cNvSpPr/>
          <p:nvPr/>
        </p:nvSpPr>
        <p:spPr>
          <a:xfrm>
            <a:off x="6146149" y="8378170"/>
            <a:ext cx="1897816" cy="1756090"/>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63" name="Rectangle 1462">
            <a:extLst>
              <a:ext uri="{FF2B5EF4-FFF2-40B4-BE49-F238E27FC236}">
                <a16:creationId xmlns:a16="http://schemas.microsoft.com/office/drawing/2014/main" id="{33E1E0D0-73DD-A58A-D86E-4E7058AE8EDF}"/>
              </a:ext>
            </a:extLst>
          </p:cNvPr>
          <p:cNvSpPr/>
          <p:nvPr/>
        </p:nvSpPr>
        <p:spPr>
          <a:xfrm>
            <a:off x="12981842" y="9762623"/>
            <a:ext cx="359684" cy="35971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464" name="Graphic 1463" descr="User with solid fill">
            <a:extLst>
              <a:ext uri="{FF2B5EF4-FFF2-40B4-BE49-F238E27FC236}">
                <a16:creationId xmlns:a16="http://schemas.microsoft.com/office/drawing/2014/main" id="{C6EAC9EE-3EE4-7BAF-DDAF-F388F509C26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2985989" y="9775342"/>
            <a:ext cx="378214" cy="378214"/>
          </a:xfrm>
          <a:prstGeom prst="rect">
            <a:avLst/>
          </a:prstGeom>
        </p:spPr>
      </p:pic>
      <p:cxnSp>
        <p:nvCxnSpPr>
          <p:cNvPr id="44" name="Straight Connector 43">
            <a:extLst>
              <a:ext uri="{FF2B5EF4-FFF2-40B4-BE49-F238E27FC236}">
                <a16:creationId xmlns:a16="http://schemas.microsoft.com/office/drawing/2014/main" id="{A60A7BF0-6CFE-E5A9-5BB9-4309AB3A2061}"/>
              </a:ext>
            </a:extLst>
          </p:cNvPr>
          <p:cNvCxnSpPr>
            <a:cxnSpLocks/>
            <a:endCxn id="1456" idx="0"/>
          </p:cNvCxnSpPr>
          <p:nvPr/>
        </p:nvCxnSpPr>
        <p:spPr>
          <a:xfrm>
            <a:off x="11240049" y="9158014"/>
            <a:ext cx="619780" cy="9086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4" name="Straight Connector 53">
            <a:extLst>
              <a:ext uri="{FF2B5EF4-FFF2-40B4-BE49-F238E27FC236}">
                <a16:creationId xmlns:a16="http://schemas.microsoft.com/office/drawing/2014/main" id="{AB665C65-1A21-2F01-4CBB-ACB91865BF3C}"/>
              </a:ext>
            </a:extLst>
          </p:cNvPr>
          <p:cNvCxnSpPr>
            <a:cxnSpLocks/>
          </p:cNvCxnSpPr>
          <p:nvPr/>
        </p:nvCxnSpPr>
        <p:spPr>
          <a:xfrm>
            <a:off x="11593304" y="9162845"/>
            <a:ext cx="565946" cy="8323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5" name="Straight Connector 1344">
            <a:extLst>
              <a:ext uri="{FF2B5EF4-FFF2-40B4-BE49-F238E27FC236}">
                <a16:creationId xmlns:a16="http://schemas.microsoft.com/office/drawing/2014/main" id="{F00970AD-ED8B-B705-5980-D83D3D3AA28D}"/>
              </a:ext>
            </a:extLst>
          </p:cNvPr>
          <p:cNvCxnSpPr>
            <a:cxnSpLocks/>
          </p:cNvCxnSpPr>
          <p:nvPr/>
        </p:nvCxnSpPr>
        <p:spPr>
          <a:xfrm>
            <a:off x="11240049" y="9430253"/>
            <a:ext cx="556015" cy="8693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6" name="Straight Connector 1345">
            <a:extLst>
              <a:ext uri="{FF2B5EF4-FFF2-40B4-BE49-F238E27FC236}">
                <a16:creationId xmlns:a16="http://schemas.microsoft.com/office/drawing/2014/main" id="{5E589C84-12B6-81B4-1DA6-10BF6AD914A9}"/>
              </a:ext>
            </a:extLst>
          </p:cNvPr>
          <p:cNvCxnSpPr>
            <a:cxnSpLocks/>
          </p:cNvCxnSpPr>
          <p:nvPr/>
        </p:nvCxnSpPr>
        <p:spPr>
          <a:xfrm>
            <a:off x="11593304" y="9430253"/>
            <a:ext cx="565946" cy="9223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7" name="Straight Connector 1346">
            <a:extLst>
              <a:ext uri="{FF2B5EF4-FFF2-40B4-BE49-F238E27FC236}">
                <a16:creationId xmlns:a16="http://schemas.microsoft.com/office/drawing/2014/main" id="{51145376-2351-A2DA-B525-19894172660E}"/>
              </a:ext>
            </a:extLst>
          </p:cNvPr>
          <p:cNvCxnSpPr>
            <a:cxnSpLocks/>
          </p:cNvCxnSpPr>
          <p:nvPr/>
        </p:nvCxnSpPr>
        <p:spPr>
          <a:xfrm>
            <a:off x="11805995" y="9246084"/>
            <a:ext cx="526408" cy="10459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8FA01EB8-FB7E-62AC-F1E4-BCC2EE060482}"/>
              </a:ext>
            </a:extLst>
          </p:cNvPr>
          <p:cNvCxnSpPr>
            <a:cxnSpLocks/>
          </p:cNvCxnSpPr>
          <p:nvPr/>
        </p:nvCxnSpPr>
        <p:spPr>
          <a:xfrm>
            <a:off x="12157844" y="9248135"/>
            <a:ext cx="579086" cy="1025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8" name="Straight Connector 1377">
            <a:extLst>
              <a:ext uri="{FF2B5EF4-FFF2-40B4-BE49-F238E27FC236}">
                <a16:creationId xmlns:a16="http://schemas.microsoft.com/office/drawing/2014/main" id="{A671C3FE-ED49-C919-96A1-99C4129EE557}"/>
              </a:ext>
            </a:extLst>
          </p:cNvPr>
          <p:cNvCxnSpPr>
            <a:cxnSpLocks/>
          </p:cNvCxnSpPr>
          <p:nvPr/>
        </p:nvCxnSpPr>
        <p:spPr>
          <a:xfrm>
            <a:off x="11805995" y="9521695"/>
            <a:ext cx="523743" cy="38741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82" name="Straight Connector 1381">
            <a:extLst>
              <a:ext uri="{FF2B5EF4-FFF2-40B4-BE49-F238E27FC236}">
                <a16:creationId xmlns:a16="http://schemas.microsoft.com/office/drawing/2014/main" id="{A6EE1B03-5041-9B5E-A64E-155D7D1CA60B}"/>
              </a:ext>
            </a:extLst>
          </p:cNvPr>
          <p:cNvCxnSpPr>
            <a:cxnSpLocks/>
          </p:cNvCxnSpPr>
          <p:nvPr/>
        </p:nvCxnSpPr>
        <p:spPr>
          <a:xfrm>
            <a:off x="12153189" y="9522483"/>
            <a:ext cx="583741" cy="39195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99" name="Straight Connector 1398">
            <a:extLst>
              <a:ext uri="{FF2B5EF4-FFF2-40B4-BE49-F238E27FC236}">
                <a16:creationId xmlns:a16="http://schemas.microsoft.com/office/drawing/2014/main" id="{F5CE9E80-8084-76E7-3DBF-509EDDCE4675}"/>
              </a:ext>
            </a:extLst>
          </p:cNvPr>
          <p:cNvCxnSpPr>
            <a:cxnSpLocks/>
          </p:cNvCxnSpPr>
          <p:nvPr/>
        </p:nvCxnSpPr>
        <p:spPr>
          <a:xfrm>
            <a:off x="12319074" y="9350675"/>
            <a:ext cx="663313" cy="41745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05" name="Straight Connector 1404">
            <a:extLst>
              <a:ext uri="{FF2B5EF4-FFF2-40B4-BE49-F238E27FC236}">
                <a16:creationId xmlns:a16="http://schemas.microsoft.com/office/drawing/2014/main" id="{8B6035E0-F81E-8406-1EE6-885815434BA7}"/>
              </a:ext>
            </a:extLst>
          </p:cNvPr>
          <p:cNvCxnSpPr>
            <a:cxnSpLocks/>
          </p:cNvCxnSpPr>
          <p:nvPr/>
        </p:nvCxnSpPr>
        <p:spPr>
          <a:xfrm>
            <a:off x="12327072" y="9909110"/>
            <a:ext cx="655808" cy="2183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6" name="Straight Connector 455">
            <a:extLst>
              <a:ext uri="{FF2B5EF4-FFF2-40B4-BE49-F238E27FC236}">
                <a16:creationId xmlns:a16="http://schemas.microsoft.com/office/drawing/2014/main" id="{04B69A55-2D7E-542B-28BA-643D415F9AD9}"/>
              </a:ext>
            </a:extLst>
          </p:cNvPr>
          <p:cNvCxnSpPr>
            <a:cxnSpLocks/>
          </p:cNvCxnSpPr>
          <p:nvPr/>
        </p:nvCxnSpPr>
        <p:spPr>
          <a:xfrm>
            <a:off x="12736930" y="9350675"/>
            <a:ext cx="605846" cy="41918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9" name="Straight Connector 458">
            <a:extLst>
              <a:ext uri="{FF2B5EF4-FFF2-40B4-BE49-F238E27FC236}">
                <a16:creationId xmlns:a16="http://schemas.microsoft.com/office/drawing/2014/main" id="{C0E0DF39-D05C-5A1B-0B2F-F4BAB67D9DAB}"/>
              </a:ext>
            </a:extLst>
          </p:cNvPr>
          <p:cNvCxnSpPr>
            <a:cxnSpLocks/>
          </p:cNvCxnSpPr>
          <p:nvPr/>
        </p:nvCxnSpPr>
        <p:spPr>
          <a:xfrm>
            <a:off x="12736930" y="9906444"/>
            <a:ext cx="602987" cy="21361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452" name="TextBox 451">
            <a:extLst>
              <a:ext uri="{FF2B5EF4-FFF2-40B4-BE49-F238E27FC236}">
                <a16:creationId xmlns:a16="http://schemas.microsoft.com/office/drawing/2014/main" id="{1B93CF2C-AD5F-71DC-F8AE-0BED3A47CC63}"/>
              </a:ext>
            </a:extLst>
          </p:cNvPr>
          <p:cNvSpPr txBox="1"/>
          <p:nvPr/>
        </p:nvSpPr>
        <p:spPr>
          <a:xfrm>
            <a:off x="10963656" y="2716236"/>
            <a:ext cx="2930010" cy="59751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Within the .</a:t>
            </a:r>
            <a:r>
              <a:rPr lang="en-US" sz="1000" b="0" dirty="0" err="1"/>
              <a:t>mwb</a:t>
            </a:r>
            <a:r>
              <a:rPr lang="en-US" sz="1000" b="0" dirty="0"/>
              <a:t> file, the columns used to connect tables can be located by hovering the cursor over a connection or a table to reveal columns to combine.</a:t>
            </a:r>
            <a:endParaRPr lang="en-US" sz="1000" b="0" dirty="0">
              <a:solidFill>
                <a:schemeClr val="bg2">
                  <a:lumMod val="10000"/>
                </a:schemeClr>
              </a:solidFill>
              <a:latin typeface="Source Sans Pro" panose="020B0503030403020204" pitchFamily="34" charset="0"/>
              <a:ea typeface="Source Sans Pro" panose="020B0503030403020204" pitchFamily="34" charset="0"/>
            </a:endParaRPr>
          </a:p>
        </p:txBody>
      </p:sp>
      <p:grpSp>
        <p:nvGrpSpPr>
          <p:cNvPr id="453" name="Group 452">
            <a:extLst>
              <a:ext uri="{FF2B5EF4-FFF2-40B4-BE49-F238E27FC236}">
                <a16:creationId xmlns:a16="http://schemas.microsoft.com/office/drawing/2014/main" id="{20F39A0A-D717-1FD7-125B-ABCF3F20F255}"/>
              </a:ext>
            </a:extLst>
          </p:cNvPr>
          <p:cNvGrpSpPr/>
          <p:nvPr/>
        </p:nvGrpSpPr>
        <p:grpSpPr>
          <a:xfrm>
            <a:off x="11449387" y="3644175"/>
            <a:ext cx="1763725" cy="931206"/>
            <a:chOff x="3243530" y="3828629"/>
            <a:chExt cx="1763725" cy="931206"/>
          </a:xfrm>
        </p:grpSpPr>
        <p:sp>
          <p:nvSpPr>
            <p:cNvPr id="454" name="Rectangle 453">
              <a:extLst>
                <a:ext uri="{FF2B5EF4-FFF2-40B4-BE49-F238E27FC236}">
                  <a16:creationId xmlns:a16="http://schemas.microsoft.com/office/drawing/2014/main" id="{07B75E03-6309-6B87-3C7C-71280B23F418}"/>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5" name="Rectangle 454">
              <a:extLst>
                <a:ext uri="{FF2B5EF4-FFF2-40B4-BE49-F238E27FC236}">
                  <a16:creationId xmlns:a16="http://schemas.microsoft.com/office/drawing/2014/main" id="{85BDD211-0B99-7C0D-F873-F047DD302C73}"/>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7" name="Rectangle 456">
              <a:extLst>
                <a:ext uri="{FF2B5EF4-FFF2-40B4-BE49-F238E27FC236}">
                  <a16:creationId xmlns:a16="http://schemas.microsoft.com/office/drawing/2014/main" id="{E8342913-5B84-7197-880F-0A3D0561B0D5}"/>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58" name="Rectangle 457">
              <a:extLst>
                <a:ext uri="{FF2B5EF4-FFF2-40B4-BE49-F238E27FC236}">
                  <a16:creationId xmlns:a16="http://schemas.microsoft.com/office/drawing/2014/main" id="{E2BBDB92-5544-E0A7-840C-A727654960BF}"/>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0" name="Elbow Connector 1353">
              <a:extLst>
                <a:ext uri="{FF2B5EF4-FFF2-40B4-BE49-F238E27FC236}">
                  <a16:creationId xmlns:a16="http://schemas.microsoft.com/office/drawing/2014/main" id="{2D122615-8B41-13D4-EFB3-47072087610B}"/>
                </a:ext>
              </a:extLst>
            </p:cNvPr>
            <p:cNvCxnSpPr>
              <a:cxnSpLocks/>
              <a:endCxn id="45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1" name="Elbow Connector 1356">
              <a:extLst>
                <a:ext uri="{FF2B5EF4-FFF2-40B4-BE49-F238E27FC236}">
                  <a16:creationId xmlns:a16="http://schemas.microsoft.com/office/drawing/2014/main" id="{BCC93D59-1AA4-5E16-84A6-5EC7F7D17436}"/>
                </a:ext>
              </a:extLst>
            </p:cNvPr>
            <p:cNvCxnSpPr>
              <a:cxnSpLocks/>
              <a:stCxn id="455" idx="3"/>
              <a:endCxn id="458"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2" name="Elbow Connector 1361">
              <a:extLst>
                <a:ext uri="{FF2B5EF4-FFF2-40B4-BE49-F238E27FC236}">
                  <a16:creationId xmlns:a16="http://schemas.microsoft.com/office/drawing/2014/main" id="{1F4CA119-C7BF-5E43-16C6-E9AD822FFB2B}"/>
                </a:ext>
              </a:extLst>
            </p:cNvPr>
            <p:cNvCxnSpPr>
              <a:cxnSpLocks/>
              <a:stCxn id="455" idx="2"/>
              <a:endCxn id="45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63" name="Rectangle 462">
              <a:extLst>
                <a:ext uri="{FF2B5EF4-FFF2-40B4-BE49-F238E27FC236}">
                  <a16:creationId xmlns:a16="http://schemas.microsoft.com/office/drawing/2014/main" id="{380FB8FD-7FA6-B2F8-9815-C105A71C9338}"/>
                </a:ext>
              </a:extLst>
            </p:cNvPr>
            <p:cNvSpPr/>
            <p:nvPr/>
          </p:nvSpPr>
          <p:spPr>
            <a:xfrm>
              <a:off x="324361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4" name="Rectangle 463">
              <a:extLst>
                <a:ext uri="{FF2B5EF4-FFF2-40B4-BE49-F238E27FC236}">
                  <a16:creationId xmlns:a16="http://schemas.microsoft.com/office/drawing/2014/main" id="{F79DE56E-0541-72F4-EC3D-6F1D3007A1C1}"/>
                </a:ext>
              </a:extLst>
            </p:cNvPr>
            <p:cNvSpPr/>
            <p:nvPr/>
          </p:nvSpPr>
          <p:spPr>
            <a:xfrm>
              <a:off x="3853372" y="41906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7" name="Rectangle 466">
              <a:extLst>
                <a:ext uri="{FF2B5EF4-FFF2-40B4-BE49-F238E27FC236}">
                  <a16:creationId xmlns:a16="http://schemas.microsoft.com/office/drawing/2014/main" id="{D931D6CC-3BA0-C760-DE72-370F3A82548E}"/>
                </a:ext>
              </a:extLst>
            </p:cNvPr>
            <p:cNvSpPr/>
            <p:nvPr/>
          </p:nvSpPr>
          <p:spPr>
            <a:xfrm>
              <a:off x="4540811" y="442103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9" name="Rectangle 468">
              <a:extLst>
                <a:ext uri="{FF2B5EF4-FFF2-40B4-BE49-F238E27FC236}">
                  <a16:creationId xmlns:a16="http://schemas.microsoft.com/office/drawing/2014/main" id="{9507A587-261C-9B69-F244-32C74E25A542}"/>
                </a:ext>
              </a:extLst>
            </p:cNvPr>
            <p:cNvSpPr/>
            <p:nvPr/>
          </p:nvSpPr>
          <p:spPr>
            <a:xfrm>
              <a:off x="4524401" y="3865553"/>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470" name="Manipulate Variables">
            <a:extLst>
              <a:ext uri="{FF2B5EF4-FFF2-40B4-BE49-F238E27FC236}">
                <a16:creationId xmlns:a16="http://schemas.microsoft.com/office/drawing/2014/main" id="{BDF68F32-753B-08FF-9925-60EA2AD631B2}"/>
              </a:ext>
            </a:extLst>
          </p:cNvPr>
          <p:cNvSpPr txBox="1"/>
          <p:nvPr/>
        </p:nvSpPr>
        <p:spPr>
          <a:xfrm>
            <a:off x="10988948" y="2493421"/>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Identifying Connections</a:t>
            </a:r>
          </a:p>
        </p:txBody>
      </p:sp>
      <p:sp>
        <p:nvSpPr>
          <p:cNvPr id="475" name="Line">
            <a:extLst>
              <a:ext uri="{FF2B5EF4-FFF2-40B4-BE49-F238E27FC236}">
                <a16:creationId xmlns:a16="http://schemas.microsoft.com/office/drawing/2014/main" id="{3FD42565-A2D1-E5B8-0363-2BDB4D030CBA}"/>
              </a:ext>
            </a:extLst>
          </p:cNvPr>
          <p:cNvSpPr/>
          <p:nvPr/>
        </p:nvSpPr>
        <p:spPr>
          <a:xfrm>
            <a:off x="132854" y="4093765"/>
            <a:ext cx="2577759" cy="3183"/>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19" name="Group 18">
            <a:extLst>
              <a:ext uri="{FF2B5EF4-FFF2-40B4-BE49-F238E27FC236}">
                <a16:creationId xmlns:a16="http://schemas.microsoft.com/office/drawing/2014/main" id="{6328D26E-7A52-2B03-B244-727E9AB03ADC}"/>
              </a:ext>
            </a:extLst>
          </p:cNvPr>
          <p:cNvGrpSpPr/>
          <p:nvPr/>
        </p:nvGrpSpPr>
        <p:grpSpPr>
          <a:xfrm>
            <a:off x="6114412" y="8497468"/>
            <a:ext cx="609170" cy="487299"/>
            <a:chOff x="8855147" y="2668516"/>
            <a:chExt cx="609170" cy="487299"/>
          </a:xfrm>
        </p:grpSpPr>
        <p:pic>
          <p:nvPicPr>
            <p:cNvPr id="24" name="Graphic 23" descr="Paper outline">
              <a:extLst>
                <a:ext uri="{FF2B5EF4-FFF2-40B4-BE49-F238E27FC236}">
                  <a16:creationId xmlns:a16="http://schemas.microsoft.com/office/drawing/2014/main" id="{8C68FD8E-8AFD-67D2-23C1-DE547785734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31" name="TextBox 30">
              <a:extLst>
                <a:ext uri="{FF2B5EF4-FFF2-40B4-BE49-F238E27FC236}">
                  <a16:creationId xmlns:a16="http://schemas.microsoft.com/office/drawing/2014/main" id="{2FE332EE-45DA-CE4C-7519-F0C24734380C}"/>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t>proj.yml</a:t>
              </a:r>
              <a:endParaRPr kumimoji="0" lang="en-US" sz="1000" b="0" i="0" u="none" strike="noStrike" cap="none" spc="0" normalizeH="0" baseline="0" dirty="0">
                <a:ln>
                  <a:noFill/>
                </a:ln>
                <a:solidFill>
                  <a:srgbClr val="4C4C4C"/>
                </a:solidFill>
                <a:effectLst/>
                <a:uFillTx/>
                <a:sym typeface="Source Sans Pro"/>
              </a:endParaRPr>
            </a:p>
          </p:txBody>
        </p:sp>
      </p:grpSp>
      <p:grpSp>
        <p:nvGrpSpPr>
          <p:cNvPr id="45" name="Group 44">
            <a:extLst>
              <a:ext uri="{FF2B5EF4-FFF2-40B4-BE49-F238E27FC236}">
                <a16:creationId xmlns:a16="http://schemas.microsoft.com/office/drawing/2014/main" id="{50DDDF66-F6B0-4BB4-E00B-CFBAD96F3B38}"/>
              </a:ext>
            </a:extLst>
          </p:cNvPr>
          <p:cNvGrpSpPr/>
          <p:nvPr/>
        </p:nvGrpSpPr>
        <p:grpSpPr>
          <a:xfrm>
            <a:off x="7440077" y="8479271"/>
            <a:ext cx="609170" cy="646017"/>
            <a:chOff x="8855147" y="2668516"/>
            <a:chExt cx="609170" cy="646017"/>
          </a:xfrm>
        </p:grpSpPr>
        <p:pic>
          <p:nvPicPr>
            <p:cNvPr id="46" name="Graphic 45" descr="Paper outline">
              <a:extLst>
                <a:ext uri="{FF2B5EF4-FFF2-40B4-BE49-F238E27FC236}">
                  <a16:creationId xmlns:a16="http://schemas.microsoft.com/office/drawing/2014/main" id="{6324343D-E699-7D94-3020-83AB117075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47" name="TextBox 46">
              <a:extLst>
                <a:ext uri="{FF2B5EF4-FFF2-40B4-BE49-F238E27FC236}">
                  <a16:creationId xmlns:a16="http://schemas.microsoft.com/office/drawing/2014/main" id="{8DB15DDC-ECAC-403A-179E-D015D7AED78A}"/>
                </a:ext>
              </a:extLst>
            </p:cNvPr>
            <p:cNvSpPr txBox="1"/>
            <p:nvPr/>
          </p:nvSpPr>
          <p:spPr>
            <a:xfrm>
              <a:off x="8855147" y="2870903"/>
              <a:ext cx="609170"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t>analysis.yml</a:t>
              </a:r>
              <a:endParaRPr kumimoji="0" lang="en-US" sz="1000" b="0" i="0" u="none" strike="noStrike" cap="none" spc="0" normalizeH="0" baseline="0" dirty="0">
                <a:ln>
                  <a:noFill/>
                </a:ln>
                <a:solidFill>
                  <a:srgbClr val="4C4C4C"/>
                </a:solidFill>
                <a:effectLst/>
                <a:uFillTx/>
                <a:sym typeface="Source Sans Pro"/>
              </a:endParaRPr>
            </a:p>
          </p:txBody>
        </p:sp>
      </p:grpSp>
      <p:grpSp>
        <p:nvGrpSpPr>
          <p:cNvPr id="1392" name="Group 1391">
            <a:extLst>
              <a:ext uri="{FF2B5EF4-FFF2-40B4-BE49-F238E27FC236}">
                <a16:creationId xmlns:a16="http://schemas.microsoft.com/office/drawing/2014/main" id="{0CA37363-462B-3F4F-0A68-F0EC2DA07C7E}"/>
              </a:ext>
            </a:extLst>
          </p:cNvPr>
          <p:cNvGrpSpPr/>
          <p:nvPr/>
        </p:nvGrpSpPr>
        <p:grpSpPr>
          <a:xfrm>
            <a:off x="6092110" y="9033416"/>
            <a:ext cx="609170" cy="480493"/>
            <a:chOff x="6092110" y="9033416"/>
            <a:chExt cx="609170" cy="480493"/>
          </a:xfrm>
        </p:grpSpPr>
        <p:grpSp>
          <p:nvGrpSpPr>
            <p:cNvPr id="59" name="Google Shape;359;p18">
              <a:extLst>
                <a:ext uri="{FF2B5EF4-FFF2-40B4-BE49-F238E27FC236}">
                  <a16:creationId xmlns:a16="http://schemas.microsoft.com/office/drawing/2014/main" id="{CF41C9C8-87F8-CEA8-FFC2-375E0DB7EE3A}"/>
                </a:ext>
              </a:extLst>
            </p:cNvPr>
            <p:cNvGrpSpPr/>
            <p:nvPr/>
          </p:nvGrpSpPr>
          <p:grpSpPr>
            <a:xfrm>
              <a:off x="6201282" y="9033416"/>
              <a:ext cx="421787" cy="249195"/>
              <a:chOff x="3007175" y="1757600"/>
              <a:chExt cx="307200" cy="189300"/>
            </a:xfrm>
          </p:grpSpPr>
          <p:sp>
            <p:nvSpPr>
              <p:cNvPr id="62" name="Google Shape;360;p18">
                <a:extLst>
                  <a:ext uri="{FF2B5EF4-FFF2-40B4-BE49-F238E27FC236}">
                    <a16:creationId xmlns:a16="http://schemas.microsoft.com/office/drawing/2014/main" id="{0A6C18F6-3483-5F71-C39E-D8C80E48B82C}"/>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 name="Google Shape;361;p18">
                <a:extLst>
                  <a:ext uri="{FF2B5EF4-FFF2-40B4-BE49-F238E27FC236}">
                    <a16:creationId xmlns:a16="http://schemas.microsoft.com/office/drawing/2014/main" id="{7B8EBF80-43F5-53B2-269E-43D4C43DBC7C}"/>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4" name="Google Shape;362;p18">
                <a:extLst>
                  <a:ext uri="{FF2B5EF4-FFF2-40B4-BE49-F238E27FC236}">
                    <a16:creationId xmlns:a16="http://schemas.microsoft.com/office/drawing/2014/main" id="{55414058-E126-7BD6-008F-F8D3C7E0A0B1}"/>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5" name="Google Shape;363;p18">
                <a:extLst>
                  <a:ext uri="{FF2B5EF4-FFF2-40B4-BE49-F238E27FC236}">
                    <a16:creationId xmlns:a16="http://schemas.microsoft.com/office/drawing/2014/main" id="{A95FB65C-30B9-5E0F-BE70-45A66247BB15}"/>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356" name="Google Shape;364;p18">
                <a:extLst>
                  <a:ext uri="{FF2B5EF4-FFF2-40B4-BE49-F238E27FC236}">
                    <a16:creationId xmlns:a16="http://schemas.microsoft.com/office/drawing/2014/main" id="{E9B510FF-57C7-86BC-9030-B43FA005C18C}"/>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358" name="Google Shape;365;p18">
                <a:extLst>
                  <a:ext uri="{FF2B5EF4-FFF2-40B4-BE49-F238E27FC236}">
                    <a16:creationId xmlns:a16="http://schemas.microsoft.com/office/drawing/2014/main" id="{EAD1D607-019C-B940-A1DC-965C4B2FE8B6}"/>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360" name="Google Shape;366;p18">
                <a:extLst>
                  <a:ext uri="{FF2B5EF4-FFF2-40B4-BE49-F238E27FC236}">
                    <a16:creationId xmlns:a16="http://schemas.microsoft.com/office/drawing/2014/main" id="{8D06675C-F8BF-79E6-1715-55DE8DAB0A0D}"/>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1365" name="TextBox 1364">
              <a:extLst>
                <a:ext uri="{FF2B5EF4-FFF2-40B4-BE49-F238E27FC236}">
                  <a16:creationId xmlns:a16="http://schemas.microsoft.com/office/drawing/2014/main" id="{EB7428D8-4086-0275-7707-ECA869DF5980}"/>
                </a:ext>
              </a:extLst>
            </p:cNvPr>
            <p:cNvSpPr txBox="1"/>
            <p:nvPr/>
          </p:nvSpPr>
          <p:spPr>
            <a:xfrm>
              <a:off x="6092110" y="9224167"/>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GitHub</a:t>
              </a:r>
              <a:endParaRPr kumimoji="0" lang="en-US" sz="1000" b="0" i="0" u="none" strike="noStrike" cap="none" spc="0" normalizeH="0" baseline="0" dirty="0">
                <a:ln>
                  <a:noFill/>
                </a:ln>
                <a:solidFill>
                  <a:srgbClr val="4C4C4C"/>
                </a:solidFill>
                <a:effectLst/>
                <a:uFillTx/>
                <a:sym typeface="Source Sans Pro"/>
              </a:endParaRPr>
            </a:p>
          </p:txBody>
        </p:sp>
      </p:grpSp>
      <p:grpSp>
        <p:nvGrpSpPr>
          <p:cNvPr id="1391" name="Group 1390">
            <a:extLst>
              <a:ext uri="{FF2B5EF4-FFF2-40B4-BE49-F238E27FC236}">
                <a16:creationId xmlns:a16="http://schemas.microsoft.com/office/drawing/2014/main" id="{EE4DEE25-E902-7387-11C1-6623D9992230}"/>
              </a:ext>
            </a:extLst>
          </p:cNvPr>
          <p:cNvGrpSpPr/>
          <p:nvPr/>
        </p:nvGrpSpPr>
        <p:grpSpPr>
          <a:xfrm>
            <a:off x="6055705" y="9445572"/>
            <a:ext cx="609170" cy="471100"/>
            <a:chOff x="6055705" y="9445572"/>
            <a:chExt cx="609170" cy="471100"/>
          </a:xfrm>
        </p:grpSpPr>
        <p:grpSp>
          <p:nvGrpSpPr>
            <p:cNvPr id="1366" name="Google Shape;377;p18">
              <a:extLst>
                <a:ext uri="{FF2B5EF4-FFF2-40B4-BE49-F238E27FC236}">
                  <a16:creationId xmlns:a16="http://schemas.microsoft.com/office/drawing/2014/main" id="{CA639C91-8DC7-4EF6-3719-1E70AACBB02C}"/>
                </a:ext>
              </a:extLst>
            </p:cNvPr>
            <p:cNvGrpSpPr/>
            <p:nvPr/>
          </p:nvGrpSpPr>
          <p:grpSpPr>
            <a:xfrm>
              <a:off x="6200478" y="9445572"/>
              <a:ext cx="281140" cy="245885"/>
              <a:chOff x="3021975" y="2389850"/>
              <a:chExt cx="307200" cy="297900"/>
            </a:xfrm>
          </p:grpSpPr>
          <p:sp>
            <p:nvSpPr>
              <p:cNvPr id="1370" name="Google Shape;378;p18">
                <a:extLst>
                  <a:ext uri="{FF2B5EF4-FFF2-40B4-BE49-F238E27FC236}">
                    <a16:creationId xmlns:a16="http://schemas.microsoft.com/office/drawing/2014/main" id="{9749248D-D5A2-CB83-4500-D9C311D4C1FC}"/>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380" name="Google Shape;379;p18">
                <a:extLst>
                  <a:ext uri="{FF2B5EF4-FFF2-40B4-BE49-F238E27FC236}">
                    <a16:creationId xmlns:a16="http://schemas.microsoft.com/office/drawing/2014/main" id="{DC4E4747-5851-4C91-72EA-4C3D96F69271}"/>
                  </a:ext>
                </a:extLst>
              </p:cNvPr>
              <p:cNvGrpSpPr/>
              <p:nvPr/>
            </p:nvGrpSpPr>
            <p:grpSpPr>
              <a:xfrm>
                <a:off x="3021975" y="2389850"/>
                <a:ext cx="307200" cy="295800"/>
                <a:chOff x="3021975" y="2389850"/>
                <a:chExt cx="307200" cy="295800"/>
              </a:xfrm>
            </p:grpSpPr>
            <p:sp>
              <p:nvSpPr>
                <p:cNvPr id="1381" name="Google Shape;380;p18">
                  <a:extLst>
                    <a:ext uri="{FF2B5EF4-FFF2-40B4-BE49-F238E27FC236}">
                      <a16:creationId xmlns:a16="http://schemas.microsoft.com/office/drawing/2014/main" id="{04234A1B-BB3F-5295-514C-44FF90CD4BD2}"/>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83" name="Google Shape;381;p18">
                  <a:extLst>
                    <a:ext uri="{FF2B5EF4-FFF2-40B4-BE49-F238E27FC236}">
                      <a16:creationId xmlns:a16="http://schemas.microsoft.com/office/drawing/2014/main" id="{EDE4D0EF-E401-7572-CD6F-2BD0BB3F3408}"/>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384" name="Google Shape;382;p18">
                  <a:extLst>
                    <a:ext uri="{FF2B5EF4-FFF2-40B4-BE49-F238E27FC236}">
                      <a16:creationId xmlns:a16="http://schemas.microsoft.com/office/drawing/2014/main" id="{9B96B7CE-67E9-6CD0-29E4-B065ED879A91}"/>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1385" name="Google Shape;383;p18">
                  <a:extLst>
                    <a:ext uri="{FF2B5EF4-FFF2-40B4-BE49-F238E27FC236}">
                      <a16:creationId xmlns:a16="http://schemas.microsoft.com/office/drawing/2014/main" id="{8F2BDC49-1A08-3ED4-18F2-21915096260D}"/>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1386" name="Google Shape;384;p18">
                  <a:extLst>
                    <a:ext uri="{FF2B5EF4-FFF2-40B4-BE49-F238E27FC236}">
                      <a16:creationId xmlns:a16="http://schemas.microsoft.com/office/drawing/2014/main" id="{37A351F5-0786-1DCE-6FDB-27DB0B0F9692}"/>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387" name="Google Shape;385;p18">
                  <a:extLst>
                    <a:ext uri="{FF2B5EF4-FFF2-40B4-BE49-F238E27FC236}">
                      <a16:creationId xmlns:a16="http://schemas.microsoft.com/office/drawing/2014/main" id="{3DB27473-126A-74F2-5D3E-B09240F22F3D}"/>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388" name="Google Shape;386;p18">
                  <a:extLst>
                    <a:ext uri="{FF2B5EF4-FFF2-40B4-BE49-F238E27FC236}">
                      <a16:creationId xmlns:a16="http://schemas.microsoft.com/office/drawing/2014/main" id="{809EF90F-6779-0FA4-350B-BA1F78F9112D}"/>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389" name="Google Shape;387;p18">
                  <a:extLst>
                    <a:ext uri="{FF2B5EF4-FFF2-40B4-BE49-F238E27FC236}">
                      <a16:creationId xmlns:a16="http://schemas.microsoft.com/office/drawing/2014/main" id="{AD3D6D24-DDD6-F225-4873-BF1F6A33C319}"/>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1390" name="TextBox 1389">
              <a:extLst>
                <a:ext uri="{FF2B5EF4-FFF2-40B4-BE49-F238E27FC236}">
                  <a16:creationId xmlns:a16="http://schemas.microsoft.com/office/drawing/2014/main" id="{92050A82-A0F0-9594-46F6-8AF325D898C4}"/>
                </a:ext>
              </a:extLst>
            </p:cNvPr>
            <p:cNvSpPr txBox="1"/>
            <p:nvPr/>
          </p:nvSpPr>
          <p:spPr>
            <a:xfrm>
              <a:off x="6055705" y="9626930"/>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Mail</a:t>
              </a:r>
              <a:endParaRPr kumimoji="0" lang="en-US" sz="1000" b="0" i="0" u="none" strike="noStrike" cap="none" spc="0" normalizeH="0" baseline="0" dirty="0">
                <a:ln>
                  <a:noFill/>
                </a:ln>
                <a:solidFill>
                  <a:srgbClr val="4C4C4C"/>
                </a:solidFill>
                <a:effectLst/>
                <a:uFillTx/>
                <a:sym typeface="Source Sans Pro"/>
              </a:endParaRPr>
            </a:p>
          </p:txBody>
        </p:sp>
      </p:grpSp>
    </p:spTree>
    <p:extLst>
      <p:ext uri="{BB962C8B-B14F-4D97-AF65-F5344CB8AC3E}">
        <p14:creationId xmlns:p14="http://schemas.microsoft.com/office/powerpoint/2010/main" val="4086639787"/>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4C4C4C"/>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Fake-data-cheatsheet</Template>
  <TotalTime>1858</TotalTime>
  <Words>9006</Words>
  <Application>Microsoft Office PowerPoint</Application>
  <PresentationFormat>Custom</PresentationFormat>
  <Paragraphs>1068</Paragraphs>
  <Slides>30</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Avenir</vt:lpstr>
      <vt:lpstr>Helvetica Light</vt:lpstr>
      <vt:lpstr>Source Sans Pro</vt:lpstr>
      <vt:lpstr>Source Sans Pro Light</vt:lpstr>
      <vt:lpstr>Source Sans Pro Semibold</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MySQL Workbench: : CHEAT SHEET </vt:lpstr>
      <vt:lpstr>MySQL Workbench: : CHEAT SHEET </vt:lpstr>
      <vt:lpstr>MySQL Workbench: : CHEAT SHEET </vt:lpstr>
      <vt:lpstr>MySQL Workbench: : CHEAT SHEET </vt:lpstr>
      <vt:lpstr>Data Pipeline: : CHEAT SHEET </vt:lpstr>
      <vt:lpstr>Data Pipeline: : CHEAT SHEET </vt:lpstr>
      <vt:lpstr>Data Table: : CHEAT SHEET </vt:lpstr>
      <vt:lpstr>Data Table: : CHEAT SHEET </vt:lpstr>
      <vt:lpstr>Table Structure : : CHEAT SHEET </vt:lpstr>
      <vt:lpstr>Data Schema: : CHEAT SHEET </vt:lpstr>
      <vt:lpstr>Network Transform: : CHEAT SHEET </vt:lpstr>
      <vt:lpstr>Data Schema : : CHEAT SHEET </vt:lpstr>
      <vt:lpstr>Data Schema: : CHEAT SHEET </vt:lpstr>
      <vt:lpstr>Table Structure : : CHEAT SHEET </vt:lpstr>
      <vt:lpstr>Data Schema: : CHEAT SHEET </vt:lpstr>
      <vt:lpstr>Data Schema: : CHEAT SHEET </vt:lpstr>
      <vt:lpstr>Data Schema: : CHEAT SHEET </vt:lpstr>
      <vt:lpstr>Data Schema: : CHEAT SHEET </vt:lpstr>
      <vt:lpstr>Data Schema: : CHEAT SHEET </vt:lpstr>
      <vt:lpstr>Data Schema: : CHEAT SHEET </vt:lpstr>
      <vt:lpstr>Data Schema: : CHEAT SHEET </vt:lpstr>
      <vt:lpstr>Data Schema: : CHEAT SHEET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Flinn</dc:creator>
  <cp:lastModifiedBy>John Flinn</cp:lastModifiedBy>
  <cp:revision>124</cp:revision>
  <cp:lastPrinted>2026-04-18T22:13:55Z</cp:lastPrinted>
  <dcterms:created xsi:type="dcterms:W3CDTF">2026-04-18T22:31:06Z</dcterms:created>
  <dcterms:modified xsi:type="dcterms:W3CDTF">2026-05-09T13:07:01Z</dcterms:modified>
</cp:coreProperties>
</file>